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28"/>
  </p:notesMasterIdLst>
  <p:sldIdLst>
    <p:sldId id="257" r:id="rId5"/>
    <p:sldId id="1394" r:id="rId6"/>
    <p:sldId id="1417" r:id="rId7"/>
    <p:sldId id="1420" r:id="rId8"/>
    <p:sldId id="1422" r:id="rId9"/>
    <p:sldId id="1419" r:id="rId10"/>
    <p:sldId id="1418" r:id="rId11"/>
    <p:sldId id="1421" r:id="rId12"/>
    <p:sldId id="1423" r:id="rId13"/>
    <p:sldId id="1434" r:id="rId14"/>
    <p:sldId id="1426" r:id="rId15"/>
    <p:sldId id="1427" r:id="rId16"/>
    <p:sldId id="1433" r:id="rId17"/>
    <p:sldId id="1435" r:id="rId18"/>
    <p:sldId id="1425" r:id="rId19"/>
    <p:sldId id="1430" r:id="rId20"/>
    <p:sldId id="1424" r:id="rId21"/>
    <p:sldId id="1429" r:id="rId22"/>
    <p:sldId id="1428" r:id="rId23"/>
    <p:sldId id="1431" r:id="rId24"/>
    <p:sldId id="1436" r:id="rId25"/>
    <p:sldId id="276" r:id="rId26"/>
    <p:sldId id="279" r:id="rId27"/>
    <p:sldId id="280" r:id="rId28"/>
    <p:sldId id="281" r:id="rId29"/>
    <p:sldId id="282" r:id="rId30"/>
    <p:sldId id="283" r:id="rId31"/>
    <p:sldId id="284" r:id="rId32"/>
    <p:sldId id="285" r:id="rId33"/>
    <p:sldId id="286" r:id="rId34"/>
    <p:sldId id="367" r:id="rId35"/>
    <p:sldId id="287" r:id="rId36"/>
    <p:sldId id="1397" r:id="rId37"/>
    <p:sldId id="368" r:id="rId38"/>
    <p:sldId id="288" r:id="rId39"/>
    <p:sldId id="289" r:id="rId40"/>
    <p:sldId id="291" r:id="rId41"/>
    <p:sldId id="292" r:id="rId42"/>
    <p:sldId id="293" r:id="rId43"/>
    <p:sldId id="1398" r:id="rId44"/>
    <p:sldId id="294" r:id="rId45"/>
    <p:sldId id="295" r:id="rId46"/>
    <p:sldId id="1399" r:id="rId47"/>
    <p:sldId id="1400" r:id="rId48"/>
    <p:sldId id="296" r:id="rId49"/>
    <p:sldId id="297" r:id="rId50"/>
    <p:sldId id="1401" r:id="rId51"/>
    <p:sldId id="298" r:id="rId52"/>
    <p:sldId id="299" r:id="rId53"/>
    <p:sldId id="300" r:id="rId54"/>
    <p:sldId id="301" r:id="rId55"/>
    <p:sldId id="302" r:id="rId56"/>
    <p:sldId id="303" r:id="rId57"/>
    <p:sldId id="304" r:id="rId58"/>
    <p:sldId id="305" r:id="rId59"/>
    <p:sldId id="306" r:id="rId60"/>
    <p:sldId id="307" r:id="rId61"/>
    <p:sldId id="1437" r:id="rId62"/>
    <p:sldId id="309" r:id="rId63"/>
    <p:sldId id="310" r:id="rId64"/>
    <p:sldId id="311" r:id="rId65"/>
    <p:sldId id="312" r:id="rId66"/>
    <p:sldId id="313" r:id="rId67"/>
    <p:sldId id="314" r:id="rId68"/>
    <p:sldId id="315" r:id="rId69"/>
    <p:sldId id="316" r:id="rId70"/>
    <p:sldId id="319" r:id="rId71"/>
    <p:sldId id="317" r:id="rId72"/>
    <p:sldId id="320" r:id="rId73"/>
    <p:sldId id="321" r:id="rId74"/>
    <p:sldId id="322" r:id="rId75"/>
    <p:sldId id="323" r:id="rId76"/>
    <p:sldId id="324" r:id="rId77"/>
    <p:sldId id="1402" r:id="rId78"/>
    <p:sldId id="1403" r:id="rId79"/>
    <p:sldId id="1404" r:id="rId80"/>
    <p:sldId id="327" r:id="rId81"/>
    <p:sldId id="328" r:id="rId82"/>
    <p:sldId id="329" r:id="rId83"/>
    <p:sldId id="330" r:id="rId84"/>
    <p:sldId id="1405" r:id="rId85"/>
    <p:sldId id="1406" r:id="rId86"/>
    <p:sldId id="333" r:id="rId87"/>
    <p:sldId id="336" r:id="rId88"/>
    <p:sldId id="337" r:id="rId89"/>
    <p:sldId id="1407" r:id="rId90"/>
    <p:sldId id="1408" r:id="rId91"/>
    <p:sldId id="338" r:id="rId92"/>
    <p:sldId id="441" r:id="rId93"/>
    <p:sldId id="1409" r:id="rId94"/>
    <p:sldId id="1412" r:id="rId95"/>
    <p:sldId id="1413" r:id="rId96"/>
    <p:sldId id="1414" r:id="rId97"/>
    <p:sldId id="1410" r:id="rId98"/>
    <p:sldId id="1411" r:id="rId99"/>
    <p:sldId id="1415" r:id="rId100"/>
    <p:sldId id="1416" r:id="rId101"/>
    <p:sldId id="339" r:id="rId102"/>
    <p:sldId id="340" r:id="rId103"/>
    <p:sldId id="341" r:id="rId104"/>
    <p:sldId id="342" r:id="rId105"/>
    <p:sldId id="343" r:id="rId106"/>
    <p:sldId id="345" r:id="rId107"/>
    <p:sldId id="346" r:id="rId108"/>
    <p:sldId id="347" r:id="rId109"/>
    <p:sldId id="349" r:id="rId110"/>
    <p:sldId id="350" r:id="rId111"/>
    <p:sldId id="351" r:id="rId112"/>
    <p:sldId id="354" r:id="rId113"/>
    <p:sldId id="353" r:id="rId114"/>
    <p:sldId id="355" r:id="rId115"/>
    <p:sldId id="356" r:id="rId116"/>
    <p:sldId id="358" r:id="rId117"/>
    <p:sldId id="359" r:id="rId118"/>
    <p:sldId id="360" r:id="rId119"/>
    <p:sldId id="361" r:id="rId120"/>
    <p:sldId id="363" r:id="rId121"/>
    <p:sldId id="364" r:id="rId122"/>
    <p:sldId id="365" r:id="rId123"/>
    <p:sldId id="366" r:id="rId124"/>
    <p:sldId id="1387" r:id="rId125"/>
    <p:sldId id="1390" r:id="rId126"/>
    <p:sldId id="264" r:id="rId1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2E1D7"/>
    <a:srgbClr val="052545"/>
    <a:srgbClr val="062645"/>
    <a:srgbClr val="126EA8"/>
    <a:srgbClr val="027732"/>
    <a:srgbClr val="4ABBAB"/>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E53B22-F82F-44A6-8C74-CD0EBDB803A7}" v="77" dt="2026-08-25T20:27:37.6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66" autoAdjust="0"/>
    <p:restoredTop sz="96320" autoAdjust="0"/>
  </p:normalViewPr>
  <p:slideViewPr>
    <p:cSldViewPr>
      <p:cViewPr varScale="1">
        <p:scale>
          <a:sx n="106" d="100"/>
          <a:sy n="106" d="100"/>
        </p:scale>
        <p:origin x="762" y="114"/>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notesMaster" Target="notesMasters/notesMaster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microsoft.com/office/2015/10/relationships/revisionInfo" Target="revisionInfo.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presProps" Target="presProps.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viewProps" Target="viewProps.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theme" Target="theme/theme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tableStyles" Target="tableStyle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 Colen, Mirko" userId="453c2ae9-55dc-4d6d-a67c-e966bf3a10d7" providerId="ADAL" clId="{19999C60-F4FD-4D33-B628-F0BCFAEBD3DA}"/>
    <pc:docChg chg="undo custSel mod addSld delSld modSld sldOrd">
      <pc:chgData name="Van Colen, Mirko" userId="453c2ae9-55dc-4d6d-a67c-e966bf3a10d7" providerId="ADAL" clId="{19999C60-F4FD-4D33-B628-F0BCFAEBD3DA}" dt="2026-08-26T06:31:54.563" v="14472" actId="20577"/>
      <pc:docMkLst>
        <pc:docMk/>
      </pc:docMkLst>
      <pc:sldChg chg="modSp mod">
        <pc:chgData name="Van Colen, Mirko" userId="453c2ae9-55dc-4d6d-a67c-e966bf3a10d7" providerId="ADAL" clId="{19999C60-F4FD-4D33-B628-F0BCFAEBD3DA}" dt="2026-08-25T09:16:35.956" v="2223" actId="13926"/>
        <pc:sldMkLst>
          <pc:docMk/>
          <pc:sldMk cId="147804492" sldId="294"/>
        </pc:sldMkLst>
        <pc:spChg chg="mod">
          <ac:chgData name="Van Colen, Mirko" userId="453c2ae9-55dc-4d6d-a67c-e966bf3a10d7" providerId="ADAL" clId="{19999C60-F4FD-4D33-B628-F0BCFAEBD3DA}" dt="2026-08-25T09:16:35.956" v="2223" actId="13926"/>
          <ac:spMkLst>
            <pc:docMk/>
            <pc:sldMk cId="147804492" sldId="294"/>
            <ac:spMk id="7" creationId="{E8F5AA03-22FB-5E4D-92E6-FC347D6DF9B1}"/>
          </ac:spMkLst>
        </pc:spChg>
      </pc:sldChg>
      <pc:sldChg chg="modSp mod">
        <pc:chgData name="Van Colen, Mirko" userId="453c2ae9-55dc-4d6d-a67c-e966bf3a10d7" providerId="ADAL" clId="{19999C60-F4FD-4D33-B628-F0BCFAEBD3DA}" dt="2026-08-25T09:17:51.382" v="2247" actId="20577"/>
        <pc:sldMkLst>
          <pc:docMk/>
          <pc:sldMk cId="1135500537" sldId="295"/>
        </pc:sldMkLst>
        <pc:spChg chg="mod">
          <ac:chgData name="Van Colen, Mirko" userId="453c2ae9-55dc-4d6d-a67c-e966bf3a10d7" providerId="ADAL" clId="{19999C60-F4FD-4D33-B628-F0BCFAEBD3DA}" dt="2026-08-25T09:17:51.382" v="2247" actId="20577"/>
          <ac:spMkLst>
            <pc:docMk/>
            <pc:sldMk cId="1135500537" sldId="295"/>
            <ac:spMk id="7" creationId="{E8F5AA03-22FB-5E4D-92E6-FC347D6DF9B1}"/>
          </ac:spMkLst>
        </pc:spChg>
      </pc:sldChg>
      <pc:sldChg chg="modSp mod">
        <pc:chgData name="Van Colen, Mirko" userId="453c2ae9-55dc-4d6d-a67c-e966bf3a10d7" providerId="ADAL" clId="{19999C60-F4FD-4D33-B628-F0BCFAEBD3DA}" dt="2026-08-25T09:20:16.564" v="2274" actId="2711"/>
        <pc:sldMkLst>
          <pc:docMk/>
          <pc:sldMk cId="4090835904" sldId="296"/>
        </pc:sldMkLst>
        <pc:spChg chg="mod">
          <ac:chgData name="Van Colen, Mirko" userId="453c2ae9-55dc-4d6d-a67c-e966bf3a10d7" providerId="ADAL" clId="{19999C60-F4FD-4D33-B628-F0BCFAEBD3DA}" dt="2026-08-25T09:19:44.800" v="2268" actId="13926"/>
          <ac:spMkLst>
            <pc:docMk/>
            <pc:sldMk cId="4090835904" sldId="296"/>
            <ac:spMk id="7" creationId="{E8F5AA03-22FB-5E4D-92E6-FC347D6DF9B1}"/>
          </ac:spMkLst>
        </pc:spChg>
        <pc:spChg chg="mod">
          <ac:chgData name="Van Colen, Mirko" userId="453c2ae9-55dc-4d6d-a67c-e966bf3a10d7" providerId="ADAL" clId="{19999C60-F4FD-4D33-B628-F0BCFAEBD3DA}" dt="2026-08-25T09:20:16.564" v="2274" actId="2711"/>
          <ac:spMkLst>
            <pc:docMk/>
            <pc:sldMk cId="4090835904" sldId="296"/>
            <ac:spMk id="8" creationId="{F8A5590F-C7B5-CA42-BFEA-A9A05B455076}"/>
          </ac:spMkLst>
        </pc:spChg>
        <pc:spChg chg="mod">
          <ac:chgData name="Van Colen, Mirko" userId="453c2ae9-55dc-4d6d-a67c-e966bf3a10d7" providerId="ADAL" clId="{19999C60-F4FD-4D33-B628-F0BCFAEBD3DA}" dt="2026-08-25T09:20:12.499" v="2273" actId="2711"/>
          <ac:spMkLst>
            <pc:docMk/>
            <pc:sldMk cId="4090835904" sldId="296"/>
            <ac:spMk id="9" creationId="{C07AF08A-85DF-6242-A45D-78B5B5F78CDC}"/>
          </ac:spMkLst>
        </pc:spChg>
        <pc:spChg chg="mod">
          <ac:chgData name="Van Colen, Mirko" userId="453c2ae9-55dc-4d6d-a67c-e966bf3a10d7" providerId="ADAL" clId="{19999C60-F4FD-4D33-B628-F0BCFAEBD3DA}" dt="2026-08-25T09:20:08.377" v="2272" actId="2711"/>
          <ac:spMkLst>
            <pc:docMk/>
            <pc:sldMk cId="4090835904" sldId="296"/>
            <ac:spMk id="10" creationId="{C711C517-E5CD-114F-BB4C-9B85E3DB6FB6}"/>
          </ac:spMkLst>
        </pc:spChg>
      </pc:sldChg>
      <pc:sldChg chg="modSp mod">
        <pc:chgData name="Van Colen, Mirko" userId="453c2ae9-55dc-4d6d-a67c-e966bf3a10d7" providerId="ADAL" clId="{19999C60-F4FD-4D33-B628-F0BCFAEBD3DA}" dt="2026-08-25T09:26:46.594" v="2374" actId="400"/>
        <pc:sldMkLst>
          <pc:docMk/>
          <pc:sldMk cId="387769851" sldId="297"/>
        </pc:sldMkLst>
        <pc:spChg chg="mod">
          <ac:chgData name="Van Colen, Mirko" userId="453c2ae9-55dc-4d6d-a67c-e966bf3a10d7" providerId="ADAL" clId="{19999C60-F4FD-4D33-B628-F0BCFAEBD3DA}" dt="2026-08-25T09:26:46.594" v="2374" actId="400"/>
          <ac:spMkLst>
            <pc:docMk/>
            <pc:sldMk cId="387769851" sldId="297"/>
            <ac:spMk id="7" creationId="{E8F5AA03-22FB-5E4D-92E6-FC347D6DF9B1}"/>
          </ac:spMkLst>
        </pc:spChg>
      </pc:sldChg>
      <pc:sldChg chg="modSp mod">
        <pc:chgData name="Van Colen, Mirko" userId="453c2ae9-55dc-4d6d-a67c-e966bf3a10d7" providerId="ADAL" clId="{19999C60-F4FD-4D33-B628-F0BCFAEBD3DA}" dt="2026-08-25T09:27:35.691" v="2400" actId="13926"/>
        <pc:sldMkLst>
          <pc:docMk/>
          <pc:sldMk cId="3328233106" sldId="298"/>
        </pc:sldMkLst>
        <pc:spChg chg="mod">
          <ac:chgData name="Van Colen, Mirko" userId="453c2ae9-55dc-4d6d-a67c-e966bf3a10d7" providerId="ADAL" clId="{19999C60-F4FD-4D33-B628-F0BCFAEBD3DA}" dt="2026-08-25T09:27:35.691" v="2400" actId="13926"/>
          <ac:spMkLst>
            <pc:docMk/>
            <pc:sldMk cId="3328233106" sldId="298"/>
            <ac:spMk id="3" creationId="{C226A93C-4492-3D4F-9165-E2F29DBE08DE}"/>
          </ac:spMkLst>
        </pc:spChg>
      </pc:sldChg>
      <pc:sldChg chg="modSp mod">
        <pc:chgData name="Van Colen, Mirko" userId="453c2ae9-55dc-4d6d-a67c-e966bf3a10d7" providerId="ADAL" clId="{19999C60-F4FD-4D33-B628-F0BCFAEBD3DA}" dt="2026-08-25T20:12:05.495" v="13931" actId="207"/>
        <pc:sldMkLst>
          <pc:docMk/>
          <pc:sldMk cId="1485160605" sldId="299"/>
        </pc:sldMkLst>
        <pc:spChg chg="mod">
          <ac:chgData name="Van Colen, Mirko" userId="453c2ae9-55dc-4d6d-a67c-e966bf3a10d7" providerId="ADAL" clId="{19999C60-F4FD-4D33-B628-F0BCFAEBD3DA}" dt="2026-08-25T20:12:05.495" v="13931" actId="207"/>
          <ac:spMkLst>
            <pc:docMk/>
            <pc:sldMk cId="1485160605" sldId="299"/>
            <ac:spMk id="3" creationId="{C226A93C-4492-3D4F-9165-E2F29DBE08DE}"/>
          </ac:spMkLst>
        </pc:spChg>
      </pc:sldChg>
      <pc:sldChg chg="del">
        <pc:chgData name="Van Colen, Mirko" userId="453c2ae9-55dc-4d6d-a67c-e966bf3a10d7" providerId="ADAL" clId="{19999C60-F4FD-4D33-B628-F0BCFAEBD3DA}" dt="2026-08-25T20:30:06.541" v="14458" actId="2696"/>
        <pc:sldMkLst>
          <pc:docMk/>
          <pc:sldMk cId="3156335800" sldId="308"/>
        </pc:sldMkLst>
      </pc:sldChg>
      <pc:sldChg chg="add del">
        <pc:chgData name="Van Colen, Mirko" userId="453c2ae9-55dc-4d6d-a67c-e966bf3a10d7" providerId="ADAL" clId="{19999C60-F4FD-4D33-B628-F0BCFAEBD3DA}" dt="2026-08-25T07:56:00.864" v="2" actId="2696"/>
        <pc:sldMkLst>
          <pc:docMk/>
          <pc:sldMk cId="1148476415" sldId="339"/>
        </pc:sldMkLst>
      </pc:sldChg>
      <pc:sldChg chg="modSp mod">
        <pc:chgData name="Van Colen, Mirko" userId="453c2ae9-55dc-4d6d-a67c-e966bf3a10d7" providerId="ADAL" clId="{19999C60-F4FD-4D33-B628-F0BCFAEBD3DA}" dt="2026-08-25T11:35:52.813" v="2653" actId="20577"/>
        <pc:sldMkLst>
          <pc:docMk/>
          <pc:sldMk cId="1021753914" sldId="1394"/>
        </pc:sldMkLst>
        <pc:spChg chg="mod">
          <ac:chgData name="Van Colen, Mirko" userId="453c2ae9-55dc-4d6d-a67c-e966bf3a10d7" providerId="ADAL" clId="{19999C60-F4FD-4D33-B628-F0BCFAEBD3DA}" dt="2026-08-25T11:35:52.813" v="2653" actId="20577"/>
          <ac:spMkLst>
            <pc:docMk/>
            <pc:sldMk cId="1021753914" sldId="1394"/>
            <ac:spMk id="3" creationId="{7611EF8C-F5A8-1B62-3391-EEE306943096}"/>
          </ac:spMkLst>
        </pc:spChg>
      </pc:sldChg>
      <pc:sldChg chg="modSp mod">
        <pc:chgData name="Van Colen, Mirko" userId="453c2ae9-55dc-4d6d-a67c-e966bf3a10d7" providerId="ADAL" clId="{19999C60-F4FD-4D33-B628-F0BCFAEBD3DA}" dt="2026-08-25T09:18:25.163" v="2253" actId="13926"/>
        <pc:sldMkLst>
          <pc:docMk/>
          <pc:sldMk cId="4242695924" sldId="1399"/>
        </pc:sldMkLst>
        <pc:spChg chg="mod">
          <ac:chgData name="Van Colen, Mirko" userId="453c2ae9-55dc-4d6d-a67c-e966bf3a10d7" providerId="ADAL" clId="{19999C60-F4FD-4D33-B628-F0BCFAEBD3DA}" dt="2026-08-25T09:18:25.163" v="2253" actId="13926"/>
          <ac:spMkLst>
            <pc:docMk/>
            <pc:sldMk cId="4242695924" sldId="1399"/>
            <ac:spMk id="7" creationId="{E8F5AA03-22FB-5E4D-92E6-FC347D6DF9B1}"/>
          </ac:spMkLst>
        </pc:spChg>
      </pc:sldChg>
      <pc:sldChg chg="modSp mod">
        <pc:chgData name="Van Colen, Mirko" userId="453c2ae9-55dc-4d6d-a67c-e966bf3a10d7" providerId="ADAL" clId="{19999C60-F4FD-4D33-B628-F0BCFAEBD3DA}" dt="2026-08-25T09:19:01.230" v="2261" actId="13926"/>
        <pc:sldMkLst>
          <pc:docMk/>
          <pc:sldMk cId="2062580629" sldId="1400"/>
        </pc:sldMkLst>
        <pc:spChg chg="mod">
          <ac:chgData name="Van Colen, Mirko" userId="453c2ae9-55dc-4d6d-a67c-e966bf3a10d7" providerId="ADAL" clId="{19999C60-F4FD-4D33-B628-F0BCFAEBD3DA}" dt="2026-08-25T09:19:01.230" v="2261" actId="13926"/>
          <ac:spMkLst>
            <pc:docMk/>
            <pc:sldMk cId="2062580629" sldId="1400"/>
            <ac:spMk id="7" creationId="{E8F5AA03-22FB-5E4D-92E6-FC347D6DF9B1}"/>
          </ac:spMkLst>
        </pc:spChg>
      </pc:sldChg>
      <pc:sldChg chg="modSp mod">
        <pc:chgData name="Van Colen, Mirko" userId="453c2ae9-55dc-4d6d-a67c-e966bf3a10d7" providerId="ADAL" clId="{19999C60-F4FD-4D33-B628-F0BCFAEBD3DA}" dt="2026-08-25T09:27:16.497" v="2398" actId="20577"/>
        <pc:sldMkLst>
          <pc:docMk/>
          <pc:sldMk cId="1242451374" sldId="1401"/>
        </pc:sldMkLst>
        <pc:spChg chg="mod">
          <ac:chgData name="Van Colen, Mirko" userId="453c2ae9-55dc-4d6d-a67c-e966bf3a10d7" providerId="ADAL" clId="{19999C60-F4FD-4D33-B628-F0BCFAEBD3DA}" dt="2026-08-25T09:27:07.418" v="2397" actId="404"/>
          <ac:spMkLst>
            <pc:docMk/>
            <pc:sldMk cId="1242451374" sldId="1401"/>
            <ac:spMk id="2" creationId="{770E8B6B-B800-B148-A60A-F0E006CD00CB}"/>
          </ac:spMkLst>
        </pc:spChg>
        <pc:spChg chg="mod">
          <ac:chgData name="Van Colen, Mirko" userId="453c2ae9-55dc-4d6d-a67c-e966bf3a10d7" providerId="ADAL" clId="{19999C60-F4FD-4D33-B628-F0BCFAEBD3DA}" dt="2026-08-25T09:27:07.418" v="2397" actId="404"/>
          <ac:spMkLst>
            <pc:docMk/>
            <pc:sldMk cId="1242451374" sldId="1401"/>
            <ac:spMk id="3" creationId="{C226A93C-4492-3D4F-9165-E2F29DBE08DE}"/>
          </ac:spMkLst>
        </pc:spChg>
        <pc:spChg chg="mod">
          <ac:chgData name="Van Colen, Mirko" userId="453c2ae9-55dc-4d6d-a67c-e966bf3a10d7" providerId="ADAL" clId="{19999C60-F4FD-4D33-B628-F0BCFAEBD3DA}" dt="2026-08-25T09:27:07.418" v="2397" actId="404"/>
          <ac:spMkLst>
            <pc:docMk/>
            <pc:sldMk cId="1242451374" sldId="1401"/>
            <ac:spMk id="4" creationId="{6205A011-DB61-D74D-9886-FED98B4923ED}"/>
          </ac:spMkLst>
        </pc:spChg>
        <pc:spChg chg="mod">
          <ac:chgData name="Van Colen, Mirko" userId="453c2ae9-55dc-4d6d-a67c-e966bf3a10d7" providerId="ADAL" clId="{19999C60-F4FD-4D33-B628-F0BCFAEBD3DA}" dt="2026-08-25T09:27:07.418" v="2397" actId="404"/>
          <ac:spMkLst>
            <pc:docMk/>
            <pc:sldMk cId="1242451374" sldId="1401"/>
            <ac:spMk id="6" creationId="{BA319901-C2FF-1546-B559-A9A5AB79C19D}"/>
          </ac:spMkLst>
        </pc:spChg>
        <pc:spChg chg="mod">
          <ac:chgData name="Van Colen, Mirko" userId="453c2ae9-55dc-4d6d-a67c-e966bf3a10d7" providerId="ADAL" clId="{19999C60-F4FD-4D33-B628-F0BCFAEBD3DA}" dt="2026-08-25T09:27:16.497" v="2398" actId="20577"/>
          <ac:spMkLst>
            <pc:docMk/>
            <pc:sldMk cId="1242451374" sldId="1401"/>
            <ac:spMk id="7" creationId="{E8F5AA03-22FB-5E4D-92E6-FC347D6DF9B1}"/>
          </ac:spMkLst>
        </pc:spChg>
        <pc:spChg chg="mod">
          <ac:chgData name="Van Colen, Mirko" userId="453c2ae9-55dc-4d6d-a67c-e966bf3a10d7" providerId="ADAL" clId="{19999C60-F4FD-4D33-B628-F0BCFAEBD3DA}" dt="2026-08-25T09:27:07.418" v="2397" actId="404"/>
          <ac:spMkLst>
            <pc:docMk/>
            <pc:sldMk cId="1242451374" sldId="1401"/>
            <ac:spMk id="8" creationId="{27806CAD-A19D-1543-998A-C9A03040E989}"/>
          </ac:spMkLst>
        </pc:spChg>
      </pc:sldChg>
      <pc:sldChg chg="add del">
        <pc:chgData name="Van Colen, Mirko" userId="453c2ae9-55dc-4d6d-a67c-e966bf3a10d7" providerId="ADAL" clId="{19999C60-F4FD-4D33-B628-F0BCFAEBD3DA}" dt="2026-08-25T07:56:00.864" v="2" actId="2696"/>
        <pc:sldMkLst>
          <pc:docMk/>
          <pc:sldMk cId="1418896310" sldId="1409"/>
        </pc:sldMkLst>
      </pc:sldChg>
      <pc:sldChg chg="add del">
        <pc:chgData name="Van Colen, Mirko" userId="453c2ae9-55dc-4d6d-a67c-e966bf3a10d7" providerId="ADAL" clId="{19999C60-F4FD-4D33-B628-F0BCFAEBD3DA}" dt="2026-08-25T07:56:00.864" v="2" actId="2696"/>
        <pc:sldMkLst>
          <pc:docMk/>
          <pc:sldMk cId="3461370087" sldId="1410"/>
        </pc:sldMkLst>
      </pc:sldChg>
      <pc:sldChg chg="add del">
        <pc:chgData name="Van Colen, Mirko" userId="453c2ae9-55dc-4d6d-a67c-e966bf3a10d7" providerId="ADAL" clId="{19999C60-F4FD-4D33-B628-F0BCFAEBD3DA}" dt="2026-08-25T07:56:00.864" v="2" actId="2696"/>
        <pc:sldMkLst>
          <pc:docMk/>
          <pc:sldMk cId="1047219371" sldId="1411"/>
        </pc:sldMkLst>
      </pc:sldChg>
      <pc:sldChg chg="add del">
        <pc:chgData name="Van Colen, Mirko" userId="453c2ae9-55dc-4d6d-a67c-e966bf3a10d7" providerId="ADAL" clId="{19999C60-F4FD-4D33-B628-F0BCFAEBD3DA}" dt="2026-08-25T07:56:00.864" v="2" actId="2696"/>
        <pc:sldMkLst>
          <pc:docMk/>
          <pc:sldMk cId="514038361" sldId="1412"/>
        </pc:sldMkLst>
      </pc:sldChg>
      <pc:sldChg chg="add del">
        <pc:chgData name="Van Colen, Mirko" userId="453c2ae9-55dc-4d6d-a67c-e966bf3a10d7" providerId="ADAL" clId="{19999C60-F4FD-4D33-B628-F0BCFAEBD3DA}" dt="2026-08-25T07:56:00.864" v="2" actId="2696"/>
        <pc:sldMkLst>
          <pc:docMk/>
          <pc:sldMk cId="3552632623" sldId="1413"/>
        </pc:sldMkLst>
      </pc:sldChg>
      <pc:sldChg chg="add del">
        <pc:chgData name="Van Colen, Mirko" userId="453c2ae9-55dc-4d6d-a67c-e966bf3a10d7" providerId="ADAL" clId="{19999C60-F4FD-4D33-B628-F0BCFAEBD3DA}" dt="2026-08-25T07:56:00.864" v="2" actId="2696"/>
        <pc:sldMkLst>
          <pc:docMk/>
          <pc:sldMk cId="2903494242" sldId="1414"/>
        </pc:sldMkLst>
      </pc:sldChg>
      <pc:sldChg chg="add del">
        <pc:chgData name="Van Colen, Mirko" userId="453c2ae9-55dc-4d6d-a67c-e966bf3a10d7" providerId="ADAL" clId="{19999C60-F4FD-4D33-B628-F0BCFAEBD3DA}" dt="2026-08-25T07:56:00.864" v="2" actId="2696"/>
        <pc:sldMkLst>
          <pc:docMk/>
          <pc:sldMk cId="1283297148" sldId="1415"/>
        </pc:sldMkLst>
      </pc:sldChg>
      <pc:sldChg chg="add del">
        <pc:chgData name="Van Colen, Mirko" userId="453c2ae9-55dc-4d6d-a67c-e966bf3a10d7" providerId="ADAL" clId="{19999C60-F4FD-4D33-B628-F0BCFAEBD3DA}" dt="2026-08-25T07:56:00.864" v="2" actId="2696"/>
        <pc:sldMkLst>
          <pc:docMk/>
          <pc:sldMk cId="3120938693" sldId="1416"/>
        </pc:sldMkLst>
      </pc:sldChg>
      <pc:sldChg chg="addSp delSp modSp new mod modClrScheme chgLayout">
        <pc:chgData name="Van Colen, Mirko" userId="453c2ae9-55dc-4d6d-a67c-e966bf3a10d7" providerId="ADAL" clId="{19999C60-F4FD-4D33-B628-F0BCFAEBD3DA}" dt="2026-08-25T11:01:37.792" v="2418" actId="20577"/>
        <pc:sldMkLst>
          <pc:docMk/>
          <pc:sldMk cId="4185381560" sldId="1417"/>
        </pc:sldMkLst>
        <pc:spChg chg="del mod ord">
          <ac:chgData name="Van Colen, Mirko" userId="453c2ae9-55dc-4d6d-a67c-e966bf3a10d7" providerId="ADAL" clId="{19999C60-F4FD-4D33-B628-F0BCFAEBD3DA}" dt="2026-08-25T08:06:11.153" v="17" actId="700"/>
          <ac:spMkLst>
            <pc:docMk/>
            <pc:sldMk cId="4185381560" sldId="1417"/>
            <ac:spMk id="2" creationId="{D42B7B21-075C-2A91-C47E-B3504662AF4A}"/>
          </ac:spMkLst>
        </pc:spChg>
        <pc:spChg chg="del">
          <ac:chgData name="Van Colen, Mirko" userId="453c2ae9-55dc-4d6d-a67c-e966bf3a10d7" providerId="ADAL" clId="{19999C60-F4FD-4D33-B628-F0BCFAEBD3DA}" dt="2026-08-25T08:06:11.153" v="17" actId="700"/>
          <ac:spMkLst>
            <pc:docMk/>
            <pc:sldMk cId="4185381560" sldId="1417"/>
            <ac:spMk id="3" creationId="{499D0520-378A-BAE8-35D4-103AADD83878}"/>
          </ac:spMkLst>
        </pc:spChg>
        <pc:spChg chg="del mod ord">
          <ac:chgData name="Van Colen, Mirko" userId="453c2ae9-55dc-4d6d-a67c-e966bf3a10d7" providerId="ADAL" clId="{19999C60-F4FD-4D33-B628-F0BCFAEBD3DA}" dt="2026-08-25T08:06:11.153" v="17" actId="700"/>
          <ac:spMkLst>
            <pc:docMk/>
            <pc:sldMk cId="4185381560" sldId="1417"/>
            <ac:spMk id="4" creationId="{0B00823B-BF92-754C-98BD-A6E915C01EF0}"/>
          </ac:spMkLst>
        </pc:spChg>
        <pc:spChg chg="mod ord">
          <ac:chgData name="Van Colen, Mirko" userId="453c2ae9-55dc-4d6d-a67c-e966bf3a10d7" providerId="ADAL" clId="{19999C60-F4FD-4D33-B628-F0BCFAEBD3DA}" dt="2026-08-25T08:06:11.153" v="17" actId="700"/>
          <ac:spMkLst>
            <pc:docMk/>
            <pc:sldMk cId="4185381560" sldId="1417"/>
            <ac:spMk id="5" creationId="{13E14F23-FE8B-31C7-DB94-D41CA08AF3EF}"/>
          </ac:spMkLst>
        </pc:spChg>
        <pc:spChg chg="add mod ord">
          <ac:chgData name="Van Colen, Mirko" userId="453c2ae9-55dc-4d6d-a67c-e966bf3a10d7" providerId="ADAL" clId="{19999C60-F4FD-4D33-B628-F0BCFAEBD3DA}" dt="2026-08-25T08:19:54.548" v="558" actId="20577"/>
          <ac:spMkLst>
            <pc:docMk/>
            <pc:sldMk cId="4185381560" sldId="1417"/>
            <ac:spMk id="6" creationId="{E13E7221-D4BB-98C7-99F0-17C639A1773D}"/>
          </ac:spMkLst>
        </pc:spChg>
        <pc:spChg chg="add mod ord">
          <ac:chgData name="Van Colen, Mirko" userId="453c2ae9-55dc-4d6d-a67c-e966bf3a10d7" providerId="ADAL" clId="{19999C60-F4FD-4D33-B628-F0BCFAEBD3DA}" dt="2026-08-25T11:01:37.792" v="2418" actId="20577"/>
          <ac:spMkLst>
            <pc:docMk/>
            <pc:sldMk cId="4185381560" sldId="1417"/>
            <ac:spMk id="7" creationId="{E5BA0864-4A99-47A4-C0B7-1394CEC2B05A}"/>
          </ac:spMkLst>
        </pc:spChg>
      </pc:sldChg>
      <pc:sldChg chg="addSp delSp modSp new mod modClrScheme chgLayout">
        <pc:chgData name="Van Colen, Mirko" userId="453c2ae9-55dc-4d6d-a67c-e966bf3a10d7" providerId="ADAL" clId="{19999C60-F4FD-4D33-B628-F0BCFAEBD3DA}" dt="2026-08-25T08:35:36.768" v="1127" actId="1076"/>
        <pc:sldMkLst>
          <pc:docMk/>
          <pc:sldMk cId="2586804238" sldId="1418"/>
        </pc:sldMkLst>
        <pc:spChg chg="del mod ord">
          <ac:chgData name="Van Colen, Mirko" userId="453c2ae9-55dc-4d6d-a67c-e966bf3a10d7" providerId="ADAL" clId="{19999C60-F4FD-4D33-B628-F0BCFAEBD3DA}" dt="2026-08-25T08:06:32.898" v="31" actId="700"/>
          <ac:spMkLst>
            <pc:docMk/>
            <pc:sldMk cId="2586804238" sldId="1418"/>
            <ac:spMk id="2" creationId="{9AA052FC-952B-AE6B-B65D-509A0DCBF77A}"/>
          </ac:spMkLst>
        </pc:spChg>
        <pc:spChg chg="del mod ord">
          <ac:chgData name="Van Colen, Mirko" userId="453c2ae9-55dc-4d6d-a67c-e966bf3a10d7" providerId="ADAL" clId="{19999C60-F4FD-4D33-B628-F0BCFAEBD3DA}" dt="2026-08-25T08:06:32.898" v="31" actId="700"/>
          <ac:spMkLst>
            <pc:docMk/>
            <pc:sldMk cId="2586804238" sldId="1418"/>
            <ac:spMk id="3" creationId="{EEA71C75-6A55-89A0-66C4-B20A58E89726}"/>
          </ac:spMkLst>
        </pc:spChg>
        <pc:spChg chg="mod ord">
          <ac:chgData name="Van Colen, Mirko" userId="453c2ae9-55dc-4d6d-a67c-e966bf3a10d7" providerId="ADAL" clId="{19999C60-F4FD-4D33-B628-F0BCFAEBD3DA}" dt="2026-08-25T08:07:14.921" v="85" actId="700"/>
          <ac:spMkLst>
            <pc:docMk/>
            <pc:sldMk cId="2586804238" sldId="1418"/>
            <ac:spMk id="4" creationId="{3AF4C640-3E7E-398E-3FF9-992BA14EBFF6}"/>
          </ac:spMkLst>
        </pc:spChg>
        <pc:spChg chg="add mod ord">
          <ac:chgData name="Van Colen, Mirko" userId="453c2ae9-55dc-4d6d-a67c-e966bf3a10d7" providerId="ADAL" clId="{19999C60-F4FD-4D33-B628-F0BCFAEBD3DA}" dt="2026-08-25T08:07:14.921" v="85" actId="700"/>
          <ac:spMkLst>
            <pc:docMk/>
            <pc:sldMk cId="2586804238" sldId="1418"/>
            <ac:spMk id="5" creationId="{A7FAB359-D483-7860-02F4-7266EC5C17DF}"/>
          </ac:spMkLst>
        </pc:spChg>
        <pc:spChg chg="add mod ord">
          <ac:chgData name="Van Colen, Mirko" userId="453c2ae9-55dc-4d6d-a67c-e966bf3a10d7" providerId="ADAL" clId="{19999C60-F4FD-4D33-B628-F0BCFAEBD3DA}" dt="2026-08-25T08:07:14.921" v="85" actId="700"/>
          <ac:spMkLst>
            <pc:docMk/>
            <pc:sldMk cId="2586804238" sldId="1418"/>
            <ac:spMk id="6" creationId="{AEB6E9F7-6B31-6A8A-8628-F04467437474}"/>
          </ac:spMkLst>
        </pc:spChg>
        <pc:spChg chg="add mod ord">
          <ac:chgData name="Van Colen, Mirko" userId="453c2ae9-55dc-4d6d-a67c-e966bf3a10d7" providerId="ADAL" clId="{19999C60-F4FD-4D33-B628-F0BCFAEBD3DA}" dt="2026-08-25T08:35:28.545" v="1126" actId="20577"/>
          <ac:spMkLst>
            <pc:docMk/>
            <pc:sldMk cId="2586804238" sldId="1418"/>
            <ac:spMk id="7" creationId="{B559EF7D-883A-388E-1374-D79E268AF32C}"/>
          </ac:spMkLst>
        </pc:spChg>
        <pc:spChg chg="add del mod">
          <ac:chgData name="Van Colen, Mirko" userId="453c2ae9-55dc-4d6d-a67c-e966bf3a10d7" providerId="ADAL" clId="{19999C60-F4FD-4D33-B628-F0BCFAEBD3DA}" dt="2026-08-25T08:08:31.616" v="148"/>
          <ac:spMkLst>
            <pc:docMk/>
            <pc:sldMk cId="2586804238" sldId="1418"/>
            <ac:spMk id="12" creationId="{31D703BF-F9A2-C43E-FE26-85695901A7F5}"/>
          </ac:spMkLst>
        </pc:spChg>
        <pc:spChg chg="add del mod">
          <ac:chgData name="Van Colen, Mirko" userId="453c2ae9-55dc-4d6d-a67c-e966bf3a10d7" providerId="ADAL" clId="{19999C60-F4FD-4D33-B628-F0BCFAEBD3DA}" dt="2026-08-25T08:08:45.053" v="154"/>
          <ac:spMkLst>
            <pc:docMk/>
            <pc:sldMk cId="2586804238" sldId="1418"/>
            <ac:spMk id="15" creationId="{3B662BFF-CB94-8D5D-B095-8A3A6606FD1A}"/>
          </ac:spMkLst>
        </pc:spChg>
        <pc:spChg chg="add del mod">
          <ac:chgData name="Van Colen, Mirko" userId="453c2ae9-55dc-4d6d-a67c-e966bf3a10d7" providerId="ADAL" clId="{19999C60-F4FD-4D33-B628-F0BCFAEBD3DA}" dt="2026-08-25T08:33:36.317" v="1048" actId="1076"/>
          <ac:spMkLst>
            <pc:docMk/>
            <pc:sldMk cId="2586804238" sldId="1418"/>
            <ac:spMk id="16" creationId="{A820B142-2308-BA0E-7E02-7425E420B006}"/>
          </ac:spMkLst>
        </pc:spChg>
        <pc:spChg chg="add mod">
          <ac:chgData name="Van Colen, Mirko" userId="453c2ae9-55dc-4d6d-a67c-e966bf3a10d7" providerId="ADAL" clId="{19999C60-F4FD-4D33-B628-F0BCFAEBD3DA}" dt="2026-08-25T08:09:08.334" v="165" actId="767"/>
          <ac:spMkLst>
            <pc:docMk/>
            <pc:sldMk cId="2586804238" sldId="1418"/>
            <ac:spMk id="17" creationId="{AA84A1F2-6BF2-67BC-A2CB-C84AA63D9C0D}"/>
          </ac:spMkLst>
        </pc:spChg>
        <pc:spChg chg="add mod">
          <ac:chgData name="Van Colen, Mirko" userId="453c2ae9-55dc-4d6d-a67c-e966bf3a10d7" providerId="ADAL" clId="{19999C60-F4FD-4D33-B628-F0BCFAEBD3DA}" dt="2026-08-25T08:09:17.902" v="168" actId="767"/>
          <ac:spMkLst>
            <pc:docMk/>
            <pc:sldMk cId="2586804238" sldId="1418"/>
            <ac:spMk id="18" creationId="{73DA92D9-10D5-5716-349F-896EC25135DD}"/>
          </ac:spMkLst>
        </pc:spChg>
        <pc:spChg chg="add mod">
          <ac:chgData name="Van Colen, Mirko" userId="453c2ae9-55dc-4d6d-a67c-e966bf3a10d7" providerId="ADAL" clId="{19999C60-F4FD-4D33-B628-F0BCFAEBD3DA}" dt="2026-08-25T08:33:49.323" v="1052" actId="1076"/>
          <ac:spMkLst>
            <pc:docMk/>
            <pc:sldMk cId="2586804238" sldId="1418"/>
            <ac:spMk id="23" creationId="{20E66E9D-134B-CA04-9E88-62F914918AB7}"/>
          </ac:spMkLst>
        </pc:spChg>
        <pc:picChg chg="add del mod">
          <ac:chgData name="Van Colen, Mirko" userId="453c2ae9-55dc-4d6d-a67c-e966bf3a10d7" providerId="ADAL" clId="{19999C60-F4FD-4D33-B628-F0BCFAEBD3DA}" dt="2026-08-25T08:08:01.836" v="138" actId="22"/>
          <ac:picMkLst>
            <pc:docMk/>
            <pc:sldMk cId="2586804238" sldId="1418"/>
            <ac:picMk id="9" creationId="{05A846B4-009C-78AB-910A-3C5A2FD47604}"/>
          </ac:picMkLst>
        </pc:picChg>
        <pc:picChg chg="add mod">
          <ac:chgData name="Van Colen, Mirko" userId="453c2ae9-55dc-4d6d-a67c-e966bf3a10d7" providerId="ADAL" clId="{19999C60-F4FD-4D33-B628-F0BCFAEBD3DA}" dt="2026-08-25T08:33:36.317" v="1048" actId="1076"/>
          <ac:picMkLst>
            <pc:docMk/>
            <pc:sldMk cId="2586804238" sldId="1418"/>
            <ac:picMk id="11" creationId="{8901A6B4-D8F4-6EC8-B5EE-4E3E703BA217}"/>
          </ac:picMkLst>
        </pc:picChg>
        <pc:picChg chg="add del mod">
          <ac:chgData name="Van Colen, Mirko" userId="453c2ae9-55dc-4d6d-a67c-e966bf3a10d7" providerId="ADAL" clId="{19999C60-F4FD-4D33-B628-F0BCFAEBD3DA}" dt="2026-08-25T08:08:31.601" v="146" actId="478"/>
          <ac:picMkLst>
            <pc:docMk/>
            <pc:sldMk cId="2586804238" sldId="1418"/>
            <ac:picMk id="14" creationId="{6773D931-E797-4947-8EFB-A87D6F2139EC}"/>
          </ac:picMkLst>
        </pc:picChg>
        <pc:picChg chg="add mod">
          <ac:chgData name="Van Colen, Mirko" userId="453c2ae9-55dc-4d6d-a67c-e966bf3a10d7" providerId="ADAL" clId="{19999C60-F4FD-4D33-B628-F0BCFAEBD3DA}" dt="2026-08-25T08:33:39.729" v="1049" actId="1076"/>
          <ac:picMkLst>
            <pc:docMk/>
            <pc:sldMk cId="2586804238" sldId="1418"/>
            <ac:picMk id="20" creationId="{320984E2-7C83-8B77-BCF8-FA6AAF9382A8}"/>
          </ac:picMkLst>
        </pc:picChg>
        <pc:picChg chg="add mod">
          <ac:chgData name="Van Colen, Mirko" userId="453c2ae9-55dc-4d6d-a67c-e966bf3a10d7" providerId="ADAL" clId="{19999C60-F4FD-4D33-B628-F0BCFAEBD3DA}" dt="2026-08-25T08:35:36.768" v="1127" actId="1076"/>
          <ac:picMkLst>
            <pc:docMk/>
            <pc:sldMk cId="2586804238" sldId="1418"/>
            <ac:picMk id="25" creationId="{D5FFE7F6-8DB5-84E2-446D-F193A2E1E639}"/>
          </ac:picMkLst>
        </pc:picChg>
        <pc:cxnChg chg="add mod">
          <ac:chgData name="Van Colen, Mirko" userId="453c2ae9-55dc-4d6d-a67c-e966bf3a10d7" providerId="ADAL" clId="{19999C60-F4FD-4D33-B628-F0BCFAEBD3DA}" dt="2026-08-25T08:33:45.441" v="1051" actId="1076"/>
          <ac:cxnSpMkLst>
            <pc:docMk/>
            <pc:sldMk cId="2586804238" sldId="1418"/>
            <ac:cxnSpMk id="22" creationId="{A5181EDA-39BC-885D-9C67-66756DD33221}"/>
          </ac:cxnSpMkLst>
        </pc:cxnChg>
        <pc:cxnChg chg="add mod">
          <ac:chgData name="Van Colen, Mirko" userId="453c2ae9-55dc-4d6d-a67c-e966bf3a10d7" providerId="ADAL" clId="{19999C60-F4FD-4D33-B628-F0BCFAEBD3DA}" dt="2026-08-25T08:34:57.206" v="1089" actId="1076"/>
          <ac:cxnSpMkLst>
            <pc:docMk/>
            <pc:sldMk cId="2586804238" sldId="1418"/>
            <ac:cxnSpMk id="26" creationId="{56D85245-E268-BCF3-B2CE-F80E5789E9CA}"/>
          </ac:cxnSpMkLst>
        </pc:cxnChg>
      </pc:sldChg>
      <pc:sldChg chg="modSp add mod">
        <pc:chgData name="Van Colen, Mirko" userId="453c2ae9-55dc-4d6d-a67c-e966bf3a10d7" providerId="ADAL" clId="{19999C60-F4FD-4D33-B628-F0BCFAEBD3DA}" dt="2026-08-25T11:35:26.598" v="2619" actId="20577"/>
        <pc:sldMkLst>
          <pc:docMk/>
          <pc:sldMk cId="4126642433" sldId="1419"/>
        </pc:sldMkLst>
        <pc:spChg chg="mod">
          <ac:chgData name="Van Colen, Mirko" userId="453c2ae9-55dc-4d6d-a67c-e966bf3a10d7" providerId="ADAL" clId="{19999C60-F4FD-4D33-B628-F0BCFAEBD3DA}" dt="2026-08-25T11:35:26.598" v="2619" actId="20577"/>
          <ac:spMkLst>
            <pc:docMk/>
            <pc:sldMk cId="4126642433" sldId="1419"/>
            <ac:spMk id="7" creationId="{C61F6856-ED11-67E5-82EC-B3D73FA5C5D1}"/>
          </ac:spMkLst>
        </pc:spChg>
      </pc:sldChg>
      <pc:sldChg chg="addSp delSp modSp add mod ord">
        <pc:chgData name="Van Colen, Mirko" userId="453c2ae9-55dc-4d6d-a67c-e966bf3a10d7" providerId="ADAL" clId="{19999C60-F4FD-4D33-B628-F0BCFAEBD3DA}" dt="2026-08-25T11:21:42.974" v="2568" actId="1076"/>
        <pc:sldMkLst>
          <pc:docMk/>
          <pc:sldMk cId="2151504558" sldId="1420"/>
        </pc:sldMkLst>
        <pc:spChg chg="add mod">
          <ac:chgData name="Van Colen, Mirko" userId="453c2ae9-55dc-4d6d-a67c-e966bf3a10d7" providerId="ADAL" clId="{19999C60-F4FD-4D33-B628-F0BCFAEBD3DA}" dt="2026-08-25T11:21:42.974" v="2568" actId="1076"/>
          <ac:spMkLst>
            <pc:docMk/>
            <pc:sldMk cId="2151504558" sldId="1420"/>
            <ac:spMk id="3" creationId="{7CF2E94B-73D6-4B69-12EB-7BE756AF0069}"/>
          </ac:spMkLst>
        </pc:spChg>
        <pc:spChg chg="mod">
          <ac:chgData name="Van Colen, Mirko" userId="453c2ae9-55dc-4d6d-a67c-e966bf3a10d7" providerId="ADAL" clId="{19999C60-F4FD-4D33-B628-F0BCFAEBD3DA}" dt="2026-08-25T08:20:13.074" v="574" actId="20577"/>
          <ac:spMkLst>
            <pc:docMk/>
            <pc:sldMk cId="2151504558" sldId="1420"/>
            <ac:spMk id="5" creationId="{A2FC0DF1-F91B-9E90-A388-77AFE494239E}"/>
          </ac:spMkLst>
        </pc:spChg>
        <pc:spChg chg="mod">
          <ac:chgData name="Van Colen, Mirko" userId="453c2ae9-55dc-4d6d-a67c-e966bf3a10d7" providerId="ADAL" clId="{19999C60-F4FD-4D33-B628-F0BCFAEBD3DA}" dt="2026-08-25T08:21:52.784" v="635" actId="20577"/>
          <ac:spMkLst>
            <pc:docMk/>
            <pc:sldMk cId="2151504558" sldId="1420"/>
            <ac:spMk id="6" creationId="{31F576E4-551A-8B01-3E40-F3AB7C023D27}"/>
          </ac:spMkLst>
        </pc:spChg>
        <pc:spChg chg="mod">
          <ac:chgData name="Van Colen, Mirko" userId="453c2ae9-55dc-4d6d-a67c-e966bf3a10d7" providerId="ADAL" clId="{19999C60-F4FD-4D33-B628-F0BCFAEBD3DA}" dt="2026-08-25T11:06:10.639" v="2567" actId="20577"/>
          <ac:spMkLst>
            <pc:docMk/>
            <pc:sldMk cId="2151504558" sldId="1420"/>
            <ac:spMk id="7" creationId="{AD568ED3-30EE-6309-C84B-077B061E8891}"/>
          </ac:spMkLst>
        </pc:spChg>
        <pc:spChg chg="del">
          <ac:chgData name="Van Colen, Mirko" userId="453c2ae9-55dc-4d6d-a67c-e966bf3a10d7" providerId="ADAL" clId="{19999C60-F4FD-4D33-B628-F0BCFAEBD3DA}" dt="2026-08-25T08:31:10.863" v="996" actId="478"/>
          <ac:spMkLst>
            <pc:docMk/>
            <pc:sldMk cId="2151504558" sldId="1420"/>
            <ac:spMk id="16" creationId="{899F9DBA-67FC-5F68-9DCF-AA5A04213E34}"/>
          </ac:spMkLst>
        </pc:spChg>
        <pc:picChg chg="del">
          <ac:chgData name="Van Colen, Mirko" userId="453c2ae9-55dc-4d6d-a67c-e966bf3a10d7" providerId="ADAL" clId="{19999C60-F4FD-4D33-B628-F0BCFAEBD3DA}" dt="2026-08-25T08:31:10.863" v="996" actId="478"/>
          <ac:picMkLst>
            <pc:docMk/>
            <pc:sldMk cId="2151504558" sldId="1420"/>
            <ac:picMk id="11" creationId="{031B6A13-7126-B370-939C-E64532B69811}"/>
          </ac:picMkLst>
        </pc:picChg>
        <pc:picChg chg="del">
          <ac:chgData name="Van Colen, Mirko" userId="453c2ae9-55dc-4d6d-a67c-e966bf3a10d7" providerId="ADAL" clId="{19999C60-F4FD-4D33-B628-F0BCFAEBD3DA}" dt="2026-08-25T08:31:10.863" v="996" actId="478"/>
          <ac:picMkLst>
            <pc:docMk/>
            <pc:sldMk cId="2151504558" sldId="1420"/>
            <ac:picMk id="20" creationId="{FD3DF6B4-3833-5B4C-5EF1-9C8584FC23FC}"/>
          </ac:picMkLst>
        </pc:picChg>
        <pc:cxnChg chg="del">
          <ac:chgData name="Van Colen, Mirko" userId="453c2ae9-55dc-4d6d-a67c-e966bf3a10d7" providerId="ADAL" clId="{19999C60-F4FD-4D33-B628-F0BCFAEBD3DA}" dt="2026-08-25T09:06:33.587" v="1619" actId="478"/>
          <ac:cxnSpMkLst>
            <pc:docMk/>
            <pc:sldMk cId="2151504558" sldId="1420"/>
            <ac:cxnSpMk id="22" creationId="{35C912B9-C9A8-AA2C-D5B9-B5511D50D0D5}"/>
          </ac:cxnSpMkLst>
        </pc:cxnChg>
      </pc:sldChg>
      <pc:sldChg chg="addSp delSp modSp add mod">
        <pc:chgData name="Van Colen, Mirko" userId="453c2ae9-55dc-4d6d-a67c-e966bf3a10d7" providerId="ADAL" clId="{19999C60-F4FD-4D33-B628-F0BCFAEBD3DA}" dt="2026-08-25T09:11:00.629" v="2058" actId="207"/>
        <pc:sldMkLst>
          <pc:docMk/>
          <pc:sldMk cId="2776016104" sldId="1421"/>
        </pc:sldMkLst>
        <pc:spChg chg="add del mod">
          <ac:chgData name="Van Colen, Mirko" userId="453c2ae9-55dc-4d6d-a67c-e966bf3a10d7" providerId="ADAL" clId="{19999C60-F4FD-4D33-B628-F0BCFAEBD3DA}" dt="2026-08-25T09:11:00.629" v="2058" actId="207"/>
          <ac:spMkLst>
            <pc:docMk/>
            <pc:sldMk cId="2776016104" sldId="1421"/>
            <ac:spMk id="7" creationId="{E1A29465-4BD8-D650-A7C1-A35D13A853EB}"/>
          </ac:spMkLst>
        </pc:spChg>
        <pc:spChg chg="add mod">
          <ac:chgData name="Van Colen, Mirko" userId="453c2ae9-55dc-4d6d-a67c-e966bf3a10d7" providerId="ADAL" clId="{19999C60-F4FD-4D33-B628-F0BCFAEBD3DA}" dt="2026-08-25T08:36:34.586" v="1144" actId="767"/>
          <ac:spMkLst>
            <pc:docMk/>
            <pc:sldMk cId="2776016104" sldId="1421"/>
            <ac:spMk id="8" creationId="{43BBA56A-23CA-492A-316E-C22ECA41457D}"/>
          </ac:spMkLst>
        </pc:spChg>
        <pc:spChg chg="del mod">
          <ac:chgData name="Van Colen, Mirko" userId="453c2ae9-55dc-4d6d-a67c-e966bf3a10d7" providerId="ADAL" clId="{19999C60-F4FD-4D33-B628-F0BCFAEBD3DA}" dt="2026-08-25T08:36:04.581" v="1134" actId="478"/>
          <ac:spMkLst>
            <pc:docMk/>
            <pc:sldMk cId="2776016104" sldId="1421"/>
            <ac:spMk id="16" creationId="{6861602D-0C4D-7CDB-B115-9A42B1747ED4}"/>
          </ac:spMkLst>
        </pc:spChg>
        <pc:spChg chg="add del mod">
          <ac:chgData name="Van Colen, Mirko" userId="453c2ae9-55dc-4d6d-a67c-e966bf3a10d7" providerId="ADAL" clId="{19999C60-F4FD-4D33-B628-F0BCFAEBD3DA}" dt="2026-08-25T09:06:27.073" v="1618" actId="21"/>
          <ac:spMkLst>
            <pc:docMk/>
            <pc:sldMk cId="2776016104" sldId="1421"/>
            <ac:spMk id="17" creationId="{754CCF9F-B5CC-0664-2D6E-A738686AC571}"/>
          </ac:spMkLst>
        </pc:spChg>
        <pc:spChg chg="del mod">
          <ac:chgData name="Van Colen, Mirko" userId="453c2ae9-55dc-4d6d-a67c-e966bf3a10d7" providerId="ADAL" clId="{19999C60-F4FD-4D33-B628-F0BCFAEBD3DA}" dt="2026-08-25T08:36:08.236" v="1138" actId="478"/>
          <ac:spMkLst>
            <pc:docMk/>
            <pc:sldMk cId="2776016104" sldId="1421"/>
            <ac:spMk id="23" creationId="{194B5296-9247-A105-1CF2-326C294A1A74}"/>
          </ac:spMkLst>
        </pc:spChg>
        <pc:picChg chg="add del mod ord">
          <ac:chgData name="Van Colen, Mirko" userId="453c2ae9-55dc-4d6d-a67c-e966bf3a10d7" providerId="ADAL" clId="{19999C60-F4FD-4D33-B628-F0BCFAEBD3DA}" dt="2026-08-25T08:36:35.669" v="1146" actId="931"/>
          <ac:picMkLst>
            <pc:docMk/>
            <pc:sldMk cId="2776016104" sldId="1421"/>
            <ac:picMk id="3" creationId="{873D5403-7C43-B76A-8143-AC599EAA9176}"/>
          </ac:picMkLst>
        </pc:picChg>
        <pc:picChg chg="add mod">
          <ac:chgData name="Van Colen, Mirko" userId="453c2ae9-55dc-4d6d-a67c-e966bf3a10d7" providerId="ADAL" clId="{19999C60-F4FD-4D33-B628-F0BCFAEBD3DA}" dt="2026-08-25T09:04:07.768" v="1503" actId="1076"/>
          <ac:picMkLst>
            <pc:docMk/>
            <pc:sldMk cId="2776016104" sldId="1421"/>
            <ac:picMk id="10" creationId="{7138B11E-93BF-6BF4-6D0A-5B92E4CB3041}"/>
          </ac:picMkLst>
        </pc:picChg>
        <pc:picChg chg="del">
          <ac:chgData name="Van Colen, Mirko" userId="453c2ae9-55dc-4d6d-a67c-e966bf3a10d7" providerId="ADAL" clId="{19999C60-F4FD-4D33-B628-F0BCFAEBD3DA}" dt="2026-08-25T08:36:02.864" v="1132" actId="478"/>
          <ac:picMkLst>
            <pc:docMk/>
            <pc:sldMk cId="2776016104" sldId="1421"/>
            <ac:picMk id="11" creationId="{9026B724-1868-C379-119B-400909719826}"/>
          </ac:picMkLst>
        </pc:picChg>
        <pc:picChg chg="add mod">
          <ac:chgData name="Van Colen, Mirko" userId="453c2ae9-55dc-4d6d-a67c-e966bf3a10d7" providerId="ADAL" clId="{19999C60-F4FD-4D33-B628-F0BCFAEBD3DA}" dt="2026-08-25T09:04:10.977" v="1504" actId="1076"/>
          <ac:picMkLst>
            <pc:docMk/>
            <pc:sldMk cId="2776016104" sldId="1421"/>
            <ac:picMk id="13" creationId="{527F458C-AFA8-99E6-DCED-DA5EEA7EE8C1}"/>
          </ac:picMkLst>
        </pc:picChg>
        <pc:picChg chg="add mod">
          <ac:chgData name="Van Colen, Mirko" userId="453c2ae9-55dc-4d6d-a67c-e966bf3a10d7" providerId="ADAL" clId="{19999C60-F4FD-4D33-B628-F0BCFAEBD3DA}" dt="2026-08-25T09:04:13.458" v="1506" actId="1076"/>
          <ac:picMkLst>
            <pc:docMk/>
            <pc:sldMk cId="2776016104" sldId="1421"/>
            <ac:picMk id="15" creationId="{D8E2D203-D03F-1C9D-72B5-784B4942F2E5}"/>
          </ac:picMkLst>
        </pc:picChg>
        <pc:picChg chg="del">
          <ac:chgData name="Van Colen, Mirko" userId="453c2ae9-55dc-4d6d-a67c-e966bf3a10d7" providerId="ADAL" clId="{19999C60-F4FD-4D33-B628-F0BCFAEBD3DA}" dt="2026-08-25T08:36:05.016" v="1135" actId="478"/>
          <ac:picMkLst>
            <pc:docMk/>
            <pc:sldMk cId="2776016104" sldId="1421"/>
            <ac:picMk id="20" creationId="{25FA8DDB-0D9A-E7F1-BD97-8E422493EC93}"/>
          </ac:picMkLst>
        </pc:picChg>
        <pc:picChg chg="del">
          <ac:chgData name="Van Colen, Mirko" userId="453c2ae9-55dc-4d6d-a67c-e966bf3a10d7" providerId="ADAL" clId="{19999C60-F4FD-4D33-B628-F0BCFAEBD3DA}" dt="2026-08-25T08:35:58.686" v="1129" actId="478"/>
          <ac:picMkLst>
            <pc:docMk/>
            <pc:sldMk cId="2776016104" sldId="1421"/>
            <ac:picMk id="25" creationId="{B9B1A501-A567-1BA5-63F3-FC585651F451}"/>
          </ac:picMkLst>
        </pc:picChg>
        <pc:cxnChg chg="del">
          <ac:chgData name="Van Colen, Mirko" userId="453c2ae9-55dc-4d6d-a67c-e966bf3a10d7" providerId="ADAL" clId="{19999C60-F4FD-4D33-B628-F0BCFAEBD3DA}" dt="2026-08-25T08:36:06.386" v="1136" actId="478"/>
          <ac:cxnSpMkLst>
            <pc:docMk/>
            <pc:sldMk cId="2776016104" sldId="1421"/>
            <ac:cxnSpMk id="22" creationId="{5FC1366C-75EB-51A2-984B-E7A7ACDCD404}"/>
          </ac:cxnSpMkLst>
        </pc:cxnChg>
        <pc:cxnChg chg="del">
          <ac:chgData name="Van Colen, Mirko" userId="453c2ae9-55dc-4d6d-a67c-e966bf3a10d7" providerId="ADAL" clId="{19999C60-F4FD-4D33-B628-F0BCFAEBD3DA}" dt="2026-08-25T08:36:01.289" v="1130" actId="478"/>
          <ac:cxnSpMkLst>
            <pc:docMk/>
            <pc:sldMk cId="2776016104" sldId="1421"/>
            <ac:cxnSpMk id="26" creationId="{408E28C7-17FB-BABF-F9E5-FB8EAA4DC977}"/>
          </ac:cxnSpMkLst>
        </pc:cxnChg>
      </pc:sldChg>
      <pc:sldChg chg="delSp modSp add mod">
        <pc:chgData name="Van Colen, Mirko" userId="453c2ae9-55dc-4d6d-a67c-e966bf3a10d7" providerId="ADAL" clId="{19999C60-F4FD-4D33-B628-F0BCFAEBD3DA}" dt="2026-08-25T11:22:28.970" v="2586" actId="2711"/>
        <pc:sldMkLst>
          <pc:docMk/>
          <pc:sldMk cId="98710709" sldId="1422"/>
        </pc:sldMkLst>
        <pc:spChg chg="del">
          <ac:chgData name="Van Colen, Mirko" userId="453c2ae9-55dc-4d6d-a67c-e966bf3a10d7" providerId="ADAL" clId="{19999C60-F4FD-4D33-B628-F0BCFAEBD3DA}" dt="2026-08-25T09:08:53.868" v="1774" actId="478"/>
          <ac:spMkLst>
            <pc:docMk/>
            <pc:sldMk cId="98710709" sldId="1422"/>
            <ac:spMk id="3" creationId="{39A33146-3716-37FA-A323-9AFCC1E4B51C}"/>
          </ac:spMkLst>
        </pc:spChg>
        <pc:spChg chg="mod">
          <ac:chgData name="Van Colen, Mirko" userId="453c2ae9-55dc-4d6d-a67c-e966bf3a10d7" providerId="ADAL" clId="{19999C60-F4FD-4D33-B628-F0BCFAEBD3DA}" dt="2026-08-25T09:08:10.335" v="1670" actId="20577"/>
          <ac:spMkLst>
            <pc:docMk/>
            <pc:sldMk cId="98710709" sldId="1422"/>
            <ac:spMk id="5" creationId="{AEF78F91-3C99-48BB-FCAE-8FAC8F4217E4}"/>
          </ac:spMkLst>
        </pc:spChg>
        <pc:spChg chg="mod">
          <ac:chgData name="Van Colen, Mirko" userId="453c2ae9-55dc-4d6d-a67c-e966bf3a10d7" providerId="ADAL" clId="{19999C60-F4FD-4D33-B628-F0BCFAEBD3DA}" dt="2026-08-25T11:22:28.970" v="2586" actId="2711"/>
          <ac:spMkLst>
            <pc:docMk/>
            <pc:sldMk cId="98710709" sldId="1422"/>
            <ac:spMk id="7" creationId="{D81935BF-7C7D-1457-9AA0-1B8F6F3BA08B}"/>
          </ac:spMkLst>
        </pc:spChg>
      </pc:sldChg>
      <pc:sldChg chg="modSp add mod ord">
        <pc:chgData name="Van Colen, Mirko" userId="453c2ae9-55dc-4d6d-a67c-e966bf3a10d7" providerId="ADAL" clId="{19999C60-F4FD-4D33-B628-F0BCFAEBD3DA}" dt="2026-08-25T11:36:14.638" v="2675" actId="20577"/>
        <pc:sldMkLst>
          <pc:docMk/>
          <pc:sldMk cId="2231948563" sldId="1423"/>
        </pc:sldMkLst>
        <pc:spChg chg="mod">
          <ac:chgData name="Van Colen, Mirko" userId="453c2ae9-55dc-4d6d-a67c-e966bf3a10d7" providerId="ADAL" clId="{19999C60-F4FD-4D33-B628-F0BCFAEBD3DA}" dt="2026-08-25T11:36:07.777" v="2666" actId="20577"/>
          <ac:spMkLst>
            <pc:docMk/>
            <pc:sldMk cId="2231948563" sldId="1423"/>
            <ac:spMk id="6" creationId="{4A388CE0-3EC8-76C9-D473-233723544F74}"/>
          </ac:spMkLst>
        </pc:spChg>
        <pc:spChg chg="mod">
          <ac:chgData name="Van Colen, Mirko" userId="453c2ae9-55dc-4d6d-a67c-e966bf3a10d7" providerId="ADAL" clId="{19999C60-F4FD-4D33-B628-F0BCFAEBD3DA}" dt="2026-08-25T11:36:14.638" v="2675" actId="20577"/>
          <ac:spMkLst>
            <pc:docMk/>
            <pc:sldMk cId="2231948563" sldId="1423"/>
            <ac:spMk id="7" creationId="{2B3D5E83-04C6-F163-4AF1-D6B621D2C3BA}"/>
          </ac:spMkLst>
        </pc:spChg>
      </pc:sldChg>
      <pc:sldChg chg="delSp modSp add mod ord">
        <pc:chgData name="Van Colen, Mirko" userId="453c2ae9-55dc-4d6d-a67c-e966bf3a10d7" providerId="ADAL" clId="{19999C60-F4FD-4D33-B628-F0BCFAEBD3DA}" dt="2026-08-25T19:45:52.363" v="13170" actId="207"/>
        <pc:sldMkLst>
          <pc:docMk/>
          <pc:sldMk cId="3511478149" sldId="1424"/>
        </pc:sldMkLst>
        <pc:spChg chg="mod">
          <ac:chgData name="Van Colen, Mirko" userId="453c2ae9-55dc-4d6d-a67c-e966bf3a10d7" providerId="ADAL" clId="{19999C60-F4FD-4D33-B628-F0BCFAEBD3DA}" dt="2026-08-25T11:36:42.182" v="2685" actId="20577"/>
          <ac:spMkLst>
            <pc:docMk/>
            <pc:sldMk cId="3511478149" sldId="1424"/>
            <ac:spMk id="5" creationId="{9448B1FF-ED4C-8BD0-1D5F-36B9FBC128B5}"/>
          </ac:spMkLst>
        </pc:spChg>
        <pc:spChg chg="mod">
          <ac:chgData name="Van Colen, Mirko" userId="453c2ae9-55dc-4d6d-a67c-e966bf3a10d7" providerId="ADAL" clId="{19999C60-F4FD-4D33-B628-F0BCFAEBD3DA}" dt="2026-08-25T12:45:36.071" v="6648" actId="20577"/>
          <ac:spMkLst>
            <pc:docMk/>
            <pc:sldMk cId="3511478149" sldId="1424"/>
            <ac:spMk id="6" creationId="{53A951DB-919F-9230-DDC5-0114C576CB3C}"/>
          </ac:spMkLst>
        </pc:spChg>
        <pc:spChg chg="mod">
          <ac:chgData name="Van Colen, Mirko" userId="453c2ae9-55dc-4d6d-a67c-e966bf3a10d7" providerId="ADAL" clId="{19999C60-F4FD-4D33-B628-F0BCFAEBD3DA}" dt="2026-08-25T19:45:52.363" v="13170" actId="207"/>
          <ac:spMkLst>
            <pc:docMk/>
            <pc:sldMk cId="3511478149" sldId="1424"/>
            <ac:spMk id="7" creationId="{618EBD95-36E3-3031-FD2E-FA0DE989EC50}"/>
          </ac:spMkLst>
        </pc:spChg>
        <pc:picChg chg="del">
          <ac:chgData name="Van Colen, Mirko" userId="453c2ae9-55dc-4d6d-a67c-e966bf3a10d7" providerId="ADAL" clId="{19999C60-F4FD-4D33-B628-F0BCFAEBD3DA}" dt="2026-08-25T11:36:45.978" v="2686" actId="478"/>
          <ac:picMkLst>
            <pc:docMk/>
            <pc:sldMk cId="3511478149" sldId="1424"/>
            <ac:picMk id="10" creationId="{F4CC9CEE-6601-D659-3090-DDFC4333481E}"/>
          </ac:picMkLst>
        </pc:picChg>
        <pc:picChg chg="del">
          <ac:chgData name="Van Colen, Mirko" userId="453c2ae9-55dc-4d6d-a67c-e966bf3a10d7" providerId="ADAL" clId="{19999C60-F4FD-4D33-B628-F0BCFAEBD3DA}" dt="2026-08-25T11:36:46.817" v="2687" actId="478"/>
          <ac:picMkLst>
            <pc:docMk/>
            <pc:sldMk cId="3511478149" sldId="1424"/>
            <ac:picMk id="13" creationId="{616AA569-49D2-71BB-96C1-08083B09A8F6}"/>
          </ac:picMkLst>
        </pc:picChg>
        <pc:picChg chg="del">
          <ac:chgData name="Van Colen, Mirko" userId="453c2ae9-55dc-4d6d-a67c-e966bf3a10d7" providerId="ADAL" clId="{19999C60-F4FD-4D33-B628-F0BCFAEBD3DA}" dt="2026-08-25T11:36:47.439" v="2688" actId="478"/>
          <ac:picMkLst>
            <pc:docMk/>
            <pc:sldMk cId="3511478149" sldId="1424"/>
            <ac:picMk id="15" creationId="{032B67BA-593A-B0CB-9FB0-F451740989A0}"/>
          </ac:picMkLst>
        </pc:picChg>
      </pc:sldChg>
      <pc:sldChg chg="modSp add mod ord">
        <pc:chgData name="Van Colen, Mirko" userId="453c2ae9-55dc-4d6d-a67c-e966bf3a10d7" providerId="ADAL" clId="{19999C60-F4FD-4D33-B628-F0BCFAEBD3DA}" dt="2026-08-25T19:39:22.323" v="12736" actId="20577"/>
        <pc:sldMkLst>
          <pc:docMk/>
          <pc:sldMk cId="3252688674" sldId="1425"/>
        </pc:sldMkLst>
        <pc:spChg chg="mod">
          <ac:chgData name="Van Colen, Mirko" userId="453c2ae9-55dc-4d6d-a67c-e966bf3a10d7" providerId="ADAL" clId="{19999C60-F4FD-4D33-B628-F0BCFAEBD3DA}" dt="2026-08-25T12:41:17.665" v="6154" actId="20577"/>
          <ac:spMkLst>
            <pc:docMk/>
            <pc:sldMk cId="3252688674" sldId="1425"/>
            <ac:spMk id="6" creationId="{4400A833-85AD-AA06-FEFF-BDB4BC05BB7C}"/>
          </ac:spMkLst>
        </pc:spChg>
        <pc:spChg chg="mod">
          <ac:chgData name="Van Colen, Mirko" userId="453c2ae9-55dc-4d6d-a67c-e966bf3a10d7" providerId="ADAL" clId="{19999C60-F4FD-4D33-B628-F0BCFAEBD3DA}" dt="2026-08-25T19:39:22.323" v="12736" actId="20577"/>
          <ac:spMkLst>
            <pc:docMk/>
            <pc:sldMk cId="3252688674" sldId="1425"/>
            <ac:spMk id="7" creationId="{9B1309F4-0621-F939-8AF2-88D7A29DD2DA}"/>
          </ac:spMkLst>
        </pc:spChg>
      </pc:sldChg>
      <pc:sldChg chg="modSp add mod ord">
        <pc:chgData name="Van Colen, Mirko" userId="453c2ae9-55dc-4d6d-a67c-e966bf3a10d7" providerId="ADAL" clId="{19999C60-F4FD-4D33-B628-F0BCFAEBD3DA}" dt="2026-08-25T19:35:13.788" v="12603"/>
        <pc:sldMkLst>
          <pc:docMk/>
          <pc:sldMk cId="3083802199" sldId="1426"/>
        </pc:sldMkLst>
        <pc:spChg chg="mod">
          <ac:chgData name="Van Colen, Mirko" userId="453c2ae9-55dc-4d6d-a67c-e966bf3a10d7" providerId="ADAL" clId="{19999C60-F4FD-4D33-B628-F0BCFAEBD3DA}" dt="2026-08-25T12:14:58.682" v="4410" actId="20577"/>
          <ac:spMkLst>
            <pc:docMk/>
            <pc:sldMk cId="3083802199" sldId="1426"/>
            <ac:spMk id="5" creationId="{BD8E91C9-A606-6F1D-AD63-2046B2A5E3D0}"/>
          </ac:spMkLst>
        </pc:spChg>
        <pc:spChg chg="mod">
          <ac:chgData name="Van Colen, Mirko" userId="453c2ae9-55dc-4d6d-a67c-e966bf3a10d7" providerId="ADAL" clId="{19999C60-F4FD-4D33-B628-F0BCFAEBD3DA}" dt="2026-08-25T12:15:05.205" v="4418" actId="20577"/>
          <ac:spMkLst>
            <pc:docMk/>
            <pc:sldMk cId="3083802199" sldId="1426"/>
            <ac:spMk id="6" creationId="{B26C38ED-CBD6-613D-9FA4-3025278634C2}"/>
          </ac:spMkLst>
        </pc:spChg>
        <pc:spChg chg="mod">
          <ac:chgData name="Van Colen, Mirko" userId="453c2ae9-55dc-4d6d-a67c-e966bf3a10d7" providerId="ADAL" clId="{19999C60-F4FD-4D33-B628-F0BCFAEBD3DA}" dt="2026-08-25T19:35:13.788" v="12603"/>
          <ac:spMkLst>
            <pc:docMk/>
            <pc:sldMk cId="3083802199" sldId="1426"/>
            <ac:spMk id="7" creationId="{D9931DF2-2588-8620-FD21-3A6277FC427D}"/>
          </ac:spMkLst>
        </pc:spChg>
      </pc:sldChg>
      <pc:sldChg chg="modSp add mod">
        <pc:chgData name="Van Colen, Mirko" userId="453c2ae9-55dc-4d6d-a67c-e966bf3a10d7" providerId="ADAL" clId="{19999C60-F4FD-4D33-B628-F0BCFAEBD3DA}" dt="2026-08-25T19:21:25.395" v="11761" actId="20577"/>
        <pc:sldMkLst>
          <pc:docMk/>
          <pc:sldMk cId="1115127342" sldId="1427"/>
        </pc:sldMkLst>
        <pc:spChg chg="mod">
          <ac:chgData name="Van Colen, Mirko" userId="453c2ae9-55dc-4d6d-a67c-e966bf3a10d7" providerId="ADAL" clId="{19999C60-F4FD-4D33-B628-F0BCFAEBD3DA}" dt="2026-08-25T19:21:25.395" v="11761" actId="20577"/>
          <ac:spMkLst>
            <pc:docMk/>
            <pc:sldMk cId="1115127342" sldId="1427"/>
            <ac:spMk id="7" creationId="{A7EC5E4F-49BB-8091-3046-5C8A55975DF7}"/>
          </ac:spMkLst>
        </pc:spChg>
      </pc:sldChg>
      <pc:sldChg chg="modSp add mod">
        <pc:chgData name="Van Colen, Mirko" userId="453c2ae9-55dc-4d6d-a67c-e966bf3a10d7" providerId="ADAL" clId="{19999C60-F4FD-4D33-B628-F0BCFAEBD3DA}" dt="2026-08-25T19:51:59.343" v="13471" actId="20577"/>
        <pc:sldMkLst>
          <pc:docMk/>
          <pc:sldMk cId="4115427452" sldId="1428"/>
        </pc:sldMkLst>
        <pc:spChg chg="mod">
          <ac:chgData name="Van Colen, Mirko" userId="453c2ae9-55dc-4d6d-a67c-e966bf3a10d7" providerId="ADAL" clId="{19999C60-F4FD-4D33-B628-F0BCFAEBD3DA}" dt="2026-08-25T12:38:22.238" v="6037" actId="20577"/>
          <ac:spMkLst>
            <pc:docMk/>
            <pc:sldMk cId="4115427452" sldId="1428"/>
            <ac:spMk id="6" creationId="{C8BDFF84-B00B-019C-A272-4E9FE0165809}"/>
          </ac:spMkLst>
        </pc:spChg>
        <pc:spChg chg="mod">
          <ac:chgData name="Van Colen, Mirko" userId="453c2ae9-55dc-4d6d-a67c-e966bf3a10d7" providerId="ADAL" clId="{19999C60-F4FD-4D33-B628-F0BCFAEBD3DA}" dt="2026-08-25T19:51:59.343" v="13471" actId="20577"/>
          <ac:spMkLst>
            <pc:docMk/>
            <pc:sldMk cId="4115427452" sldId="1428"/>
            <ac:spMk id="7" creationId="{E2F72DC9-6330-E1D9-30E7-9D7256C58DBA}"/>
          </ac:spMkLst>
        </pc:spChg>
      </pc:sldChg>
      <pc:sldChg chg="modSp add mod">
        <pc:chgData name="Van Colen, Mirko" userId="453c2ae9-55dc-4d6d-a67c-e966bf3a10d7" providerId="ADAL" clId="{19999C60-F4FD-4D33-B628-F0BCFAEBD3DA}" dt="2026-08-25T19:49:24.635" v="13249" actId="6549"/>
        <pc:sldMkLst>
          <pc:docMk/>
          <pc:sldMk cId="3567431804" sldId="1429"/>
        </pc:sldMkLst>
        <pc:spChg chg="mod">
          <ac:chgData name="Van Colen, Mirko" userId="453c2ae9-55dc-4d6d-a67c-e966bf3a10d7" providerId="ADAL" clId="{19999C60-F4FD-4D33-B628-F0BCFAEBD3DA}" dt="2026-08-25T12:48:17.932" v="6777" actId="20577"/>
          <ac:spMkLst>
            <pc:docMk/>
            <pc:sldMk cId="3567431804" sldId="1429"/>
            <ac:spMk id="6" creationId="{A2B57AF7-BD0C-F6FD-6FB0-903F24FBA64C}"/>
          </ac:spMkLst>
        </pc:spChg>
        <pc:spChg chg="mod">
          <ac:chgData name="Van Colen, Mirko" userId="453c2ae9-55dc-4d6d-a67c-e966bf3a10d7" providerId="ADAL" clId="{19999C60-F4FD-4D33-B628-F0BCFAEBD3DA}" dt="2026-08-25T19:49:24.635" v="13249" actId="6549"/>
          <ac:spMkLst>
            <pc:docMk/>
            <pc:sldMk cId="3567431804" sldId="1429"/>
            <ac:spMk id="7" creationId="{1B3A431A-32FD-1C8F-A870-5E50E91525CE}"/>
          </ac:spMkLst>
        </pc:spChg>
      </pc:sldChg>
      <pc:sldChg chg="modSp add mod">
        <pc:chgData name="Van Colen, Mirko" userId="453c2ae9-55dc-4d6d-a67c-e966bf3a10d7" providerId="ADAL" clId="{19999C60-F4FD-4D33-B628-F0BCFAEBD3DA}" dt="2026-08-25T19:42:28.173" v="12938" actId="20577"/>
        <pc:sldMkLst>
          <pc:docMk/>
          <pc:sldMk cId="831209676" sldId="1430"/>
        </pc:sldMkLst>
        <pc:spChg chg="mod">
          <ac:chgData name="Van Colen, Mirko" userId="453c2ae9-55dc-4d6d-a67c-e966bf3a10d7" providerId="ADAL" clId="{19999C60-F4FD-4D33-B628-F0BCFAEBD3DA}" dt="2026-08-25T19:40:53.866" v="12829" actId="20577"/>
          <ac:spMkLst>
            <pc:docMk/>
            <pc:sldMk cId="831209676" sldId="1430"/>
            <ac:spMk id="6" creationId="{C966BB3E-19AA-83B4-63B9-B73750278551}"/>
          </ac:spMkLst>
        </pc:spChg>
        <pc:spChg chg="mod">
          <ac:chgData name="Van Colen, Mirko" userId="453c2ae9-55dc-4d6d-a67c-e966bf3a10d7" providerId="ADAL" clId="{19999C60-F4FD-4D33-B628-F0BCFAEBD3DA}" dt="2026-08-25T19:42:28.173" v="12938" actId="20577"/>
          <ac:spMkLst>
            <pc:docMk/>
            <pc:sldMk cId="831209676" sldId="1430"/>
            <ac:spMk id="7" creationId="{B7F7C5DD-7782-27F2-3838-846E5667945A}"/>
          </ac:spMkLst>
        </pc:spChg>
      </pc:sldChg>
      <pc:sldChg chg="addSp delSp modSp add mod">
        <pc:chgData name="Van Colen, Mirko" userId="453c2ae9-55dc-4d6d-a67c-e966bf3a10d7" providerId="ADAL" clId="{19999C60-F4FD-4D33-B628-F0BCFAEBD3DA}" dt="2026-08-25T20:05:57.382" v="13723" actId="20577"/>
        <pc:sldMkLst>
          <pc:docMk/>
          <pc:sldMk cId="625158573" sldId="1431"/>
        </pc:sldMkLst>
        <pc:spChg chg="add del mod">
          <ac:chgData name="Van Colen, Mirko" userId="453c2ae9-55dc-4d6d-a67c-e966bf3a10d7" providerId="ADAL" clId="{19999C60-F4FD-4D33-B628-F0BCFAEBD3DA}" dt="2026-08-25T13:08:54.376" v="7948"/>
          <ac:spMkLst>
            <pc:docMk/>
            <pc:sldMk cId="625158573" sldId="1431"/>
            <ac:spMk id="2" creationId="{60E1809F-0440-53F2-29DC-271DA7A012A5}"/>
          </ac:spMkLst>
        </pc:spChg>
        <pc:spChg chg="add mod">
          <ac:chgData name="Van Colen, Mirko" userId="453c2ae9-55dc-4d6d-a67c-e966bf3a10d7" providerId="ADAL" clId="{19999C60-F4FD-4D33-B628-F0BCFAEBD3DA}" dt="2026-08-25T20:04:25.463" v="13698" actId="207"/>
          <ac:spMkLst>
            <pc:docMk/>
            <pc:sldMk cId="625158573" sldId="1431"/>
            <ac:spMk id="3" creationId="{AE90B484-DCDA-BCA8-54D0-6C38114EDB40}"/>
          </ac:spMkLst>
        </pc:spChg>
        <pc:spChg chg="mod">
          <ac:chgData name="Van Colen, Mirko" userId="453c2ae9-55dc-4d6d-a67c-e966bf3a10d7" providerId="ADAL" clId="{19999C60-F4FD-4D33-B628-F0BCFAEBD3DA}" dt="2026-08-25T20:05:57.382" v="13723" actId="20577"/>
          <ac:spMkLst>
            <pc:docMk/>
            <pc:sldMk cId="625158573" sldId="1431"/>
            <ac:spMk id="6" creationId="{87CA3527-9833-E60F-A568-EA2B88FF7A34}"/>
          </ac:spMkLst>
        </pc:spChg>
        <pc:spChg chg="del mod">
          <ac:chgData name="Van Colen, Mirko" userId="453c2ae9-55dc-4d6d-a67c-e966bf3a10d7" providerId="ADAL" clId="{19999C60-F4FD-4D33-B628-F0BCFAEBD3DA}" dt="2026-08-25T13:08:30.330" v="7944" actId="478"/>
          <ac:spMkLst>
            <pc:docMk/>
            <pc:sldMk cId="625158573" sldId="1431"/>
            <ac:spMk id="7" creationId="{32359449-154B-20BB-0377-E349FCB4DAD3}"/>
          </ac:spMkLst>
        </pc:spChg>
        <pc:spChg chg="add del mod">
          <ac:chgData name="Van Colen, Mirko" userId="453c2ae9-55dc-4d6d-a67c-e966bf3a10d7" providerId="ADAL" clId="{19999C60-F4FD-4D33-B628-F0BCFAEBD3DA}" dt="2026-08-25T13:19:38.653" v="8471" actId="478"/>
          <ac:spMkLst>
            <pc:docMk/>
            <pc:sldMk cId="625158573" sldId="1431"/>
            <ac:spMk id="9" creationId="{9D7D1F63-6946-7B11-120A-F03AD59DD1D9}"/>
          </ac:spMkLst>
        </pc:spChg>
        <pc:spChg chg="add mod">
          <ac:chgData name="Van Colen, Mirko" userId="453c2ae9-55dc-4d6d-a67c-e966bf3a10d7" providerId="ADAL" clId="{19999C60-F4FD-4D33-B628-F0BCFAEBD3DA}" dt="2026-08-25T20:05:51.363" v="13722" actId="20577"/>
          <ac:spMkLst>
            <pc:docMk/>
            <pc:sldMk cId="625158573" sldId="1431"/>
            <ac:spMk id="11" creationId="{ECA0EDEE-D7A5-4EF2-DE4D-39272070733C}"/>
          </ac:spMkLst>
        </pc:spChg>
        <pc:spChg chg="add del mod">
          <ac:chgData name="Van Colen, Mirko" userId="453c2ae9-55dc-4d6d-a67c-e966bf3a10d7" providerId="ADAL" clId="{19999C60-F4FD-4D33-B628-F0BCFAEBD3DA}" dt="2026-08-25T13:19:34.313" v="8470" actId="478"/>
          <ac:spMkLst>
            <pc:docMk/>
            <pc:sldMk cId="625158573" sldId="1431"/>
            <ac:spMk id="13" creationId="{C8D3DB1F-1376-2A84-253F-D29F9FAD904A}"/>
          </ac:spMkLst>
        </pc:spChg>
        <pc:spChg chg="add mod">
          <ac:chgData name="Van Colen, Mirko" userId="453c2ae9-55dc-4d6d-a67c-e966bf3a10d7" providerId="ADAL" clId="{19999C60-F4FD-4D33-B628-F0BCFAEBD3DA}" dt="2026-08-25T13:16:03.885" v="8405" actId="571"/>
          <ac:spMkLst>
            <pc:docMk/>
            <pc:sldMk cId="625158573" sldId="1431"/>
            <ac:spMk id="14" creationId="{1D15864C-E6AA-6915-51A0-BE20F49A2350}"/>
          </ac:spMkLst>
        </pc:spChg>
        <pc:spChg chg="add mod">
          <ac:chgData name="Van Colen, Mirko" userId="453c2ae9-55dc-4d6d-a67c-e966bf3a10d7" providerId="ADAL" clId="{19999C60-F4FD-4D33-B628-F0BCFAEBD3DA}" dt="2026-08-25T13:16:03.885" v="8405" actId="571"/>
          <ac:spMkLst>
            <pc:docMk/>
            <pc:sldMk cId="625158573" sldId="1431"/>
            <ac:spMk id="15" creationId="{B4F50E9F-9CE6-15D0-EF2C-8F431619F322}"/>
          </ac:spMkLst>
        </pc:spChg>
        <pc:spChg chg="add mod">
          <ac:chgData name="Van Colen, Mirko" userId="453c2ae9-55dc-4d6d-a67c-e966bf3a10d7" providerId="ADAL" clId="{19999C60-F4FD-4D33-B628-F0BCFAEBD3DA}" dt="2026-08-25T13:16:03.885" v="8405" actId="571"/>
          <ac:spMkLst>
            <pc:docMk/>
            <pc:sldMk cId="625158573" sldId="1431"/>
            <ac:spMk id="16" creationId="{4E05C2DA-8C2B-7A17-5482-DA3A5E77FF11}"/>
          </ac:spMkLst>
        </pc:spChg>
        <pc:spChg chg="add mod">
          <ac:chgData name="Van Colen, Mirko" userId="453c2ae9-55dc-4d6d-a67c-e966bf3a10d7" providerId="ADAL" clId="{19999C60-F4FD-4D33-B628-F0BCFAEBD3DA}" dt="2026-08-25T20:04:40.263" v="13703" actId="20577"/>
          <ac:spMkLst>
            <pc:docMk/>
            <pc:sldMk cId="625158573" sldId="1431"/>
            <ac:spMk id="18" creationId="{BDAD918A-DAAF-BF0A-CD28-6951AF9C8000}"/>
          </ac:spMkLst>
        </pc:spChg>
        <pc:spChg chg="add mod">
          <ac:chgData name="Van Colen, Mirko" userId="453c2ae9-55dc-4d6d-a67c-e966bf3a10d7" providerId="ADAL" clId="{19999C60-F4FD-4D33-B628-F0BCFAEBD3DA}" dt="2026-08-25T20:05:40.063" v="13720" actId="20577"/>
          <ac:spMkLst>
            <pc:docMk/>
            <pc:sldMk cId="625158573" sldId="1431"/>
            <ac:spMk id="20" creationId="{B864517C-44EA-2408-E91E-45CD34A65418}"/>
          </ac:spMkLst>
        </pc:spChg>
      </pc:sldChg>
      <pc:sldChg chg="addSp delSp modSp add del mod">
        <pc:chgData name="Van Colen, Mirko" userId="453c2ae9-55dc-4d6d-a67c-e966bf3a10d7" providerId="ADAL" clId="{19999C60-F4FD-4D33-B628-F0BCFAEBD3DA}" dt="2026-08-25T20:08:41.015" v="13724" actId="2696"/>
        <pc:sldMkLst>
          <pc:docMk/>
          <pc:sldMk cId="3180096664" sldId="1432"/>
        </pc:sldMkLst>
        <pc:spChg chg="add mod">
          <ac:chgData name="Van Colen, Mirko" userId="453c2ae9-55dc-4d6d-a67c-e966bf3a10d7" providerId="ADAL" clId="{19999C60-F4FD-4D33-B628-F0BCFAEBD3DA}" dt="2026-08-25T14:02:19.703" v="10809" actId="207"/>
          <ac:spMkLst>
            <pc:docMk/>
            <pc:sldMk cId="3180096664" sldId="1432"/>
            <ac:spMk id="2" creationId="{D33252FF-F691-C548-BBF9-6CFF9A89650C}"/>
          </ac:spMkLst>
        </pc:spChg>
        <pc:spChg chg="del">
          <ac:chgData name="Van Colen, Mirko" userId="453c2ae9-55dc-4d6d-a67c-e966bf3a10d7" providerId="ADAL" clId="{19999C60-F4FD-4D33-B628-F0BCFAEBD3DA}" dt="2026-08-25T13:38:50.265" v="9137" actId="478"/>
          <ac:spMkLst>
            <pc:docMk/>
            <pc:sldMk cId="3180096664" sldId="1432"/>
            <ac:spMk id="3" creationId="{7CA4228E-78C3-5C5C-A0AE-DCBF94ABF416}"/>
          </ac:spMkLst>
        </pc:spChg>
        <pc:spChg chg="mod">
          <ac:chgData name="Van Colen, Mirko" userId="453c2ae9-55dc-4d6d-a67c-e966bf3a10d7" providerId="ADAL" clId="{19999C60-F4FD-4D33-B628-F0BCFAEBD3DA}" dt="2026-08-25T14:08:28.630" v="10974" actId="20577"/>
          <ac:spMkLst>
            <pc:docMk/>
            <pc:sldMk cId="3180096664" sldId="1432"/>
            <ac:spMk id="6" creationId="{B975361A-16C2-AEEA-3E49-88772181B3F5}"/>
          </ac:spMkLst>
        </pc:spChg>
        <pc:spChg chg="add mod">
          <ac:chgData name="Van Colen, Mirko" userId="453c2ae9-55dc-4d6d-a67c-e966bf3a10d7" providerId="ADAL" clId="{19999C60-F4FD-4D33-B628-F0BCFAEBD3DA}" dt="2026-08-25T14:06:05.860" v="10939" actId="20577"/>
          <ac:spMkLst>
            <pc:docMk/>
            <pc:sldMk cId="3180096664" sldId="1432"/>
            <ac:spMk id="7" creationId="{64314DF4-F293-6C8F-C81F-B332F79B1CC0}"/>
          </ac:spMkLst>
        </pc:spChg>
        <pc:spChg chg="mod">
          <ac:chgData name="Van Colen, Mirko" userId="453c2ae9-55dc-4d6d-a67c-e966bf3a10d7" providerId="ADAL" clId="{19999C60-F4FD-4D33-B628-F0BCFAEBD3DA}" dt="2026-08-25T13:53:34.279" v="10103" actId="207"/>
          <ac:spMkLst>
            <pc:docMk/>
            <pc:sldMk cId="3180096664" sldId="1432"/>
            <ac:spMk id="11" creationId="{0265F113-A8F5-1AF7-4BB9-4850CA6652A0}"/>
          </ac:spMkLst>
        </pc:spChg>
        <pc:spChg chg="del">
          <ac:chgData name="Van Colen, Mirko" userId="453c2ae9-55dc-4d6d-a67c-e966bf3a10d7" providerId="ADAL" clId="{19999C60-F4FD-4D33-B628-F0BCFAEBD3DA}" dt="2026-08-25T13:38:52.065" v="9138" actId="478"/>
          <ac:spMkLst>
            <pc:docMk/>
            <pc:sldMk cId="3180096664" sldId="1432"/>
            <ac:spMk id="18" creationId="{D028471C-FA63-01A0-4046-832F18F832CD}"/>
          </ac:spMkLst>
        </pc:spChg>
        <pc:spChg chg="del">
          <ac:chgData name="Van Colen, Mirko" userId="453c2ae9-55dc-4d6d-a67c-e966bf3a10d7" providerId="ADAL" clId="{19999C60-F4FD-4D33-B628-F0BCFAEBD3DA}" dt="2026-08-25T13:38:53.665" v="9139" actId="478"/>
          <ac:spMkLst>
            <pc:docMk/>
            <pc:sldMk cId="3180096664" sldId="1432"/>
            <ac:spMk id="20" creationId="{D903BF4A-E5DE-DC79-F294-1669B6D14FF6}"/>
          </ac:spMkLst>
        </pc:spChg>
      </pc:sldChg>
      <pc:sldChg chg="modSp add mod">
        <pc:chgData name="Van Colen, Mirko" userId="453c2ae9-55dc-4d6d-a67c-e966bf3a10d7" providerId="ADAL" clId="{19999C60-F4FD-4D33-B628-F0BCFAEBD3DA}" dt="2026-08-25T19:35:04.082" v="12601" actId="207"/>
        <pc:sldMkLst>
          <pc:docMk/>
          <pc:sldMk cId="3711090420" sldId="1433"/>
        </pc:sldMkLst>
        <pc:spChg chg="mod">
          <ac:chgData name="Van Colen, Mirko" userId="453c2ae9-55dc-4d6d-a67c-e966bf3a10d7" providerId="ADAL" clId="{19999C60-F4FD-4D33-B628-F0BCFAEBD3DA}" dt="2026-08-25T19:24:12.263" v="11855" actId="20577"/>
          <ac:spMkLst>
            <pc:docMk/>
            <pc:sldMk cId="3711090420" sldId="1433"/>
            <ac:spMk id="6" creationId="{5C74C03E-7610-6A64-5DCC-7520430B569E}"/>
          </ac:spMkLst>
        </pc:spChg>
        <pc:spChg chg="mod">
          <ac:chgData name="Van Colen, Mirko" userId="453c2ae9-55dc-4d6d-a67c-e966bf3a10d7" providerId="ADAL" clId="{19999C60-F4FD-4D33-B628-F0BCFAEBD3DA}" dt="2026-08-25T19:35:04.082" v="12601" actId="207"/>
          <ac:spMkLst>
            <pc:docMk/>
            <pc:sldMk cId="3711090420" sldId="1433"/>
            <ac:spMk id="7" creationId="{AA484118-7188-5851-3393-8B873AF6547C}"/>
          </ac:spMkLst>
        </pc:spChg>
      </pc:sldChg>
      <pc:sldChg chg="addSp delSp modSp new mod ord modClrScheme chgLayout">
        <pc:chgData name="Van Colen, Mirko" userId="453c2ae9-55dc-4d6d-a67c-e966bf3a10d7" providerId="ADAL" clId="{19999C60-F4FD-4D33-B628-F0BCFAEBD3DA}" dt="2026-08-25T19:18:38.712" v="11680"/>
        <pc:sldMkLst>
          <pc:docMk/>
          <pc:sldMk cId="878351209" sldId="1434"/>
        </pc:sldMkLst>
        <pc:spChg chg="del mod ord">
          <ac:chgData name="Van Colen, Mirko" userId="453c2ae9-55dc-4d6d-a67c-e966bf3a10d7" providerId="ADAL" clId="{19999C60-F4FD-4D33-B628-F0BCFAEBD3DA}" dt="2026-08-25T19:08:49.203" v="11349" actId="700"/>
          <ac:spMkLst>
            <pc:docMk/>
            <pc:sldMk cId="878351209" sldId="1434"/>
            <ac:spMk id="2" creationId="{52AF38A9-8F33-60F4-9A55-B0A049FEBEA3}"/>
          </ac:spMkLst>
        </pc:spChg>
        <pc:spChg chg="del mod ord">
          <ac:chgData name="Van Colen, Mirko" userId="453c2ae9-55dc-4d6d-a67c-e966bf3a10d7" providerId="ADAL" clId="{19999C60-F4FD-4D33-B628-F0BCFAEBD3DA}" dt="2026-08-25T19:08:49.203" v="11349" actId="700"/>
          <ac:spMkLst>
            <pc:docMk/>
            <pc:sldMk cId="878351209" sldId="1434"/>
            <ac:spMk id="3" creationId="{59548A64-0CED-6DF1-E662-B6A935B11D61}"/>
          </ac:spMkLst>
        </pc:spChg>
        <pc:spChg chg="mod ord">
          <ac:chgData name="Van Colen, Mirko" userId="453c2ae9-55dc-4d6d-a67c-e966bf3a10d7" providerId="ADAL" clId="{19999C60-F4FD-4D33-B628-F0BCFAEBD3DA}" dt="2026-08-25T19:08:49.203" v="11349" actId="700"/>
          <ac:spMkLst>
            <pc:docMk/>
            <pc:sldMk cId="878351209" sldId="1434"/>
            <ac:spMk id="4" creationId="{0726A265-F412-2E9C-9682-5AC46BDC547A}"/>
          </ac:spMkLst>
        </pc:spChg>
        <pc:spChg chg="add mod ord">
          <ac:chgData name="Van Colen, Mirko" userId="453c2ae9-55dc-4d6d-a67c-e966bf3a10d7" providerId="ADAL" clId="{19999C60-F4FD-4D33-B628-F0BCFAEBD3DA}" dt="2026-08-25T19:10:35.043" v="11374" actId="6549"/>
          <ac:spMkLst>
            <pc:docMk/>
            <pc:sldMk cId="878351209" sldId="1434"/>
            <ac:spMk id="5" creationId="{CD29BC08-804C-36C2-842B-760D67C1D40A}"/>
          </ac:spMkLst>
        </pc:spChg>
        <pc:spChg chg="add mod ord">
          <ac:chgData name="Van Colen, Mirko" userId="453c2ae9-55dc-4d6d-a67c-e966bf3a10d7" providerId="ADAL" clId="{19999C60-F4FD-4D33-B628-F0BCFAEBD3DA}" dt="2026-08-25T19:10:50.503" v="11383" actId="20577"/>
          <ac:spMkLst>
            <pc:docMk/>
            <pc:sldMk cId="878351209" sldId="1434"/>
            <ac:spMk id="6" creationId="{64AD4485-048E-C5B0-5CAC-EC82BFD109D7}"/>
          </ac:spMkLst>
        </pc:spChg>
        <pc:picChg chg="add mod">
          <ac:chgData name="Van Colen, Mirko" userId="453c2ae9-55dc-4d6d-a67c-e966bf3a10d7" providerId="ADAL" clId="{19999C60-F4FD-4D33-B628-F0BCFAEBD3DA}" dt="2026-08-25T19:10:30.053" v="11373" actId="1076"/>
          <ac:picMkLst>
            <pc:docMk/>
            <pc:sldMk cId="878351209" sldId="1434"/>
            <ac:picMk id="8" creationId="{A685E5C3-3001-1F10-FC41-2F8DC683A250}"/>
          </ac:picMkLst>
        </pc:picChg>
      </pc:sldChg>
      <pc:sldChg chg="add">
        <pc:chgData name="Van Colen, Mirko" userId="453c2ae9-55dc-4d6d-a67c-e966bf3a10d7" providerId="ADAL" clId="{19999C60-F4FD-4D33-B628-F0BCFAEBD3DA}" dt="2026-08-25T19:35:08.775" v="12602" actId="2890"/>
        <pc:sldMkLst>
          <pc:docMk/>
          <pc:sldMk cId="1294271381" sldId="1435"/>
        </pc:sldMkLst>
      </pc:sldChg>
      <pc:sldChg chg="delSp modSp add mod">
        <pc:chgData name="Van Colen, Mirko" userId="453c2ae9-55dc-4d6d-a67c-e966bf3a10d7" providerId="ADAL" clId="{19999C60-F4FD-4D33-B628-F0BCFAEBD3DA}" dt="2026-08-25T20:11:24.151" v="13927" actId="20577"/>
        <pc:sldMkLst>
          <pc:docMk/>
          <pc:sldMk cId="3330708730" sldId="1436"/>
        </pc:sldMkLst>
        <pc:spChg chg="mod">
          <ac:chgData name="Van Colen, Mirko" userId="453c2ae9-55dc-4d6d-a67c-e966bf3a10d7" providerId="ADAL" clId="{19999C60-F4FD-4D33-B628-F0BCFAEBD3DA}" dt="2026-08-25T20:11:24.151" v="13927" actId="20577"/>
          <ac:spMkLst>
            <pc:docMk/>
            <pc:sldMk cId="3330708730" sldId="1436"/>
            <ac:spMk id="3" creationId="{E54EFDF2-F351-69F0-3196-D32BD347BA00}"/>
          </ac:spMkLst>
        </pc:spChg>
        <pc:spChg chg="mod">
          <ac:chgData name="Van Colen, Mirko" userId="453c2ae9-55dc-4d6d-a67c-e966bf3a10d7" providerId="ADAL" clId="{19999C60-F4FD-4D33-B628-F0BCFAEBD3DA}" dt="2026-08-25T20:09:13.272" v="13754" actId="20577"/>
          <ac:spMkLst>
            <pc:docMk/>
            <pc:sldMk cId="3330708730" sldId="1436"/>
            <ac:spMk id="6" creationId="{08B5E998-D133-4FE7-599A-E80F025DC007}"/>
          </ac:spMkLst>
        </pc:spChg>
        <pc:spChg chg="del mod">
          <ac:chgData name="Van Colen, Mirko" userId="453c2ae9-55dc-4d6d-a67c-e966bf3a10d7" providerId="ADAL" clId="{19999C60-F4FD-4D33-B628-F0BCFAEBD3DA}" dt="2026-08-25T20:10:33.655" v="13801" actId="478"/>
          <ac:spMkLst>
            <pc:docMk/>
            <pc:sldMk cId="3330708730" sldId="1436"/>
            <ac:spMk id="11" creationId="{FCB3CB0D-C909-6DEE-CC3E-6C0F2806E7CA}"/>
          </ac:spMkLst>
        </pc:spChg>
        <pc:spChg chg="del">
          <ac:chgData name="Van Colen, Mirko" userId="453c2ae9-55dc-4d6d-a67c-e966bf3a10d7" providerId="ADAL" clId="{19999C60-F4FD-4D33-B628-F0BCFAEBD3DA}" dt="2026-08-25T20:10:21.845" v="13795" actId="478"/>
          <ac:spMkLst>
            <pc:docMk/>
            <pc:sldMk cId="3330708730" sldId="1436"/>
            <ac:spMk id="18" creationId="{CEF58801-FA21-AB3F-B17D-571AE6CC0D1E}"/>
          </ac:spMkLst>
        </pc:spChg>
        <pc:spChg chg="del mod">
          <ac:chgData name="Van Colen, Mirko" userId="453c2ae9-55dc-4d6d-a67c-e966bf3a10d7" providerId="ADAL" clId="{19999C60-F4FD-4D33-B628-F0BCFAEBD3DA}" dt="2026-08-25T20:10:23.633" v="13796" actId="478"/>
          <ac:spMkLst>
            <pc:docMk/>
            <pc:sldMk cId="3330708730" sldId="1436"/>
            <ac:spMk id="20" creationId="{733B427B-8004-5737-DA8F-90EB3215965B}"/>
          </ac:spMkLst>
        </pc:spChg>
      </pc:sldChg>
      <pc:sldChg chg="addSp delSp modSp new mod ord modClrScheme chgLayout">
        <pc:chgData name="Van Colen, Mirko" userId="453c2ae9-55dc-4d6d-a67c-e966bf3a10d7" providerId="ADAL" clId="{19999C60-F4FD-4D33-B628-F0BCFAEBD3DA}" dt="2026-08-26T06:31:54.563" v="14472" actId="20577"/>
        <pc:sldMkLst>
          <pc:docMk/>
          <pc:sldMk cId="894195344" sldId="1437"/>
        </pc:sldMkLst>
        <pc:spChg chg="del">
          <ac:chgData name="Van Colen, Mirko" userId="453c2ae9-55dc-4d6d-a67c-e966bf3a10d7" providerId="ADAL" clId="{19999C60-F4FD-4D33-B628-F0BCFAEBD3DA}" dt="2026-08-25T20:17:16.629" v="14005" actId="700"/>
          <ac:spMkLst>
            <pc:docMk/>
            <pc:sldMk cId="894195344" sldId="1437"/>
            <ac:spMk id="2" creationId="{D821D529-FAEE-CF8E-DEA3-28955478EB25}"/>
          </ac:spMkLst>
        </pc:spChg>
        <pc:spChg chg="del">
          <ac:chgData name="Van Colen, Mirko" userId="453c2ae9-55dc-4d6d-a67c-e966bf3a10d7" providerId="ADAL" clId="{19999C60-F4FD-4D33-B628-F0BCFAEBD3DA}" dt="2026-08-25T20:17:16.629" v="14005" actId="700"/>
          <ac:spMkLst>
            <pc:docMk/>
            <pc:sldMk cId="894195344" sldId="1437"/>
            <ac:spMk id="3" creationId="{925FC4A6-FA55-D18E-F974-ADB69BB05297}"/>
          </ac:spMkLst>
        </pc:spChg>
        <pc:spChg chg="del mod ord">
          <ac:chgData name="Van Colen, Mirko" userId="453c2ae9-55dc-4d6d-a67c-e966bf3a10d7" providerId="ADAL" clId="{19999C60-F4FD-4D33-B628-F0BCFAEBD3DA}" dt="2026-08-25T20:17:16.629" v="14005" actId="700"/>
          <ac:spMkLst>
            <pc:docMk/>
            <pc:sldMk cId="894195344" sldId="1437"/>
            <ac:spMk id="4" creationId="{982DA0F8-6143-5FCC-D8E3-2EBE184B9FDD}"/>
          </ac:spMkLst>
        </pc:spChg>
        <pc:spChg chg="mod ord">
          <ac:chgData name="Van Colen, Mirko" userId="453c2ae9-55dc-4d6d-a67c-e966bf3a10d7" providerId="ADAL" clId="{19999C60-F4FD-4D33-B628-F0BCFAEBD3DA}" dt="2026-08-25T20:17:26.822" v="14006" actId="700"/>
          <ac:spMkLst>
            <pc:docMk/>
            <pc:sldMk cId="894195344" sldId="1437"/>
            <ac:spMk id="5" creationId="{5B5579EA-9FBE-DBFE-BEC4-F60CE365A0D0}"/>
          </ac:spMkLst>
        </pc:spChg>
        <pc:spChg chg="add del mod ord">
          <ac:chgData name="Van Colen, Mirko" userId="453c2ae9-55dc-4d6d-a67c-e966bf3a10d7" providerId="ADAL" clId="{19999C60-F4FD-4D33-B628-F0BCFAEBD3DA}" dt="2026-08-25T20:17:26.822" v="14006" actId="700"/>
          <ac:spMkLst>
            <pc:docMk/>
            <pc:sldMk cId="894195344" sldId="1437"/>
            <ac:spMk id="6" creationId="{C3D4D4A0-7C6E-403E-A0A3-996508712960}"/>
          </ac:spMkLst>
        </pc:spChg>
        <pc:spChg chg="add mod ord">
          <ac:chgData name="Van Colen, Mirko" userId="453c2ae9-55dc-4d6d-a67c-e966bf3a10d7" providerId="ADAL" clId="{19999C60-F4FD-4D33-B628-F0BCFAEBD3DA}" dt="2026-08-25T20:17:30.796" v="14014" actId="20577"/>
          <ac:spMkLst>
            <pc:docMk/>
            <pc:sldMk cId="894195344" sldId="1437"/>
            <ac:spMk id="7" creationId="{603C54FF-6F1B-0A95-CAD4-50ED79165F79}"/>
          </ac:spMkLst>
        </pc:spChg>
        <pc:spChg chg="add mod ord">
          <ac:chgData name="Van Colen, Mirko" userId="453c2ae9-55dc-4d6d-a67c-e966bf3a10d7" providerId="ADAL" clId="{19999C60-F4FD-4D33-B628-F0BCFAEBD3DA}" dt="2026-08-25T20:17:26.822" v="14006" actId="700"/>
          <ac:spMkLst>
            <pc:docMk/>
            <pc:sldMk cId="894195344" sldId="1437"/>
            <ac:spMk id="8" creationId="{8078051B-E210-9946-3524-F7763C1A9841}"/>
          </ac:spMkLst>
        </pc:spChg>
        <pc:spChg chg="add mod ord">
          <ac:chgData name="Van Colen, Mirko" userId="453c2ae9-55dc-4d6d-a67c-e966bf3a10d7" providerId="ADAL" clId="{19999C60-F4FD-4D33-B628-F0BCFAEBD3DA}" dt="2026-08-26T06:31:54.563" v="14472" actId="20577"/>
          <ac:spMkLst>
            <pc:docMk/>
            <pc:sldMk cId="894195344" sldId="1437"/>
            <ac:spMk id="9" creationId="{3324EBBA-52B5-1F52-9734-381AAAD6F896}"/>
          </ac:spMkLst>
        </pc:spChg>
      </pc:sldChg>
      <pc:sldChg chg="modSp add del mod">
        <pc:chgData name="Van Colen, Mirko" userId="453c2ae9-55dc-4d6d-a67c-e966bf3a10d7" providerId="ADAL" clId="{19999C60-F4FD-4D33-B628-F0BCFAEBD3DA}" dt="2026-08-25T20:16:38.303" v="14003" actId="2696"/>
        <pc:sldMkLst>
          <pc:docMk/>
          <pc:sldMk cId="1323465722" sldId="1437"/>
        </pc:sldMkLst>
        <pc:spChg chg="mod">
          <ac:chgData name="Van Colen, Mirko" userId="453c2ae9-55dc-4d6d-a67c-e966bf3a10d7" providerId="ADAL" clId="{19999C60-F4FD-4D33-B628-F0BCFAEBD3DA}" dt="2026-08-25T20:15:56.889" v="14002" actId="20577"/>
          <ac:spMkLst>
            <pc:docMk/>
            <pc:sldMk cId="1323465722" sldId="1437"/>
            <ac:spMk id="7" creationId="{221FEFBA-41D0-7905-2D41-84DB7E8C6A23}"/>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jpeg"/></Relationships>
</file>

<file path=ppt/diagrams/_rels/data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 Id="rId4" Type="http://schemas.openxmlformats.org/officeDocument/2006/relationships/image" Target="../media/image25.png"/></Relationships>
</file>

<file path=ppt/diagrams/_rels/data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diagrams/_rels/drawing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 Id="rId4" Type="http://schemas.openxmlformats.org/officeDocument/2006/relationships/image" Target="../media/image25.png"/></Relationships>
</file>

<file path=ppt/diagrams/_rels/drawing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8CFD16-7ED3-41C1-8447-8BEFF36C8C2D}" type="doc">
      <dgm:prSet loTypeId="urn:microsoft.com/office/officeart/2005/8/layout/vList3" loCatId="list" qsTypeId="urn:microsoft.com/office/officeart/2005/8/quickstyle/simple1#1" qsCatId="simple" csTypeId="urn:microsoft.com/office/officeart/2005/8/colors/accent1_2#1" csCatId="accent1" phldr="1"/>
      <dgm:spPr/>
      <dgm:t>
        <a:bodyPr/>
        <a:lstStyle/>
        <a:p>
          <a:endParaRPr lang="fr-BE"/>
        </a:p>
      </dgm:t>
    </dgm:pt>
    <dgm:pt modelId="{27E4F011-D3FC-4277-A0E3-92AE9F3A685B}">
      <dgm:prSet/>
      <dgm:spPr/>
      <dgm:t>
        <a:bodyPr/>
        <a:lstStyle/>
        <a:p>
          <a:r>
            <a:rPr lang="en-US" dirty="0"/>
            <a:t>Enterprise </a:t>
          </a:r>
          <a:r>
            <a:rPr lang="en-US" b="1" dirty="0"/>
            <a:t>framework</a:t>
          </a:r>
          <a:r>
            <a:rPr lang="en-US" dirty="0"/>
            <a:t> </a:t>
          </a:r>
          <a:br>
            <a:rPr lang="en-US" dirty="0"/>
          </a:br>
          <a:r>
            <a:rPr lang="en-US" dirty="0"/>
            <a:t>for automating across IT operations</a:t>
          </a:r>
          <a:endParaRPr lang="fr-BE" dirty="0"/>
        </a:p>
      </dgm:t>
    </dgm:pt>
    <dgm:pt modelId="{8EBDE76C-77CF-42C5-B588-F5499759DE88}" type="parTrans" cxnId="{F32F0DD7-26B8-4150-B55B-720D51F725E3}">
      <dgm:prSet/>
      <dgm:spPr/>
      <dgm:t>
        <a:bodyPr/>
        <a:lstStyle/>
        <a:p>
          <a:endParaRPr lang="fr-BE"/>
        </a:p>
      </dgm:t>
    </dgm:pt>
    <dgm:pt modelId="{3CBEDCA9-8483-4EB4-9F58-3D5B0251D3DA}" type="sibTrans" cxnId="{F32F0DD7-26B8-4150-B55B-720D51F725E3}">
      <dgm:prSet/>
      <dgm:spPr/>
      <dgm:t>
        <a:bodyPr/>
        <a:lstStyle/>
        <a:p>
          <a:endParaRPr lang="fr-BE"/>
        </a:p>
      </dgm:t>
    </dgm:pt>
    <dgm:pt modelId="{B89B2D98-D568-408A-ADFA-1D09E2028FAC}">
      <dgm:prSet/>
      <dgm:spPr/>
      <dgm:t>
        <a:bodyPr/>
        <a:lstStyle/>
        <a:p>
          <a:r>
            <a:rPr lang="en-US" dirty="0"/>
            <a:t>runs Ansible Playbooks</a:t>
          </a:r>
          <a:br>
            <a:rPr lang="en-US" dirty="0"/>
          </a:br>
          <a:r>
            <a:rPr lang="en-US" dirty="0"/>
            <a:t>the automation </a:t>
          </a:r>
          <a:r>
            <a:rPr lang="en-US" b="1" dirty="0"/>
            <a:t>language </a:t>
          </a:r>
          <a:r>
            <a:rPr lang="en-US" dirty="0"/>
            <a:t>to describe an IT application infrastructure</a:t>
          </a:r>
          <a:endParaRPr lang="fr-BE" dirty="0"/>
        </a:p>
      </dgm:t>
    </dgm:pt>
    <dgm:pt modelId="{234B1A5C-B26E-4D98-A87B-FD5037F3C74D}" type="parTrans" cxnId="{86C838DE-14CA-4A48-81A1-AC10436C4602}">
      <dgm:prSet/>
      <dgm:spPr/>
      <dgm:t>
        <a:bodyPr/>
        <a:lstStyle/>
        <a:p>
          <a:endParaRPr lang="fr-BE"/>
        </a:p>
      </dgm:t>
    </dgm:pt>
    <dgm:pt modelId="{020F9BF5-D1CF-475F-9308-CC5946AAC17D}" type="sibTrans" cxnId="{86C838DE-14CA-4A48-81A1-AC10436C4602}">
      <dgm:prSet/>
      <dgm:spPr/>
      <dgm:t>
        <a:bodyPr/>
        <a:lstStyle/>
        <a:p>
          <a:endParaRPr lang="fr-BE"/>
        </a:p>
      </dgm:t>
    </dgm:pt>
    <dgm:pt modelId="{FBE50976-358F-4820-BDF7-D88BF47472C8}">
      <dgm:prSet/>
      <dgm:spPr/>
      <dgm:t>
        <a:bodyPr/>
        <a:lstStyle/>
        <a:p>
          <a:r>
            <a:rPr lang="en-US" dirty="0"/>
            <a:t>Ansible core = </a:t>
          </a:r>
          <a:r>
            <a:rPr lang="en-US" b="1" dirty="0"/>
            <a:t>Command line interface</a:t>
          </a:r>
        </a:p>
        <a:p>
          <a:r>
            <a:rPr lang="en-US" dirty="0"/>
            <a:t>AWX - Tower – AAP = GUI wrapper</a:t>
          </a:r>
          <a:endParaRPr lang="fr-BE" dirty="0"/>
        </a:p>
      </dgm:t>
    </dgm:pt>
    <dgm:pt modelId="{0EE71152-0A13-4102-826C-BE9A384FE4C0}" type="parTrans" cxnId="{E41C2CA0-663C-4528-8FD3-386555098223}">
      <dgm:prSet/>
      <dgm:spPr/>
      <dgm:t>
        <a:bodyPr/>
        <a:lstStyle/>
        <a:p>
          <a:endParaRPr lang="fr-BE"/>
        </a:p>
      </dgm:t>
    </dgm:pt>
    <dgm:pt modelId="{0A808D63-899A-4DCE-B30E-3D3CFDCE0604}" type="sibTrans" cxnId="{E41C2CA0-663C-4528-8FD3-386555098223}">
      <dgm:prSet/>
      <dgm:spPr/>
      <dgm:t>
        <a:bodyPr/>
        <a:lstStyle/>
        <a:p>
          <a:endParaRPr lang="fr-BE"/>
        </a:p>
      </dgm:t>
    </dgm:pt>
    <dgm:pt modelId="{E577C876-9FD3-415A-9E3A-181B74BF0FFF}" type="pres">
      <dgm:prSet presAssocID="{678CFD16-7ED3-41C1-8447-8BEFF36C8C2D}" presName="linearFlow" presStyleCnt="0">
        <dgm:presLayoutVars>
          <dgm:dir/>
          <dgm:resizeHandles val="exact"/>
        </dgm:presLayoutVars>
      </dgm:prSet>
      <dgm:spPr/>
    </dgm:pt>
    <dgm:pt modelId="{B1066C45-3527-4239-91C0-74AFFAE7E3DB}" type="pres">
      <dgm:prSet presAssocID="{27E4F011-D3FC-4277-A0E3-92AE9F3A685B}" presName="composite" presStyleCnt="0"/>
      <dgm:spPr/>
    </dgm:pt>
    <dgm:pt modelId="{6746EBE5-A4A6-4C18-92AB-3E3A82681B34}" type="pres">
      <dgm:prSet presAssocID="{27E4F011-D3FC-4277-A0E3-92AE9F3A685B}" presName="imgShp" presStyleLbl="fgImgPlace1" presStyleIdx="0" presStyleCnt="3"/>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l="-39000" r="-39000"/>
          </a:stretch>
        </a:blipFill>
      </dgm:spPr>
    </dgm:pt>
    <dgm:pt modelId="{29E4388A-D364-428F-8E47-926680E96727}" type="pres">
      <dgm:prSet presAssocID="{27E4F011-D3FC-4277-A0E3-92AE9F3A685B}" presName="txShp" presStyleLbl="node1" presStyleIdx="0" presStyleCnt="3">
        <dgm:presLayoutVars>
          <dgm:bulletEnabled val="1"/>
        </dgm:presLayoutVars>
      </dgm:prSet>
      <dgm:spPr/>
    </dgm:pt>
    <dgm:pt modelId="{16FFEC36-FCE0-4780-ADA2-4456324042D8}" type="pres">
      <dgm:prSet presAssocID="{3CBEDCA9-8483-4EB4-9F58-3D5B0251D3DA}" presName="spacing" presStyleCnt="0"/>
      <dgm:spPr/>
    </dgm:pt>
    <dgm:pt modelId="{5028D6E3-3C68-47D2-B6C3-463A07210481}" type="pres">
      <dgm:prSet presAssocID="{B89B2D98-D568-408A-ADFA-1D09E2028FAC}" presName="composite" presStyleCnt="0"/>
      <dgm:spPr/>
    </dgm:pt>
    <dgm:pt modelId="{DED66B29-95E8-4DCF-9D38-41F56A819B72}" type="pres">
      <dgm:prSet presAssocID="{B89B2D98-D568-408A-ADFA-1D09E2028FAC}" presName="imgShp" presStyleLbl="fgImgPlace1" presStyleIdx="1" presStyleCnt="3"/>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t="-7000" b="-7000"/>
          </a:stretch>
        </a:blipFill>
      </dgm:spPr>
    </dgm:pt>
    <dgm:pt modelId="{2841E26A-650C-41FF-9AD3-017B72D83CD5}" type="pres">
      <dgm:prSet presAssocID="{B89B2D98-D568-408A-ADFA-1D09E2028FAC}" presName="txShp" presStyleLbl="node1" presStyleIdx="1" presStyleCnt="3">
        <dgm:presLayoutVars>
          <dgm:bulletEnabled val="1"/>
        </dgm:presLayoutVars>
      </dgm:prSet>
      <dgm:spPr/>
    </dgm:pt>
    <dgm:pt modelId="{A1DA5A5D-8925-4ABE-B280-BE0AEAE3FBE4}" type="pres">
      <dgm:prSet presAssocID="{020F9BF5-D1CF-475F-9308-CC5946AAC17D}" presName="spacing" presStyleCnt="0"/>
      <dgm:spPr/>
    </dgm:pt>
    <dgm:pt modelId="{F8DD274C-7163-4941-99D8-41933DBD3525}" type="pres">
      <dgm:prSet presAssocID="{FBE50976-358F-4820-BDF7-D88BF47472C8}" presName="composite" presStyleCnt="0"/>
      <dgm:spPr/>
    </dgm:pt>
    <dgm:pt modelId="{7B274D2B-A64A-4855-B28A-5778701D1620}" type="pres">
      <dgm:prSet presAssocID="{FBE50976-358F-4820-BDF7-D88BF47472C8}" presName="imgShp" presStyleLbl="fgImgPlace1" presStyleIdx="2" presStyleCnt="3"/>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a:stretch>
        </a:blipFill>
      </dgm:spPr>
    </dgm:pt>
    <dgm:pt modelId="{C5F431AB-107D-4970-8B99-A9F9A36D872B}" type="pres">
      <dgm:prSet presAssocID="{FBE50976-358F-4820-BDF7-D88BF47472C8}" presName="txShp" presStyleLbl="node1" presStyleIdx="2" presStyleCnt="3">
        <dgm:presLayoutVars>
          <dgm:bulletEnabled val="1"/>
        </dgm:presLayoutVars>
      </dgm:prSet>
      <dgm:spPr/>
    </dgm:pt>
  </dgm:ptLst>
  <dgm:cxnLst>
    <dgm:cxn modelId="{CFD99572-04BD-446F-8D68-EBBDAA9A4135}" type="presOf" srcId="{678CFD16-7ED3-41C1-8447-8BEFF36C8C2D}" destId="{E577C876-9FD3-415A-9E3A-181B74BF0FFF}" srcOrd="0" destOrd="0" presId="urn:microsoft.com/office/officeart/2005/8/layout/vList3"/>
    <dgm:cxn modelId="{E41C2CA0-663C-4528-8FD3-386555098223}" srcId="{678CFD16-7ED3-41C1-8447-8BEFF36C8C2D}" destId="{FBE50976-358F-4820-BDF7-D88BF47472C8}" srcOrd="2" destOrd="0" parTransId="{0EE71152-0A13-4102-826C-BE9A384FE4C0}" sibTransId="{0A808D63-899A-4DCE-B30E-3D3CFDCE0604}"/>
    <dgm:cxn modelId="{A400E4B6-2FF4-44B1-A6A2-E04237A79ECC}" type="presOf" srcId="{FBE50976-358F-4820-BDF7-D88BF47472C8}" destId="{C5F431AB-107D-4970-8B99-A9F9A36D872B}" srcOrd="0" destOrd="0" presId="urn:microsoft.com/office/officeart/2005/8/layout/vList3"/>
    <dgm:cxn modelId="{F32F0DD7-26B8-4150-B55B-720D51F725E3}" srcId="{678CFD16-7ED3-41C1-8447-8BEFF36C8C2D}" destId="{27E4F011-D3FC-4277-A0E3-92AE9F3A685B}" srcOrd="0" destOrd="0" parTransId="{8EBDE76C-77CF-42C5-B588-F5499759DE88}" sibTransId="{3CBEDCA9-8483-4EB4-9F58-3D5B0251D3DA}"/>
    <dgm:cxn modelId="{FE13BDDC-553E-4019-87E6-84B0BCAB37F2}" type="presOf" srcId="{27E4F011-D3FC-4277-A0E3-92AE9F3A685B}" destId="{29E4388A-D364-428F-8E47-926680E96727}" srcOrd="0" destOrd="0" presId="urn:microsoft.com/office/officeart/2005/8/layout/vList3"/>
    <dgm:cxn modelId="{86C838DE-14CA-4A48-81A1-AC10436C4602}" srcId="{678CFD16-7ED3-41C1-8447-8BEFF36C8C2D}" destId="{B89B2D98-D568-408A-ADFA-1D09E2028FAC}" srcOrd="1" destOrd="0" parTransId="{234B1A5C-B26E-4D98-A87B-FD5037F3C74D}" sibTransId="{020F9BF5-D1CF-475F-9308-CC5946AAC17D}"/>
    <dgm:cxn modelId="{7F2A09E0-2CB7-4460-B4F7-F723298D14E1}" type="presOf" srcId="{B89B2D98-D568-408A-ADFA-1D09E2028FAC}" destId="{2841E26A-650C-41FF-9AD3-017B72D83CD5}" srcOrd="0" destOrd="0" presId="urn:microsoft.com/office/officeart/2005/8/layout/vList3"/>
    <dgm:cxn modelId="{361A03A7-A2FF-460B-9636-A285E5447FEF}" type="presParOf" srcId="{E577C876-9FD3-415A-9E3A-181B74BF0FFF}" destId="{B1066C45-3527-4239-91C0-74AFFAE7E3DB}" srcOrd="0" destOrd="0" presId="urn:microsoft.com/office/officeart/2005/8/layout/vList3"/>
    <dgm:cxn modelId="{134E5AEA-3BE0-4522-B448-67F1F377DA33}" type="presParOf" srcId="{B1066C45-3527-4239-91C0-74AFFAE7E3DB}" destId="{6746EBE5-A4A6-4C18-92AB-3E3A82681B34}" srcOrd="0" destOrd="0" presId="urn:microsoft.com/office/officeart/2005/8/layout/vList3"/>
    <dgm:cxn modelId="{C12F2EB6-A2B1-439A-94E1-AB8BC3D37AA1}" type="presParOf" srcId="{B1066C45-3527-4239-91C0-74AFFAE7E3DB}" destId="{29E4388A-D364-428F-8E47-926680E96727}" srcOrd="1" destOrd="0" presId="urn:microsoft.com/office/officeart/2005/8/layout/vList3"/>
    <dgm:cxn modelId="{9A46DE64-B1DB-4EBA-8367-C63654BE698D}" type="presParOf" srcId="{E577C876-9FD3-415A-9E3A-181B74BF0FFF}" destId="{16FFEC36-FCE0-4780-ADA2-4456324042D8}" srcOrd="1" destOrd="0" presId="urn:microsoft.com/office/officeart/2005/8/layout/vList3"/>
    <dgm:cxn modelId="{08E73F19-AB68-411C-8A66-FA419A265E45}" type="presParOf" srcId="{E577C876-9FD3-415A-9E3A-181B74BF0FFF}" destId="{5028D6E3-3C68-47D2-B6C3-463A07210481}" srcOrd="2" destOrd="0" presId="urn:microsoft.com/office/officeart/2005/8/layout/vList3"/>
    <dgm:cxn modelId="{86FB150B-72EC-4A95-A87A-A04BD51C2BE6}" type="presParOf" srcId="{5028D6E3-3C68-47D2-B6C3-463A07210481}" destId="{DED66B29-95E8-4DCF-9D38-41F56A819B72}" srcOrd="0" destOrd="0" presId="urn:microsoft.com/office/officeart/2005/8/layout/vList3"/>
    <dgm:cxn modelId="{0B80AAF0-9CAE-442B-AB0C-D9635D560521}" type="presParOf" srcId="{5028D6E3-3C68-47D2-B6C3-463A07210481}" destId="{2841E26A-650C-41FF-9AD3-017B72D83CD5}" srcOrd="1" destOrd="0" presId="urn:microsoft.com/office/officeart/2005/8/layout/vList3"/>
    <dgm:cxn modelId="{83B44205-ACD6-4C90-A028-A09D88AF31FD}" type="presParOf" srcId="{E577C876-9FD3-415A-9E3A-181B74BF0FFF}" destId="{A1DA5A5D-8925-4ABE-B280-BE0AEAE3FBE4}" srcOrd="3" destOrd="0" presId="urn:microsoft.com/office/officeart/2005/8/layout/vList3"/>
    <dgm:cxn modelId="{A5550385-5598-4A87-B2B2-C0C80C6B0636}" type="presParOf" srcId="{E577C876-9FD3-415A-9E3A-181B74BF0FFF}" destId="{F8DD274C-7163-4941-99D8-41933DBD3525}" srcOrd="4" destOrd="0" presId="urn:microsoft.com/office/officeart/2005/8/layout/vList3"/>
    <dgm:cxn modelId="{BFF50DFA-DCBA-4D4F-9305-E75E24101BAC}" type="presParOf" srcId="{F8DD274C-7163-4941-99D8-41933DBD3525}" destId="{7B274D2B-A64A-4855-B28A-5778701D1620}" srcOrd="0" destOrd="0" presId="urn:microsoft.com/office/officeart/2005/8/layout/vList3"/>
    <dgm:cxn modelId="{EA7BEF35-E016-49BC-B2DD-D5B17A6D2D5B}" type="presParOf" srcId="{F8DD274C-7163-4941-99D8-41933DBD3525}" destId="{C5F431AB-107D-4970-8B99-A9F9A36D872B}"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8A5DD38-2231-4AB1-933E-A4ACDA9B5338}" type="doc">
      <dgm:prSet loTypeId="urn:microsoft.com/office/officeart/2005/8/layout/hList7" loCatId="list" qsTypeId="urn:microsoft.com/office/officeart/2005/8/quickstyle/simple1#2" qsCatId="simple" csTypeId="urn:microsoft.com/office/officeart/2005/8/colors/accent1_2#2" csCatId="accent1" phldr="1"/>
      <dgm:spPr/>
      <dgm:t>
        <a:bodyPr/>
        <a:lstStyle/>
        <a:p>
          <a:endParaRPr lang="fr-BE"/>
        </a:p>
      </dgm:t>
    </dgm:pt>
    <dgm:pt modelId="{6F4787EA-1DC6-434F-8BFF-253FCCD1E7E3}">
      <dgm:prSet/>
      <dgm:spPr/>
      <dgm:t>
        <a:bodyPr/>
        <a:lstStyle/>
        <a:p>
          <a:r>
            <a:rPr lang="en-US"/>
            <a:t>Simple</a:t>
          </a:r>
          <a:endParaRPr lang="fr-BE"/>
        </a:p>
      </dgm:t>
    </dgm:pt>
    <dgm:pt modelId="{8CBFCC95-53A1-421C-8A70-237D9E971924}" type="parTrans" cxnId="{1490ED62-B1CB-46DF-95CB-A34B26B4E7A3}">
      <dgm:prSet/>
      <dgm:spPr/>
      <dgm:t>
        <a:bodyPr/>
        <a:lstStyle/>
        <a:p>
          <a:endParaRPr lang="fr-BE"/>
        </a:p>
      </dgm:t>
    </dgm:pt>
    <dgm:pt modelId="{6669D180-A5BB-49B0-8BC5-0B4EEC112F03}" type="sibTrans" cxnId="{1490ED62-B1CB-46DF-95CB-A34B26B4E7A3}">
      <dgm:prSet/>
      <dgm:spPr/>
      <dgm:t>
        <a:bodyPr/>
        <a:lstStyle/>
        <a:p>
          <a:endParaRPr lang="fr-BE"/>
        </a:p>
      </dgm:t>
    </dgm:pt>
    <dgm:pt modelId="{79FE1515-DF44-4D10-9862-8DC6A3A4A0E3}">
      <dgm:prSet/>
      <dgm:spPr/>
      <dgm:t>
        <a:bodyPr/>
        <a:lstStyle/>
        <a:p>
          <a:r>
            <a:rPr lang="en-US"/>
            <a:t>YAML</a:t>
          </a:r>
          <a:endParaRPr lang="fr-BE"/>
        </a:p>
      </dgm:t>
    </dgm:pt>
    <dgm:pt modelId="{07B059A2-5BF3-4CBC-B852-44A694EF862A}" type="parTrans" cxnId="{4176B5D8-0471-44D9-BE1E-9276EE819EF3}">
      <dgm:prSet/>
      <dgm:spPr/>
      <dgm:t>
        <a:bodyPr/>
        <a:lstStyle/>
        <a:p>
          <a:endParaRPr lang="fr-BE"/>
        </a:p>
      </dgm:t>
    </dgm:pt>
    <dgm:pt modelId="{AEF99EAE-CB28-469B-A616-0A3D26A5150B}" type="sibTrans" cxnId="{4176B5D8-0471-44D9-BE1E-9276EE819EF3}">
      <dgm:prSet/>
      <dgm:spPr/>
      <dgm:t>
        <a:bodyPr/>
        <a:lstStyle/>
        <a:p>
          <a:endParaRPr lang="fr-BE"/>
        </a:p>
      </dgm:t>
    </dgm:pt>
    <dgm:pt modelId="{F2B3B026-0A78-460C-9AB1-36E1CA304B9A}">
      <dgm:prSet/>
      <dgm:spPr/>
      <dgm:t>
        <a:bodyPr/>
        <a:lstStyle/>
        <a:p>
          <a:r>
            <a:rPr lang="en-US"/>
            <a:t>No Coding</a:t>
          </a:r>
          <a:endParaRPr lang="fr-BE"/>
        </a:p>
      </dgm:t>
    </dgm:pt>
    <dgm:pt modelId="{AE08F420-E126-46F2-8B59-42BF4D585C28}" type="parTrans" cxnId="{4F1CACE5-1643-43F0-B06E-358071FA75E3}">
      <dgm:prSet/>
      <dgm:spPr/>
      <dgm:t>
        <a:bodyPr/>
        <a:lstStyle/>
        <a:p>
          <a:endParaRPr lang="fr-BE"/>
        </a:p>
      </dgm:t>
    </dgm:pt>
    <dgm:pt modelId="{7BBEDA19-414E-4D20-9734-255C6F077F7A}" type="sibTrans" cxnId="{4F1CACE5-1643-43F0-B06E-358071FA75E3}">
      <dgm:prSet/>
      <dgm:spPr/>
      <dgm:t>
        <a:bodyPr/>
        <a:lstStyle/>
        <a:p>
          <a:endParaRPr lang="fr-BE"/>
        </a:p>
      </dgm:t>
    </dgm:pt>
    <dgm:pt modelId="{EF1DF1C5-27E4-4EB2-8EF6-3043AC4F5F50}">
      <dgm:prSet/>
      <dgm:spPr/>
      <dgm:t>
        <a:bodyPr/>
        <a:lstStyle/>
        <a:p>
          <a:r>
            <a:rPr lang="en-US"/>
            <a:t>Procedural</a:t>
          </a:r>
          <a:endParaRPr lang="fr-BE"/>
        </a:p>
      </dgm:t>
    </dgm:pt>
    <dgm:pt modelId="{ACD240F3-B21E-4329-B6A1-A2337705A33F}" type="parTrans" cxnId="{8481F7C4-BB59-4136-B737-3A7FF8797B2F}">
      <dgm:prSet/>
      <dgm:spPr/>
      <dgm:t>
        <a:bodyPr/>
        <a:lstStyle/>
        <a:p>
          <a:endParaRPr lang="fr-BE"/>
        </a:p>
      </dgm:t>
    </dgm:pt>
    <dgm:pt modelId="{BF251077-9EC2-4885-A79C-7AE8B425725A}" type="sibTrans" cxnId="{8481F7C4-BB59-4136-B737-3A7FF8797B2F}">
      <dgm:prSet/>
      <dgm:spPr/>
      <dgm:t>
        <a:bodyPr/>
        <a:lstStyle/>
        <a:p>
          <a:endParaRPr lang="fr-BE"/>
        </a:p>
      </dgm:t>
    </dgm:pt>
    <dgm:pt modelId="{1600C723-E685-46B8-98CF-3BAC32667D75}">
      <dgm:prSet/>
      <dgm:spPr/>
      <dgm:t>
        <a:bodyPr/>
        <a:lstStyle/>
        <a:p>
          <a:r>
            <a:rPr lang="en-US" dirty="0"/>
            <a:t>Ordered </a:t>
          </a:r>
          <a:r>
            <a:rPr lang="en-US" dirty="0" err="1"/>
            <a:t>tasklist</a:t>
          </a:r>
          <a:endParaRPr lang="fr-BE" dirty="0"/>
        </a:p>
      </dgm:t>
    </dgm:pt>
    <dgm:pt modelId="{762E93D8-BA15-4808-A647-1F55BDE03AA5}" type="parTrans" cxnId="{EE7932EC-148B-4DD8-A3F5-9E3BC6C1F699}">
      <dgm:prSet/>
      <dgm:spPr/>
      <dgm:t>
        <a:bodyPr/>
        <a:lstStyle/>
        <a:p>
          <a:endParaRPr lang="fr-BE"/>
        </a:p>
      </dgm:t>
    </dgm:pt>
    <dgm:pt modelId="{E9F105FB-94AC-4DF2-995A-19F84CC031AB}" type="sibTrans" cxnId="{EE7932EC-148B-4DD8-A3F5-9E3BC6C1F699}">
      <dgm:prSet/>
      <dgm:spPr/>
      <dgm:t>
        <a:bodyPr/>
        <a:lstStyle/>
        <a:p>
          <a:endParaRPr lang="fr-BE"/>
        </a:p>
      </dgm:t>
    </dgm:pt>
    <dgm:pt modelId="{F37CCEC0-B864-48CA-8F6D-90D37D96963B}">
      <dgm:prSet/>
      <dgm:spPr/>
      <dgm:t>
        <a:bodyPr/>
        <a:lstStyle/>
        <a:p>
          <a:r>
            <a:rPr lang="en-US" dirty="0"/>
            <a:t>Procedural &amp; declarative</a:t>
          </a:r>
          <a:endParaRPr lang="fr-BE" dirty="0"/>
        </a:p>
      </dgm:t>
    </dgm:pt>
    <dgm:pt modelId="{48BCA0C2-36CB-4946-A687-BA8E54679F7F}" type="parTrans" cxnId="{BC399783-0A2A-480A-AA4B-E3F7277EEE69}">
      <dgm:prSet/>
      <dgm:spPr/>
      <dgm:t>
        <a:bodyPr/>
        <a:lstStyle/>
        <a:p>
          <a:endParaRPr lang="fr-BE"/>
        </a:p>
      </dgm:t>
    </dgm:pt>
    <dgm:pt modelId="{5AC96D68-1AD7-4E2C-8713-BFEB85830801}" type="sibTrans" cxnId="{BC399783-0A2A-480A-AA4B-E3F7277EEE69}">
      <dgm:prSet/>
      <dgm:spPr/>
      <dgm:t>
        <a:bodyPr/>
        <a:lstStyle/>
        <a:p>
          <a:endParaRPr lang="fr-BE"/>
        </a:p>
      </dgm:t>
    </dgm:pt>
    <dgm:pt modelId="{ADB5C5C2-298B-4333-A4A4-B76FC4D43761}">
      <dgm:prSet/>
      <dgm:spPr/>
      <dgm:t>
        <a:bodyPr/>
        <a:lstStyle/>
        <a:p>
          <a:r>
            <a:rPr lang="en-US"/>
            <a:t>Idempotent</a:t>
          </a:r>
          <a:endParaRPr lang="fr-BE"/>
        </a:p>
      </dgm:t>
    </dgm:pt>
    <dgm:pt modelId="{69D4B6B1-9688-4A59-83AD-873584D0D263}" type="parTrans" cxnId="{84926934-CADA-4C23-B510-9136EC3E39AE}">
      <dgm:prSet/>
      <dgm:spPr/>
      <dgm:t>
        <a:bodyPr/>
        <a:lstStyle/>
        <a:p>
          <a:endParaRPr lang="fr-BE"/>
        </a:p>
      </dgm:t>
    </dgm:pt>
    <dgm:pt modelId="{272D3B0E-21E4-4A29-80C1-758525FE7115}" type="sibTrans" cxnId="{84926934-CADA-4C23-B510-9136EC3E39AE}">
      <dgm:prSet/>
      <dgm:spPr/>
      <dgm:t>
        <a:bodyPr/>
        <a:lstStyle/>
        <a:p>
          <a:endParaRPr lang="fr-BE"/>
        </a:p>
      </dgm:t>
    </dgm:pt>
    <dgm:pt modelId="{25677D9B-E6A4-4773-B014-6D140EFCF695}">
      <dgm:prSet/>
      <dgm:spPr/>
      <dgm:t>
        <a:bodyPr/>
        <a:lstStyle/>
        <a:p>
          <a:r>
            <a:rPr lang="en-US" dirty="0"/>
            <a:t>Run over and over</a:t>
          </a:r>
          <a:endParaRPr lang="fr-BE" dirty="0"/>
        </a:p>
      </dgm:t>
    </dgm:pt>
    <dgm:pt modelId="{2D8423A7-16BF-43E7-9905-C5B90679C51A}" type="parTrans" cxnId="{9CFBE893-583A-4391-9456-F2C0E6028BFB}">
      <dgm:prSet/>
      <dgm:spPr/>
      <dgm:t>
        <a:bodyPr/>
        <a:lstStyle/>
        <a:p>
          <a:endParaRPr lang="fr-BE"/>
        </a:p>
      </dgm:t>
    </dgm:pt>
    <dgm:pt modelId="{42DEB218-D93F-4D85-8EE7-C4515F646586}" type="sibTrans" cxnId="{9CFBE893-583A-4391-9456-F2C0E6028BFB}">
      <dgm:prSet/>
      <dgm:spPr/>
      <dgm:t>
        <a:bodyPr/>
        <a:lstStyle/>
        <a:p>
          <a:endParaRPr lang="fr-BE"/>
        </a:p>
      </dgm:t>
    </dgm:pt>
    <dgm:pt modelId="{6C06E9B4-5FB3-44F4-BD7C-31B2F4BFDAD1}">
      <dgm:prSet/>
      <dgm:spPr/>
      <dgm:t>
        <a:bodyPr/>
        <a:lstStyle/>
        <a:p>
          <a:r>
            <a:rPr lang="en-US"/>
            <a:t>Agentless</a:t>
          </a:r>
          <a:endParaRPr lang="fr-BE"/>
        </a:p>
      </dgm:t>
    </dgm:pt>
    <dgm:pt modelId="{DD6C88DC-98DA-4CCC-8E75-0BE2F18BDD25}" type="parTrans" cxnId="{8F516C07-020E-4B74-8A83-C2C1A819C206}">
      <dgm:prSet/>
      <dgm:spPr/>
      <dgm:t>
        <a:bodyPr/>
        <a:lstStyle/>
        <a:p>
          <a:endParaRPr lang="fr-BE"/>
        </a:p>
      </dgm:t>
    </dgm:pt>
    <dgm:pt modelId="{2B8FF162-56F3-4056-A45B-82AA0391A921}" type="sibTrans" cxnId="{8F516C07-020E-4B74-8A83-C2C1A819C206}">
      <dgm:prSet/>
      <dgm:spPr/>
      <dgm:t>
        <a:bodyPr/>
        <a:lstStyle/>
        <a:p>
          <a:endParaRPr lang="fr-BE"/>
        </a:p>
      </dgm:t>
    </dgm:pt>
    <dgm:pt modelId="{8840BD9D-FD67-494E-9DE6-2339A33E83D8}">
      <dgm:prSet/>
      <dgm:spPr/>
      <dgm:t>
        <a:bodyPr/>
        <a:lstStyle/>
        <a:p>
          <a:r>
            <a:rPr lang="en-US" dirty="0"/>
            <a:t>Connection based</a:t>
          </a:r>
          <a:endParaRPr lang="fr-BE" dirty="0"/>
        </a:p>
      </dgm:t>
    </dgm:pt>
    <dgm:pt modelId="{E71C3FA5-B3EA-43B9-9001-3F4931542F67}" type="parTrans" cxnId="{E412FE1A-ED96-4B26-AAA5-9735FEA5368D}">
      <dgm:prSet/>
      <dgm:spPr/>
      <dgm:t>
        <a:bodyPr/>
        <a:lstStyle/>
        <a:p>
          <a:endParaRPr lang="fr-BE"/>
        </a:p>
      </dgm:t>
    </dgm:pt>
    <dgm:pt modelId="{0FA8EC34-6DA5-43A2-B99E-BD110398D77D}" type="sibTrans" cxnId="{E412FE1A-ED96-4B26-AAA5-9735FEA5368D}">
      <dgm:prSet/>
      <dgm:spPr/>
      <dgm:t>
        <a:bodyPr/>
        <a:lstStyle/>
        <a:p>
          <a:endParaRPr lang="fr-BE"/>
        </a:p>
      </dgm:t>
    </dgm:pt>
    <dgm:pt modelId="{679C1D22-7973-4766-BB36-7AA9B4D9A929}">
      <dgm:prSet/>
      <dgm:spPr/>
      <dgm:t>
        <a:bodyPr/>
        <a:lstStyle/>
        <a:p>
          <a:r>
            <a:rPr lang="en-US" dirty="0"/>
            <a:t>Same result</a:t>
          </a:r>
          <a:endParaRPr lang="fr-BE" dirty="0"/>
        </a:p>
      </dgm:t>
    </dgm:pt>
    <dgm:pt modelId="{D695AEA4-A230-4115-A7EC-231CB0DCEB68}" type="parTrans" cxnId="{EBEAE27D-7C9A-477A-861C-CCCCBB6CD84E}">
      <dgm:prSet/>
      <dgm:spPr/>
      <dgm:t>
        <a:bodyPr/>
        <a:lstStyle/>
        <a:p>
          <a:endParaRPr lang="fr-BE"/>
        </a:p>
      </dgm:t>
    </dgm:pt>
    <dgm:pt modelId="{28A8A089-8029-47F4-BE0D-3F96B65B1556}" type="sibTrans" cxnId="{EBEAE27D-7C9A-477A-861C-CCCCBB6CD84E}">
      <dgm:prSet/>
      <dgm:spPr/>
      <dgm:t>
        <a:bodyPr/>
        <a:lstStyle/>
        <a:p>
          <a:endParaRPr lang="fr-BE"/>
        </a:p>
      </dgm:t>
    </dgm:pt>
    <dgm:pt modelId="{DCABB797-1C1E-4C83-8493-7284D03805F7}">
      <dgm:prSet/>
      <dgm:spPr/>
      <dgm:t>
        <a:bodyPr/>
        <a:lstStyle/>
        <a:p>
          <a:r>
            <a:rPr lang="en-US" dirty="0"/>
            <a:t>SSH, </a:t>
          </a:r>
          <a:r>
            <a:rPr lang="en-US" dirty="0" err="1"/>
            <a:t>PoSh</a:t>
          </a:r>
          <a:r>
            <a:rPr lang="en-US" dirty="0"/>
            <a:t>, Rest</a:t>
          </a:r>
          <a:endParaRPr lang="fr-BE" dirty="0"/>
        </a:p>
      </dgm:t>
    </dgm:pt>
    <dgm:pt modelId="{DACF5C27-9144-40F8-962E-FE651D30B57E}" type="parTrans" cxnId="{91A3033E-EC89-4B00-9CAA-B4BD156E5232}">
      <dgm:prSet/>
      <dgm:spPr/>
      <dgm:t>
        <a:bodyPr/>
        <a:lstStyle/>
        <a:p>
          <a:endParaRPr lang="fr-BE"/>
        </a:p>
      </dgm:t>
    </dgm:pt>
    <dgm:pt modelId="{225538AB-A1B8-4AE5-9AD5-2F10EA69920B}" type="sibTrans" cxnId="{91A3033E-EC89-4B00-9CAA-B4BD156E5232}">
      <dgm:prSet/>
      <dgm:spPr/>
      <dgm:t>
        <a:bodyPr/>
        <a:lstStyle/>
        <a:p>
          <a:endParaRPr lang="fr-BE"/>
        </a:p>
      </dgm:t>
    </dgm:pt>
    <dgm:pt modelId="{A3450F86-02B3-4069-BAA0-32A7F51E5DDC}" type="pres">
      <dgm:prSet presAssocID="{B8A5DD38-2231-4AB1-933E-A4ACDA9B5338}" presName="Name0" presStyleCnt="0">
        <dgm:presLayoutVars>
          <dgm:dir/>
          <dgm:resizeHandles val="exact"/>
        </dgm:presLayoutVars>
      </dgm:prSet>
      <dgm:spPr/>
    </dgm:pt>
    <dgm:pt modelId="{7B82F53A-E80C-47B0-8370-076788459F8B}" type="pres">
      <dgm:prSet presAssocID="{B8A5DD38-2231-4AB1-933E-A4ACDA9B5338}" presName="fgShape" presStyleLbl="fgShp" presStyleIdx="0" presStyleCnt="1"/>
      <dgm:spPr/>
    </dgm:pt>
    <dgm:pt modelId="{DA9D0823-5506-4FEA-B8D0-C8D4F9DF497B}" type="pres">
      <dgm:prSet presAssocID="{B8A5DD38-2231-4AB1-933E-A4ACDA9B5338}" presName="linComp" presStyleCnt="0"/>
      <dgm:spPr/>
    </dgm:pt>
    <dgm:pt modelId="{AFEADE29-9A81-45F6-8D63-AA5141FAEDAD}" type="pres">
      <dgm:prSet presAssocID="{6F4787EA-1DC6-434F-8BFF-253FCCD1E7E3}" presName="compNode" presStyleCnt="0"/>
      <dgm:spPr/>
    </dgm:pt>
    <dgm:pt modelId="{0BB969A9-2A4A-45D5-905F-67A1144A9C58}" type="pres">
      <dgm:prSet presAssocID="{6F4787EA-1DC6-434F-8BFF-253FCCD1E7E3}" presName="bkgdShape" presStyleLbl="node1" presStyleIdx="0" presStyleCnt="4"/>
      <dgm:spPr/>
    </dgm:pt>
    <dgm:pt modelId="{55946476-CA30-4C24-95C3-29B596E5079A}" type="pres">
      <dgm:prSet presAssocID="{6F4787EA-1DC6-434F-8BFF-253FCCD1E7E3}" presName="nodeTx" presStyleLbl="node1" presStyleIdx="0" presStyleCnt="4">
        <dgm:presLayoutVars>
          <dgm:bulletEnabled val="1"/>
        </dgm:presLayoutVars>
      </dgm:prSet>
      <dgm:spPr/>
    </dgm:pt>
    <dgm:pt modelId="{46CBBDB9-D212-4A53-B9AF-3393413F32C9}" type="pres">
      <dgm:prSet presAssocID="{6F4787EA-1DC6-434F-8BFF-253FCCD1E7E3}" presName="invisiNode" presStyleLbl="node1" presStyleIdx="0" presStyleCnt="4"/>
      <dgm:spPr/>
    </dgm:pt>
    <dgm:pt modelId="{90DDAEDC-5AF9-48F7-A978-F8BEA1ADE5C0}" type="pres">
      <dgm:prSet presAssocID="{6F4787EA-1DC6-434F-8BFF-253FCCD1E7E3}" presName="imagNode" presStyleLbl="fgImgPlace1" presStyleIdx="0" presStyleCnt="4"/>
      <dgm:spPr>
        <a:blipFill>
          <a:blip xmlns:r="http://schemas.openxmlformats.org/officeDocument/2006/relationships" r:embed="rId1">
            <a:extLst>
              <a:ext uri="{28A0092B-C50C-407E-A947-70E740481C1C}">
                <a14:useLocalDpi xmlns:a14="http://schemas.microsoft.com/office/drawing/2010/main" val="0"/>
              </a:ext>
            </a:extLst>
          </a:blip>
          <a:srcRect/>
          <a:stretch>
            <a:fillRect t="-6000" b="-6000"/>
          </a:stretch>
        </a:blipFill>
      </dgm:spPr>
    </dgm:pt>
    <dgm:pt modelId="{0E70F04F-D90F-400D-9648-B8BEF758683C}" type="pres">
      <dgm:prSet presAssocID="{6669D180-A5BB-49B0-8BC5-0B4EEC112F03}" presName="sibTrans" presStyleLbl="sibTrans2D1" presStyleIdx="0" presStyleCnt="0"/>
      <dgm:spPr/>
    </dgm:pt>
    <dgm:pt modelId="{EA6BD34D-48CA-4771-A9E1-F37536F6E6B0}" type="pres">
      <dgm:prSet presAssocID="{EF1DF1C5-27E4-4EB2-8EF6-3043AC4F5F50}" presName="compNode" presStyleCnt="0"/>
      <dgm:spPr/>
    </dgm:pt>
    <dgm:pt modelId="{9F17EA84-EFA1-425D-B1D6-FFA29205B100}" type="pres">
      <dgm:prSet presAssocID="{EF1DF1C5-27E4-4EB2-8EF6-3043AC4F5F50}" presName="bkgdShape" presStyleLbl="node1" presStyleIdx="1" presStyleCnt="4"/>
      <dgm:spPr/>
    </dgm:pt>
    <dgm:pt modelId="{DB55200E-E41E-4B2D-9977-2E6FEC001A42}" type="pres">
      <dgm:prSet presAssocID="{EF1DF1C5-27E4-4EB2-8EF6-3043AC4F5F50}" presName="nodeTx" presStyleLbl="node1" presStyleIdx="1" presStyleCnt="4">
        <dgm:presLayoutVars>
          <dgm:bulletEnabled val="1"/>
        </dgm:presLayoutVars>
      </dgm:prSet>
      <dgm:spPr/>
    </dgm:pt>
    <dgm:pt modelId="{20FF8E0A-2815-4F65-8108-5879E4BA0A08}" type="pres">
      <dgm:prSet presAssocID="{EF1DF1C5-27E4-4EB2-8EF6-3043AC4F5F50}" presName="invisiNode" presStyleLbl="node1" presStyleIdx="1" presStyleCnt="4"/>
      <dgm:spPr/>
    </dgm:pt>
    <dgm:pt modelId="{58CBCB55-A8CF-4783-BB93-355075FBDA82}" type="pres">
      <dgm:prSet presAssocID="{EF1DF1C5-27E4-4EB2-8EF6-3043AC4F5F50}" presName="imagNode" presStyleLbl="fgImgPlace1" presStyleIdx="1" presStyleCnt="4"/>
      <dgm:spPr>
        <a:blipFill>
          <a:blip xmlns:r="http://schemas.openxmlformats.org/officeDocument/2006/relationships" r:embed="rId2">
            <a:extLst>
              <a:ext uri="{28A0092B-C50C-407E-A947-70E740481C1C}">
                <a14:useLocalDpi xmlns:a14="http://schemas.microsoft.com/office/drawing/2010/main" val="0"/>
              </a:ext>
            </a:extLst>
          </a:blip>
          <a:srcRect/>
          <a:stretch>
            <a:fillRect t="-23000" b="-23000"/>
          </a:stretch>
        </a:blipFill>
      </dgm:spPr>
    </dgm:pt>
    <dgm:pt modelId="{0787A142-3D39-48A7-9A23-C1331C71E44E}" type="pres">
      <dgm:prSet presAssocID="{BF251077-9EC2-4885-A79C-7AE8B425725A}" presName="sibTrans" presStyleLbl="sibTrans2D1" presStyleIdx="0" presStyleCnt="0"/>
      <dgm:spPr/>
    </dgm:pt>
    <dgm:pt modelId="{1DEAADC4-BF92-46FB-8208-4B0C3F7D1900}" type="pres">
      <dgm:prSet presAssocID="{ADB5C5C2-298B-4333-A4A4-B76FC4D43761}" presName="compNode" presStyleCnt="0"/>
      <dgm:spPr/>
    </dgm:pt>
    <dgm:pt modelId="{A565525F-8E68-499A-A035-8809E8F1147A}" type="pres">
      <dgm:prSet presAssocID="{ADB5C5C2-298B-4333-A4A4-B76FC4D43761}" presName="bkgdShape" presStyleLbl="node1" presStyleIdx="2" presStyleCnt="4"/>
      <dgm:spPr/>
    </dgm:pt>
    <dgm:pt modelId="{D0C85E47-2B64-4752-9A15-8127B9E17B1B}" type="pres">
      <dgm:prSet presAssocID="{ADB5C5C2-298B-4333-A4A4-B76FC4D43761}" presName="nodeTx" presStyleLbl="node1" presStyleIdx="2" presStyleCnt="4">
        <dgm:presLayoutVars>
          <dgm:bulletEnabled val="1"/>
        </dgm:presLayoutVars>
      </dgm:prSet>
      <dgm:spPr/>
    </dgm:pt>
    <dgm:pt modelId="{0AA6AF53-B206-44CB-84A0-600F3D0B648D}" type="pres">
      <dgm:prSet presAssocID="{ADB5C5C2-298B-4333-A4A4-B76FC4D43761}" presName="invisiNode" presStyleLbl="node1" presStyleIdx="2" presStyleCnt="4"/>
      <dgm:spPr/>
    </dgm:pt>
    <dgm:pt modelId="{FC5200E6-A6AE-480A-8DE9-D9A403B3E84C}" type="pres">
      <dgm:prSet presAssocID="{ADB5C5C2-298B-4333-A4A4-B76FC4D43761}" presName="imagNode" presStyleLbl="fgImgPlace1" presStyleIdx="2" presStyleCnt="4"/>
      <dgm:spPr>
        <a:blipFill>
          <a:blip xmlns:r="http://schemas.openxmlformats.org/officeDocument/2006/relationships" r:embed="rId3">
            <a:extLst>
              <a:ext uri="{28A0092B-C50C-407E-A947-70E740481C1C}">
                <a14:useLocalDpi xmlns:a14="http://schemas.microsoft.com/office/drawing/2010/main" val="0"/>
              </a:ext>
            </a:extLst>
          </a:blip>
          <a:srcRect/>
          <a:stretch>
            <a:fillRect/>
          </a:stretch>
        </a:blipFill>
      </dgm:spPr>
    </dgm:pt>
    <dgm:pt modelId="{2D7A520F-799A-4958-A85B-6DAFB479C733}" type="pres">
      <dgm:prSet presAssocID="{272D3B0E-21E4-4A29-80C1-758525FE7115}" presName="sibTrans" presStyleLbl="sibTrans2D1" presStyleIdx="0" presStyleCnt="0"/>
      <dgm:spPr/>
    </dgm:pt>
    <dgm:pt modelId="{DC67DAA1-6937-4A56-92C5-E48377FEDC57}" type="pres">
      <dgm:prSet presAssocID="{6C06E9B4-5FB3-44F4-BD7C-31B2F4BFDAD1}" presName="compNode" presStyleCnt="0"/>
      <dgm:spPr/>
    </dgm:pt>
    <dgm:pt modelId="{175C456D-322B-4970-A4FF-05A211112C9A}" type="pres">
      <dgm:prSet presAssocID="{6C06E9B4-5FB3-44F4-BD7C-31B2F4BFDAD1}" presName="bkgdShape" presStyleLbl="node1" presStyleIdx="3" presStyleCnt="4"/>
      <dgm:spPr/>
    </dgm:pt>
    <dgm:pt modelId="{C77B1F26-81AE-4185-951E-CD4E189315B3}" type="pres">
      <dgm:prSet presAssocID="{6C06E9B4-5FB3-44F4-BD7C-31B2F4BFDAD1}" presName="nodeTx" presStyleLbl="node1" presStyleIdx="3" presStyleCnt="4">
        <dgm:presLayoutVars>
          <dgm:bulletEnabled val="1"/>
        </dgm:presLayoutVars>
      </dgm:prSet>
      <dgm:spPr/>
    </dgm:pt>
    <dgm:pt modelId="{2EF266E8-8D76-4ED5-85E9-9EBBA35C8C13}" type="pres">
      <dgm:prSet presAssocID="{6C06E9B4-5FB3-44F4-BD7C-31B2F4BFDAD1}" presName="invisiNode" presStyleLbl="node1" presStyleIdx="3" presStyleCnt="4"/>
      <dgm:spPr/>
    </dgm:pt>
    <dgm:pt modelId="{A39431D7-FD3B-423F-BA8C-0CCA840B68C3}" type="pres">
      <dgm:prSet presAssocID="{6C06E9B4-5FB3-44F4-BD7C-31B2F4BFDAD1}" presName="imagNode" presStyleLbl="fgImgPlace1" presStyleIdx="3" presStyleCnt="4"/>
      <dgm:spPr>
        <a:blipFill>
          <a:blip xmlns:r="http://schemas.openxmlformats.org/officeDocument/2006/relationships" r:embed="rId4">
            <a:extLst>
              <a:ext uri="{28A0092B-C50C-407E-A947-70E740481C1C}">
                <a14:useLocalDpi xmlns:a14="http://schemas.microsoft.com/office/drawing/2010/main" val="0"/>
              </a:ext>
            </a:extLst>
          </a:blip>
          <a:srcRect/>
          <a:stretch>
            <a:fillRect/>
          </a:stretch>
        </a:blipFill>
      </dgm:spPr>
    </dgm:pt>
  </dgm:ptLst>
  <dgm:cxnLst>
    <dgm:cxn modelId="{8F516C07-020E-4B74-8A83-C2C1A819C206}" srcId="{B8A5DD38-2231-4AB1-933E-A4ACDA9B5338}" destId="{6C06E9B4-5FB3-44F4-BD7C-31B2F4BFDAD1}" srcOrd="3" destOrd="0" parTransId="{DD6C88DC-98DA-4CCC-8E75-0BE2F18BDD25}" sibTransId="{2B8FF162-56F3-4056-A45B-82AA0391A921}"/>
    <dgm:cxn modelId="{D30D770D-DA01-4160-A52C-EEC389A8F5A6}" type="presOf" srcId="{272D3B0E-21E4-4A29-80C1-758525FE7115}" destId="{2D7A520F-799A-4958-A85B-6DAFB479C733}" srcOrd="0" destOrd="0" presId="urn:microsoft.com/office/officeart/2005/8/layout/hList7"/>
    <dgm:cxn modelId="{3C3D0B11-4C7E-490C-98C9-034D7B863AD1}" type="presOf" srcId="{B8A5DD38-2231-4AB1-933E-A4ACDA9B5338}" destId="{A3450F86-02B3-4069-BAA0-32A7F51E5DDC}" srcOrd="0" destOrd="0" presId="urn:microsoft.com/office/officeart/2005/8/layout/hList7"/>
    <dgm:cxn modelId="{3D813D13-B481-4FB9-853F-98D37B25B4DA}" type="presOf" srcId="{ADB5C5C2-298B-4333-A4A4-B76FC4D43761}" destId="{A565525F-8E68-499A-A035-8809E8F1147A}" srcOrd="0" destOrd="0" presId="urn:microsoft.com/office/officeart/2005/8/layout/hList7"/>
    <dgm:cxn modelId="{E412FE1A-ED96-4B26-AAA5-9735FEA5368D}" srcId="{6C06E9B4-5FB3-44F4-BD7C-31B2F4BFDAD1}" destId="{8840BD9D-FD67-494E-9DE6-2339A33E83D8}" srcOrd="0" destOrd="0" parTransId="{E71C3FA5-B3EA-43B9-9001-3F4931542F67}" sibTransId="{0FA8EC34-6DA5-43A2-B99E-BD110398D77D}"/>
    <dgm:cxn modelId="{5B9A421C-F62E-41FA-B5E1-B9F6DE250E42}" type="presOf" srcId="{8840BD9D-FD67-494E-9DE6-2339A33E83D8}" destId="{C77B1F26-81AE-4185-951E-CD4E189315B3}" srcOrd="1" destOrd="1" presId="urn:microsoft.com/office/officeart/2005/8/layout/hList7"/>
    <dgm:cxn modelId="{38249827-B927-4744-A1D9-0995DADB4D60}" type="presOf" srcId="{DCABB797-1C1E-4C83-8493-7284D03805F7}" destId="{175C456D-322B-4970-A4FF-05A211112C9A}" srcOrd="0" destOrd="2" presId="urn:microsoft.com/office/officeart/2005/8/layout/hList7"/>
    <dgm:cxn modelId="{D51E5E2F-E35B-4B5A-BECE-FE06B7A8EDC2}" type="presOf" srcId="{EF1DF1C5-27E4-4EB2-8EF6-3043AC4F5F50}" destId="{DB55200E-E41E-4B2D-9977-2E6FEC001A42}" srcOrd="1" destOrd="0" presId="urn:microsoft.com/office/officeart/2005/8/layout/hList7"/>
    <dgm:cxn modelId="{EE115632-2A70-4CA5-B802-7B16878D6471}" type="presOf" srcId="{6C06E9B4-5FB3-44F4-BD7C-31B2F4BFDAD1}" destId="{175C456D-322B-4970-A4FF-05A211112C9A}" srcOrd="0" destOrd="0" presId="urn:microsoft.com/office/officeart/2005/8/layout/hList7"/>
    <dgm:cxn modelId="{84926934-CADA-4C23-B510-9136EC3E39AE}" srcId="{B8A5DD38-2231-4AB1-933E-A4ACDA9B5338}" destId="{ADB5C5C2-298B-4333-A4A4-B76FC4D43761}" srcOrd="2" destOrd="0" parTransId="{69D4B6B1-9688-4A59-83AD-873584D0D263}" sibTransId="{272D3B0E-21E4-4A29-80C1-758525FE7115}"/>
    <dgm:cxn modelId="{94C52937-9331-4B92-854B-207A277C2477}" type="presOf" srcId="{79FE1515-DF44-4D10-9862-8DC6A3A4A0E3}" destId="{0BB969A9-2A4A-45D5-905F-67A1144A9C58}" srcOrd="0" destOrd="1" presId="urn:microsoft.com/office/officeart/2005/8/layout/hList7"/>
    <dgm:cxn modelId="{AEEB543B-E4F5-40A5-9137-77545317D2BD}" type="presOf" srcId="{679C1D22-7973-4766-BB36-7AA9B4D9A929}" destId="{A565525F-8E68-499A-A035-8809E8F1147A}" srcOrd="0" destOrd="2" presId="urn:microsoft.com/office/officeart/2005/8/layout/hList7"/>
    <dgm:cxn modelId="{91A3033E-EC89-4B00-9CAA-B4BD156E5232}" srcId="{6C06E9B4-5FB3-44F4-BD7C-31B2F4BFDAD1}" destId="{DCABB797-1C1E-4C83-8493-7284D03805F7}" srcOrd="1" destOrd="0" parTransId="{DACF5C27-9144-40F8-962E-FE651D30B57E}" sibTransId="{225538AB-A1B8-4AE5-9AD5-2F10EA69920B}"/>
    <dgm:cxn modelId="{1490ED62-B1CB-46DF-95CB-A34B26B4E7A3}" srcId="{B8A5DD38-2231-4AB1-933E-A4ACDA9B5338}" destId="{6F4787EA-1DC6-434F-8BFF-253FCCD1E7E3}" srcOrd="0" destOrd="0" parTransId="{8CBFCC95-53A1-421C-8A70-237D9E971924}" sibTransId="{6669D180-A5BB-49B0-8BC5-0B4EEC112F03}"/>
    <dgm:cxn modelId="{22ED8A57-A504-4D31-BB01-8196D36B3816}" type="presOf" srcId="{1600C723-E685-46B8-98CF-3BAC32667D75}" destId="{9F17EA84-EFA1-425D-B1D6-FFA29205B100}" srcOrd="0" destOrd="1" presId="urn:microsoft.com/office/officeart/2005/8/layout/hList7"/>
    <dgm:cxn modelId="{B4848478-10E4-44C2-B686-FF533FDBA82F}" type="presOf" srcId="{6C06E9B4-5FB3-44F4-BD7C-31B2F4BFDAD1}" destId="{C77B1F26-81AE-4185-951E-CD4E189315B3}" srcOrd="1" destOrd="0" presId="urn:microsoft.com/office/officeart/2005/8/layout/hList7"/>
    <dgm:cxn modelId="{EBEAE27D-7C9A-477A-861C-CCCCBB6CD84E}" srcId="{ADB5C5C2-298B-4333-A4A4-B76FC4D43761}" destId="{679C1D22-7973-4766-BB36-7AA9B4D9A929}" srcOrd="1" destOrd="0" parTransId="{D695AEA4-A230-4115-A7EC-231CB0DCEB68}" sibTransId="{28A8A089-8029-47F4-BE0D-3F96B65B1556}"/>
    <dgm:cxn modelId="{3F762780-03E8-486A-89A8-7EBC5D0B69CC}" type="presOf" srcId="{79FE1515-DF44-4D10-9862-8DC6A3A4A0E3}" destId="{55946476-CA30-4C24-95C3-29B596E5079A}" srcOrd="1" destOrd="1" presId="urn:microsoft.com/office/officeart/2005/8/layout/hList7"/>
    <dgm:cxn modelId="{BC399783-0A2A-480A-AA4B-E3F7277EEE69}" srcId="{EF1DF1C5-27E4-4EB2-8EF6-3043AC4F5F50}" destId="{F37CCEC0-B864-48CA-8F6D-90D37D96963B}" srcOrd="1" destOrd="0" parTransId="{48BCA0C2-36CB-4946-A687-BA8E54679F7F}" sibTransId="{5AC96D68-1AD7-4E2C-8713-BFEB85830801}"/>
    <dgm:cxn modelId="{03EA4C86-F578-4B85-B8A3-188C8FFD972D}" type="presOf" srcId="{25677D9B-E6A4-4773-B014-6D140EFCF695}" destId="{A565525F-8E68-499A-A035-8809E8F1147A}" srcOrd="0" destOrd="1" presId="urn:microsoft.com/office/officeart/2005/8/layout/hList7"/>
    <dgm:cxn modelId="{9CFBE893-583A-4391-9456-F2C0E6028BFB}" srcId="{ADB5C5C2-298B-4333-A4A4-B76FC4D43761}" destId="{25677D9B-E6A4-4773-B014-6D140EFCF695}" srcOrd="0" destOrd="0" parTransId="{2D8423A7-16BF-43E7-9905-C5B90679C51A}" sibTransId="{42DEB218-D93F-4D85-8EE7-C4515F646586}"/>
    <dgm:cxn modelId="{17760694-6A89-4644-80FC-4A4443FF893B}" type="presOf" srcId="{EF1DF1C5-27E4-4EB2-8EF6-3043AC4F5F50}" destId="{9F17EA84-EFA1-425D-B1D6-FFA29205B100}" srcOrd="0" destOrd="0" presId="urn:microsoft.com/office/officeart/2005/8/layout/hList7"/>
    <dgm:cxn modelId="{5D26E6A5-0803-4AFE-B72F-40EED6A0D0AC}" type="presOf" srcId="{F37CCEC0-B864-48CA-8F6D-90D37D96963B}" destId="{DB55200E-E41E-4B2D-9977-2E6FEC001A42}" srcOrd="1" destOrd="2" presId="urn:microsoft.com/office/officeart/2005/8/layout/hList7"/>
    <dgm:cxn modelId="{E8B77AB1-DC62-48A8-A78C-0A392960A16A}" type="presOf" srcId="{8840BD9D-FD67-494E-9DE6-2339A33E83D8}" destId="{175C456D-322B-4970-A4FF-05A211112C9A}" srcOrd="0" destOrd="1" presId="urn:microsoft.com/office/officeart/2005/8/layout/hList7"/>
    <dgm:cxn modelId="{3BB9DFB9-9F54-445F-A750-1A437E21452C}" type="presOf" srcId="{6669D180-A5BB-49B0-8BC5-0B4EEC112F03}" destId="{0E70F04F-D90F-400D-9648-B8BEF758683C}" srcOrd="0" destOrd="0" presId="urn:microsoft.com/office/officeart/2005/8/layout/hList7"/>
    <dgm:cxn modelId="{B3C19ABA-5AB7-4D30-BB18-073BCF5B7C9F}" type="presOf" srcId="{F37CCEC0-B864-48CA-8F6D-90D37D96963B}" destId="{9F17EA84-EFA1-425D-B1D6-FFA29205B100}" srcOrd="0" destOrd="2" presId="urn:microsoft.com/office/officeart/2005/8/layout/hList7"/>
    <dgm:cxn modelId="{561FEEBC-90E4-4C87-9ECA-AF543CF9BBDB}" type="presOf" srcId="{DCABB797-1C1E-4C83-8493-7284D03805F7}" destId="{C77B1F26-81AE-4185-951E-CD4E189315B3}" srcOrd="1" destOrd="2" presId="urn:microsoft.com/office/officeart/2005/8/layout/hList7"/>
    <dgm:cxn modelId="{8481F7C4-BB59-4136-B737-3A7FF8797B2F}" srcId="{B8A5DD38-2231-4AB1-933E-A4ACDA9B5338}" destId="{EF1DF1C5-27E4-4EB2-8EF6-3043AC4F5F50}" srcOrd="1" destOrd="0" parTransId="{ACD240F3-B21E-4329-B6A1-A2337705A33F}" sibTransId="{BF251077-9EC2-4885-A79C-7AE8B425725A}"/>
    <dgm:cxn modelId="{333CC5D0-61F8-4DC6-A3BE-CFBF9B95FDDB}" type="presOf" srcId="{BF251077-9EC2-4885-A79C-7AE8B425725A}" destId="{0787A142-3D39-48A7-9A23-C1331C71E44E}" srcOrd="0" destOrd="0" presId="urn:microsoft.com/office/officeart/2005/8/layout/hList7"/>
    <dgm:cxn modelId="{657A3DD1-CCA5-41BD-8CBF-A49A22A19DBE}" type="presOf" srcId="{1600C723-E685-46B8-98CF-3BAC32667D75}" destId="{DB55200E-E41E-4B2D-9977-2E6FEC001A42}" srcOrd="1" destOrd="1" presId="urn:microsoft.com/office/officeart/2005/8/layout/hList7"/>
    <dgm:cxn modelId="{F0CFDCD1-E884-4CD8-A353-6211BB79C441}" type="presOf" srcId="{F2B3B026-0A78-460C-9AB1-36E1CA304B9A}" destId="{0BB969A9-2A4A-45D5-905F-67A1144A9C58}" srcOrd="0" destOrd="2" presId="urn:microsoft.com/office/officeart/2005/8/layout/hList7"/>
    <dgm:cxn modelId="{4176B5D8-0471-44D9-BE1E-9276EE819EF3}" srcId="{6F4787EA-1DC6-434F-8BFF-253FCCD1E7E3}" destId="{79FE1515-DF44-4D10-9862-8DC6A3A4A0E3}" srcOrd="0" destOrd="0" parTransId="{07B059A2-5BF3-4CBC-B852-44A694EF862A}" sibTransId="{AEF99EAE-CB28-469B-A616-0A3D26A5150B}"/>
    <dgm:cxn modelId="{AD542CDC-F580-44B1-80DF-7CA2EE749055}" type="presOf" srcId="{F2B3B026-0A78-460C-9AB1-36E1CA304B9A}" destId="{55946476-CA30-4C24-95C3-29B596E5079A}" srcOrd="1" destOrd="2" presId="urn:microsoft.com/office/officeart/2005/8/layout/hList7"/>
    <dgm:cxn modelId="{5BB371E1-247B-439B-8EE0-8E05D3AF0E06}" type="presOf" srcId="{6F4787EA-1DC6-434F-8BFF-253FCCD1E7E3}" destId="{0BB969A9-2A4A-45D5-905F-67A1144A9C58}" srcOrd="0" destOrd="0" presId="urn:microsoft.com/office/officeart/2005/8/layout/hList7"/>
    <dgm:cxn modelId="{4F1CACE5-1643-43F0-B06E-358071FA75E3}" srcId="{6F4787EA-1DC6-434F-8BFF-253FCCD1E7E3}" destId="{F2B3B026-0A78-460C-9AB1-36E1CA304B9A}" srcOrd="1" destOrd="0" parTransId="{AE08F420-E126-46F2-8B59-42BF4D585C28}" sibTransId="{7BBEDA19-414E-4D20-9734-255C6F077F7A}"/>
    <dgm:cxn modelId="{8E3B39E9-A5E3-4539-81D0-CB79C8DB0A0D}" type="presOf" srcId="{679C1D22-7973-4766-BB36-7AA9B4D9A929}" destId="{D0C85E47-2B64-4752-9A15-8127B9E17B1B}" srcOrd="1" destOrd="2" presId="urn:microsoft.com/office/officeart/2005/8/layout/hList7"/>
    <dgm:cxn modelId="{C96E1DEA-B43F-4941-8DF9-319ED7F518C4}" type="presOf" srcId="{6F4787EA-1DC6-434F-8BFF-253FCCD1E7E3}" destId="{55946476-CA30-4C24-95C3-29B596E5079A}" srcOrd="1" destOrd="0" presId="urn:microsoft.com/office/officeart/2005/8/layout/hList7"/>
    <dgm:cxn modelId="{EE7932EC-148B-4DD8-A3F5-9E3BC6C1F699}" srcId="{EF1DF1C5-27E4-4EB2-8EF6-3043AC4F5F50}" destId="{1600C723-E685-46B8-98CF-3BAC32667D75}" srcOrd="0" destOrd="0" parTransId="{762E93D8-BA15-4808-A647-1F55BDE03AA5}" sibTransId="{E9F105FB-94AC-4DF2-995A-19F84CC031AB}"/>
    <dgm:cxn modelId="{6BE907F0-BBE4-40D9-A87C-1E3253A620FB}" type="presOf" srcId="{25677D9B-E6A4-4773-B014-6D140EFCF695}" destId="{D0C85E47-2B64-4752-9A15-8127B9E17B1B}" srcOrd="1" destOrd="1" presId="urn:microsoft.com/office/officeart/2005/8/layout/hList7"/>
    <dgm:cxn modelId="{17018CF7-F92F-47D7-ABD7-EF6A2C71AB01}" type="presOf" srcId="{ADB5C5C2-298B-4333-A4A4-B76FC4D43761}" destId="{D0C85E47-2B64-4752-9A15-8127B9E17B1B}" srcOrd="1" destOrd="0" presId="urn:microsoft.com/office/officeart/2005/8/layout/hList7"/>
    <dgm:cxn modelId="{F9482DC9-22C5-4334-9C23-290AAFA39BA2}" type="presParOf" srcId="{A3450F86-02B3-4069-BAA0-32A7F51E5DDC}" destId="{7B82F53A-E80C-47B0-8370-076788459F8B}" srcOrd="0" destOrd="0" presId="urn:microsoft.com/office/officeart/2005/8/layout/hList7"/>
    <dgm:cxn modelId="{AEE5FC3E-E73B-4FAB-AADC-D241B153C5D0}" type="presParOf" srcId="{A3450F86-02B3-4069-BAA0-32A7F51E5DDC}" destId="{DA9D0823-5506-4FEA-B8D0-C8D4F9DF497B}" srcOrd="1" destOrd="0" presId="urn:microsoft.com/office/officeart/2005/8/layout/hList7"/>
    <dgm:cxn modelId="{B334051B-E166-44F7-90FB-EA4792989614}" type="presParOf" srcId="{DA9D0823-5506-4FEA-B8D0-C8D4F9DF497B}" destId="{AFEADE29-9A81-45F6-8D63-AA5141FAEDAD}" srcOrd="0" destOrd="0" presId="urn:microsoft.com/office/officeart/2005/8/layout/hList7"/>
    <dgm:cxn modelId="{8CD523E9-54AB-439E-A39F-2C80B32E1B53}" type="presParOf" srcId="{AFEADE29-9A81-45F6-8D63-AA5141FAEDAD}" destId="{0BB969A9-2A4A-45D5-905F-67A1144A9C58}" srcOrd="0" destOrd="0" presId="urn:microsoft.com/office/officeart/2005/8/layout/hList7"/>
    <dgm:cxn modelId="{75F56D06-4CEE-4EA0-94F8-28F3EC416F63}" type="presParOf" srcId="{AFEADE29-9A81-45F6-8D63-AA5141FAEDAD}" destId="{55946476-CA30-4C24-95C3-29B596E5079A}" srcOrd="1" destOrd="0" presId="urn:microsoft.com/office/officeart/2005/8/layout/hList7"/>
    <dgm:cxn modelId="{EAD0D649-347E-47D3-A458-B162F88B47D6}" type="presParOf" srcId="{AFEADE29-9A81-45F6-8D63-AA5141FAEDAD}" destId="{46CBBDB9-D212-4A53-B9AF-3393413F32C9}" srcOrd="2" destOrd="0" presId="urn:microsoft.com/office/officeart/2005/8/layout/hList7"/>
    <dgm:cxn modelId="{CEA6C597-0410-481D-A034-82CB77BAD7F5}" type="presParOf" srcId="{AFEADE29-9A81-45F6-8D63-AA5141FAEDAD}" destId="{90DDAEDC-5AF9-48F7-A978-F8BEA1ADE5C0}" srcOrd="3" destOrd="0" presId="urn:microsoft.com/office/officeart/2005/8/layout/hList7"/>
    <dgm:cxn modelId="{26829C75-9365-4A81-8BB7-B1168949DCF2}" type="presParOf" srcId="{DA9D0823-5506-4FEA-B8D0-C8D4F9DF497B}" destId="{0E70F04F-D90F-400D-9648-B8BEF758683C}" srcOrd="1" destOrd="0" presId="urn:microsoft.com/office/officeart/2005/8/layout/hList7"/>
    <dgm:cxn modelId="{F9BF1A81-7F0C-47FD-BD59-AC5B36E8D506}" type="presParOf" srcId="{DA9D0823-5506-4FEA-B8D0-C8D4F9DF497B}" destId="{EA6BD34D-48CA-4771-A9E1-F37536F6E6B0}" srcOrd="2" destOrd="0" presId="urn:microsoft.com/office/officeart/2005/8/layout/hList7"/>
    <dgm:cxn modelId="{8701B3B9-FA6C-4182-B241-CB681E4DB7D2}" type="presParOf" srcId="{EA6BD34D-48CA-4771-A9E1-F37536F6E6B0}" destId="{9F17EA84-EFA1-425D-B1D6-FFA29205B100}" srcOrd="0" destOrd="0" presId="urn:microsoft.com/office/officeart/2005/8/layout/hList7"/>
    <dgm:cxn modelId="{5949907F-FFDA-4243-9A92-7AFC93D020A9}" type="presParOf" srcId="{EA6BD34D-48CA-4771-A9E1-F37536F6E6B0}" destId="{DB55200E-E41E-4B2D-9977-2E6FEC001A42}" srcOrd="1" destOrd="0" presId="urn:microsoft.com/office/officeart/2005/8/layout/hList7"/>
    <dgm:cxn modelId="{179EB18F-1318-4B4A-9061-DB0AEEF28B0B}" type="presParOf" srcId="{EA6BD34D-48CA-4771-A9E1-F37536F6E6B0}" destId="{20FF8E0A-2815-4F65-8108-5879E4BA0A08}" srcOrd="2" destOrd="0" presId="urn:microsoft.com/office/officeart/2005/8/layout/hList7"/>
    <dgm:cxn modelId="{3A0D8C4E-1976-40FC-BE27-B10375B50F1C}" type="presParOf" srcId="{EA6BD34D-48CA-4771-A9E1-F37536F6E6B0}" destId="{58CBCB55-A8CF-4783-BB93-355075FBDA82}" srcOrd="3" destOrd="0" presId="urn:microsoft.com/office/officeart/2005/8/layout/hList7"/>
    <dgm:cxn modelId="{28D32293-1B23-49C4-9DCF-D348D4C34D28}" type="presParOf" srcId="{DA9D0823-5506-4FEA-B8D0-C8D4F9DF497B}" destId="{0787A142-3D39-48A7-9A23-C1331C71E44E}" srcOrd="3" destOrd="0" presId="urn:microsoft.com/office/officeart/2005/8/layout/hList7"/>
    <dgm:cxn modelId="{6B588998-9277-48FC-85C8-3FB3D4019DB7}" type="presParOf" srcId="{DA9D0823-5506-4FEA-B8D0-C8D4F9DF497B}" destId="{1DEAADC4-BF92-46FB-8208-4B0C3F7D1900}" srcOrd="4" destOrd="0" presId="urn:microsoft.com/office/officeart/2005/8/layout/hList7"/>
    <dgm:cxn modelId="{827F80CD-6C9C-4998-B0C2-FAAAD5C91770}" type="presParOf" srcId="{1DEAADC4-BF92-46FB-8208-4B0C3F7D1900}" destId="{A565525F-8E68-499A-A035-8809E8F1147A}" srcOrd="0" destOrd="0" presId="urn:microsoft.com/office/officeart/2005/8/layout/hList7"/>
    <dgm:cxn modelId="{D89A53D9-ACB2-42B2-9F2E-27A91E59C585}" type="presParOf" srcId="{1DEAADC4-BF92-46FB-8208-4B0C3F7D1900}" destId="{D0C85E47-2B64-4752-9A15-8127B9E17B1B}" srcOrd="1" destOrd="0" presId="urn:microsoft.com/office/officeart/2005/8/layout/hList7"/>
    <dgm:cxn modelId="{FA749799-584A-47F9-8218-1C03A51F21AA}" type="presParOf" srcId="{1DEAADC4-BF92-46FB-8208-4B0C3F7D1900}" destId="{0AA6AF53-B206-44CB-84A0-600F3D0B648D}" srcOrd="2" destOrd="0" presId="urn:microsoft.com/office/officeart/2005/8/layout/hList7"/>
    <dgm:cxn modelId="{0F27A847-C034-4FC8-8570-B07E60808433}" type="presParOf" srcId="{1DEAADC4-BF92-46FB-8208-4B0C3F7D1900}" destId="{FC5200E6-A6AE-480A-8DE9-D9A403B3E84C}" srcOrd="3" destOrd="0" presId="urn:microsoft.com/office/officeart/2005/8/layout/hList7"/>
    <dgm:cxn modelId="{9C188F53-93AC-4F59-990F-CFD1C6F4EBEC}" type="presParOf" srcId="{DA9D0823-5506-4FEA-B8D0-C8D4F9DF497B}" destId="{2D7A520F-799A-4958-A85B-6DAFB479C733}" srcOrd="5" destOrd="0" presId="urn:microsoft.com/office/officeart/2005/8/layout/hList7"/>
    <dgm:cxn modelId="{6F98690C-CC29-4225-AC48-72979B292135}" type="presParOf" srcId="{DA9D0823-5506-4FEA-B8D0-C8D4F9DF497B}" destId="{DC67DAA1-6937-4A56-92C5-E48377FEDC57}" srcOrd="6" destOrd="0" presId="urn:microsoft.com/office/officeart/2005/8/layout/hList7"/>
    <dgm:cxn modelId="{FDA3E982-13A8-422B-B90E-7A7F41A01BF3}" type="presParOf" srcId="{DC67DAA1-6937-4A56-92C5-E48377FEDC57}" destId="{175C456D-322B-4970-A4FF-05A211112C9A}" srcOrd="0" destOrd="0" presId="urn:microsoft.com/office/officeart/2005/8/layout/hList7"/>
    <dgm:cxn modelId="{9763750F-D197-4C3B-AFEA-F3F48F1A18B6}" type="presParOf" srcId="{DC67DAA1-6937-4A56-92C5-E48377FEDC57}" destId="{C77B1F26-81AE-4185-951E-CD4E189315B3}" srcOrd="1" destOrd="0" presId="urn:microsoft.com/office/officeart/2005/8/layout/hList7"/>
    <dgm:cxn modelId="{FEF393DB-B673-4E6B-867A-7C9A059043F5}" type="presParOf" srcId="{DC67DAA1-6937-4A56-92C5-E48377FEDC57}" destId="{2EF266E8-8D76-4ED5-85E9-9EBBA35C8C13}" srcOrd="2" destOrd="0" presId="urn:microsoft.com/office/officeart/2005/8/layout/hList7"/>
    <dgm:cxn modelId="{F5E25955-4F4F-425D-975C-02D2CBA81C40}" type="presParOf" srcId="{DC67DAA1-6937-4A56-92C5-E48377FEDC57}" destId="{A39431D7-FD3B-423F-BA8C-0CCA840B68C3}" srcOrd="3" destOrd="0" presId="urn:microsoft.com/office/officeart/2005/8/layout/hList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879D968-AA5C-4C96-850A-B8A3887F8718}" type="doc">
      <dgm:prSet loTypeId="urn:microsoft.com/office/officeart/2005/8/layout/hList7" loCatId="list" qsTypeId="urn:microsoft.com/office/officeart/2005/8/quickstyle/simple1#3" qsCatId="simple" csTypeId="urn:microsoft.com/office/officeart/2005/8/colors/accent1_2#3" csCatId="accent1" phldr="1"/>
      <dgm:spPr/>
      <dgm:t>
        <a:bodyPr/>
        <a:lstStyle/>
        <a:p>
          <a:endParaRPr lang="fr-BE"/>
        </a:p>
      </dgm:t>
    </dgm:pt>
    <dgm:pt modelId="{BA151957-8073-4C8F-AD2C-2C21C8D966C8}">
      <dgm:prSet/>
      <dgm:spPr/>
      <dgm:t>
        <a:bodyPr/>
        <a:lstStyle/>
        <a:p>
          <a:r>
            <a:rPr lang="en-US"/>
            <a:t>Orchestration</a:t>
          </a:r>
          <a:endParaRPr lang="fr-BE"/>
        </a:p>
      </dgm:t>
    </dgm:pt>
    <dgm:pt modelId="{40DD8C6C-90D3-47B8-A039-AB7FDD753931}" type="parTrans" cxnId="{FCBAB6C2-3405-4AD0-BFD1-32CC3FAAE461}">
      <dgm:prSet/>
      <dgm:spPr/>
      <dgm:t>
        <a:bodyPr/>
        <a:lstStyle/>
        <a:p>
          <a:endParaRPr lang="fr-BE"/>
        </a:p>
      </dgm:t>
    </dgm:pt>
    <dgm:pt modelId="{F3C6B6C1-62BD-4F14-84DC-E6E1048D6449}" type="sibTrans" cxnId="{FCBAB6C2-3405-4AD0-BFD1-32CC3FAAE461}">
      <dgm:prSet/>
      <dgm:spPr/>
      <dgm:t>
        <a:bodyPr/>
        <a:lstStyle/>
        <a:p>
          <a:endParaRPr lang="fr-BE"/>
        </a:p>
      </dgm:t>
    </dgm:pt>
    <dgm:pt modelId="{4F5F79F3-EB53-4584-9D09-641BC7570CB0}">
      <dgm:prSet/>
      <dgm:spPr/>
      <dgm:t>
        <a:bodyPr/>
        <a:lstStyle/>
        <a:p>
          <a:r>
            <a:rPr lang="en-US"/>
            <a:t>Configuration Management</a:t>
          </a:r>
          <a:endParaRPr lang="fr-BE"/>
        </a:p>
      </dgm:t>
    </dgm:pt>
    <dgm:pt modelId="{A48EFE46-C7FE-4E3E-91B7-85BBEE0E42AE}" type="parTrans" cxnId="{7736C370-AD4F-4314-86ED-D09439A8F09A}">
      <dgm:prSet/>
      <dgm:spPr/>
      <dgm:t>
        <a:bodyPr/>
        <a:lstStyle/>
        <a:p>
          <a:endParaRPr lang="fr-BE"/>
        </a:p>
      </dgm:t>
    </dgm:pt>
    <dgm:pt modelId="{9689C98C-4F3C-4B7C-851F-E63AD4978741}" type="sibTrans" cxnId="{7736C370-AD4F-4314-86ED-D09439A8F09A}">
      <dgm:prSet/>
      <dgm:spPr/>
      <dgm:t>
        <a:bodyPr/>
        <a:lstStyle/>
        <a:p>
          <a:endParaRPr lang="fr-BE"/>
        </a:p>
      </dgm:t>
    </dgm:pt>
    <dgm:pt modelId="{6B1A23F3-3DA1-4125-9F91-BDBA31B42491}">
      <dgm:prSet/>
      <dgm:spPr/>
      <dgm:t>
        <a:bodyPr/>
        <a:lstStyle/>
        <a:p>
          <a:r>
            <a:rPr lang="en-US"/>
            <a:t>Application Deployment</a:t>
          </a:r>
          <a:endParaRPr lang="fr-BE"/>
        </a:p>
      </dgm:t>
    </dgm:pt>
    <dgm:pt modelId="{DDFBD21E-F9A0-4144-BD19-6D4C557F66F6}" type="parTrans" cxnId="{C97054A8-2BCD-4465-9CDC-84AA0F52D3DB}">
      <dgm:prSet/>
      <dgm:spPr/>
      <dgm:t>
        <a:bodyPr/>
        <a:lstStyle/>
        <a:p>
          <a:endParaRPr lang="fr-BE"/>
        </a:p>
      </dgm:t>
    </dgm:pt>
    <dgm:pt modelId="{2A31706D-71D2-47D9-B91B-73B5366F2F17}" type="sibTrans" cxnId="{C97054A8-2BCD-4465-9CDC-84AA0F52D3DB}">
      <dgm:prSet/>
      <dgm:spPr/>
      <dgm:t>
        <a:bodyPr/>
        <a:lstStyle/>
        <a:p>
          <a:endParaRPr lang="fr-BE"/>
        </a:p>
      </dgm:t>
    </dgm:pt>
    <dgm:pt modelId="{98064963-B758-44FB-A081-1DEC205C5DED}">
      <dgm:prSet/>
      <dgm:spPr/>
      <dgm:t>
        <a:bodyPr/>
        <a:lstStyle/>
        <a:p>
          <a:r>
            <a:rPr lang="en-US"/>
            <a:t>Provisioning</a:t>
          </a:r>
          <a:endParaRPr lang="fr-BE"/>
        </a:p>
      </dgm:t>
    </dgm:pt>
    <dgm:pt modelId="{647E5B0F-3399-4B62-A0B1-831896FE737C}" type="parTrans" cxnId="{9A8D34FF-C07F-414E-8D88-4253D6827A00}">
      <dgm:prSet/>
      <dgm:spPr/>
      <dgm:t>
        <a:bodyPr/>
        <a:lstStyle/>
        <a:p>
          <a:endParaRPr lang="fr-BE"/>
        </a:p>
      </dgm:t>
    </dgm:pt>
    <dgm:pt modelId="{BA7054A7-1657-4A9F-9C07-373EEFB64E0C}" type="sibTrans" cxnId="{9A8D34FF-C07F-414E-8D88-4253D6827A00}">
      <dgm:prSet/>
      <dgm:spPr/>
      <dgm:t>
        <a:bodyPr/>
        <a:lstStyle/>
        <a:p>
          <a:endParaRPr lang="fr-BE"/>
        </a:p>
      </dgm:t>
    </dgm:pt>
    <dgm:pt modelId="{13CF4F07-D3E7-4B42-A2D8-059E1A8BA811}">
      <dgm:prSet/>
      <dgm:spPr/>
      <dgm:t>
        <a:bodyPr/>
        <a:lstStyle/>
        <a:p>
          <a:r>
            <a:rPr lang="en-US"/>
            <a:t>Continuous Delivery</a:t>
          </a:r>
          <a:endParaRPr lang="fr-BE"/>
        </a:p>
      </dgm:t>
    </dgm:pt>
    <dgm:pt modelId="{C561AF81-0198-4F6B-81C0-EB8D619EE94B}" type="parTrans" cxnId="{5E68757F-A376-4984-9606-2B08EC2AD057}">
      <dgm:prSet/>
      <dgm:spPr/>
      <dgm:t>
        <a:bodyPr/>
        <a:lstStyle/>
        <a:p>
          <a:endParaRPr lang="fr-BE"/>
        </a:p>
      </dgm:t>
    </dgm:pt>
    <dgm:pt modelId="{F9F49B80-8D2D-419E-BF52-7972C5B1050B}" type="sibTrans" cxnId="{5E68757F-A376-4984-9606-2B08EC2AD057}">
      <dgm:prSet/>
      <dgm:spPr/>
      <dgm:t>
        <a:bodyPr/>
        <a:lstStyle/>
        <a:p>
          <a:endParaRPr lang="fr-BE"/>
        </a:p>
      </dgm:t>
    </dgm:pt>
    <dgm:pt modelId="{1F36CFFF-D86E-4C97-A5BA-ABE267CC16F4}">
      <dgm:prSet/>
      <dgm:spPr/>
      <dgm:t>
        <a:bodyPr/>
        <a:lstStyle/>
        <a:p>
          <a:r>
            <a:rPr lang="en-US"/>
            <a:t>Security and Compliance</a:t>
          </a:r>
          <a:endParaRPr lang="fr-BE"/>
        </a:p>
      </dgm:t>
    </dgm:pt>
    <dgm:pt modelId="{A41B3A25-2CF8-47D4-8198-6ADE3391A373}" type="parTrans" cxnId="{A4D08138-2563-4321-8FAE-66134104627F}">
      <dgm:prSet/>
      <dgm:spPr/>
      <dgm:t>
        <a:bodyPr/>
        <a:lstStyle/>
        <a:p>
          <a:endParaRPr lang="fr-BE"/>
        </a:p>
      </dgm:t>
    </dgm:pt>
    <dgm:pt modelId="{9CCA3F5B-A0AB-4744-A81B-F26AEC8599A1}" type="sibTrans" cxnId="{A4D08138-2563-4321-8FAE-66134104627F}">
      <dgm:prSet/>
      <dgm:spPr/>
      <dgm:t>
        <a:bodyPr/>
        <a:lstStyle/>
        <a:p>
          <a:endParaRPr lang="fr-BE"/>
        </a:p>
      </dgm:t>
    </dgm:pt>
    <dgm:pt modelId="{309D4BBF-0633-4E90-AF7B-C45EC8CB347F}" type="pres">
      <dgm:prSet presAssocID="{9879D968-AA5C-4C96-850A-B8A3887F8718}" presName="Name0" presStyleCnt="0">
        <dgm:presLayoutVars>
          <dgm:dir/>
          <dgm:resizeHandles val="exact"/>
        </dgm:presLayoutVars>
      </dgm:prSet>
      <dgm:spPr/>
    </dgm:pt>
    <dgm:pt modelId="{5F52EB79-7941-4741-AB14-4B9B75C35498}" type="pres">
      <dgm:prSet presAssocID="{9879D968-AA5C-4C96-850A-B8A3887F8718}" presName="fgShape" presStyleLbl="fgShp" presStyleIdx="0" presStyleCnt="1"/>
      <dgm:spPr/>
    </dgm:pt>
    <dgm:pt modelId="{EA9D8853-F66D-42AB-8889-C738DE4F5341}" type="pres">
      <dgm:prSet presAssocID="{9879D968-AA5C-4C96-850A-B8A3887F8718}" presName="linComp" presStyleCnt="0"/>
      <dgm:spPr/>
    </dgm:pt>
    <dgm:pt modelId="{DB6A3BB1-77B4-4C2C-97AD-303AC7453571}" type="pres">
      <dgm:prSet presAssocID="{BA151957-8073-4C8F-AD2C-2C21C8D966C8}" presName="compNode" presStyleCnt="0"/>
      <dgm:spPr/>
    </dgm:pt>
    <dgm:pt modelId="{A84E2E88-EFA7-4B6B-9C66-6E92587DE452}" type="pres">
      <dgm:prSet presAssocID="{BA151957-8073-4C8F-AD2C-2C21C8D966C8}" presName="bkgdShape" presStyleLbl="node1" presStyleIdx="0" presStyleCnt="6"/>
      <dgm:spPr/>
    </dgm:pt>
    <dgm:pt modelId="{EE6C5605-747F-41AF-8CDC-196FDF3E268E}" type="pres">
      <dgm:prSet presAssocID="{BA151957-8073-4C8F-AD2C-2C21C8D966C8}" presName="nodeTx" presStyleLbl="node1" presStyleIdx="0" presStyleCnt="6">
        <dgm:presLayoutVars>
          <dgm:bulletEnabled val="1"/>
        </dgm:presLayoutVars>
      </dgm:prSet>
      <dgm:spPr/>
    </dgm:pt>
    <dgm:pt modelId="{92CCDEA2-51AD-47AC-9CE6-E93012320A7E}" type="pres">
      <dgm:prSet presAssocID="{BA151957-8073-4C8F-AD2C-2C21C8D966C8}" presName="invisiNode" presStyleLbl="node1" presStyleIdx="0" presStyleCnt="6"/>
      <dgm:spPr/>
    </dgm:pt>
    <dgm:pt modelId="{2CD90FCA-CFD9-40FC-AFDE-0087ADDC7CA9}" type="pres">
      <dgm:prSet presAssocID="{BA151957-8073-4C8F-AD2C-2C21C8D966C8}" presName="imagNode" presStyleLbl="fgImgPlace1" presStyleIdx="0" presStyleCnt="6"/>
      <dgm:spPr>
        <a:blipFill>
          <a:blip xmlns:r="http://schemas.openxmlformats.org/officeDocument/2006/relationships" r:embed="rId1">
            <a:extLst>
              <a:ext uri="{28A0092B-C50C-407E-A947-70E740481C1C}">
                <a14:useLocalDpi xmlns:a14="http://schemas.microsoft.com/office/drawing/2010/main" val="0"/>
              </a:ext>
            </a:extLst>
          </a:blip>
          <a:srcRect/>
          <a:stretch>
            <a:fillRect l="-15000" r="-15000"/>
          </a:stretch>
        </a:blipFill>
      </dgm:spPr>
    </dgm:pt>
    <dgm:pt modelId="{CCF97405-E26E-432D-9890-92E51123B235}" type="pres">
      <dgm:prSet presAssocID="{F3C6B6C1-62BD-4F14-84DC-E6E1048D6449}" presName="sibTrans" presStyleLbl="sibTrans2D1" presStyleIdx="0" presStyleCnt="0"/>
      <dgm:spPr/>
    </dgm:pt>
    <dgm:pt modelId="{30E92E63-1861-4AF4-AD35-94BBFA6FC26D}" type="pres">
      <dgm:prSet presAssocID="{4F5F79F3-EB53-4584-9D09-641BC7570CB0}" presName="compNode" presStyleCnt="0"/>
      <dgm:spPr/>
    </dgm:pt>
    <dgm:pt modelId="{55927CFD-2DB4-4730-AF99-F425DDB65209}" type="pres">
      <dgm:prSet presAssocID="{4F5F79F3-EB53-4584-9D09-641BC7570CB0}" presName="bkgdShape" presStyleLbl="node1" presStyleIdx="1" presStyleCnt="6"/>
      <dgm:spPr/>
    </dgm:pt>
    <dgm:pt modelId="{3DB915C7-5165-4575-AFC8-96C56B2E484A}" type="pres">
      <dgm:prSet presAssocID="{4F5F79F3-EB53-4584-9D09-641BC7570CB0}" presName="nodeTx" presStyleLbl="node1" presStyleIdx="1" presStyleCnt="6">
        <dgm:presLayoutVars>
          <dgm:bulletEnabled val="1"/>
        </dgm:presLayoutVars>
      </dgm:prSet>
      <dgm:spPr/>
    </dgm:pt>
    <dgm:pt modelId="{EFE9E674-BFF4-44F7-A681-3886F2603B65}" type="pres">
      <dgm:prSet presAssocID="{4F5F79F3-EB53-4584-9D09-641BC7570CB0}" presName="invisiNode" presStyleLbl="node1" presStyleIdx="1" presStyleCnt="6"/>
      <dgm:spPr/>
    </dgm:pt>
    <dgm:pt modelId="{5E6EA731-6759-4504-8B70-E9DA0CC6DC1C}" type="pres">
      <dgm:prSet presAssocID="{4F5F79F3-EB53-4584-9D09-641BC7570CB0}" presName="imagNode" presStyleLbl="fgImgPlace1" presStyleIdx="1" presStyleCnt="6"/>
      <dgm:spPr>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dgm:spPr>
    </dgm:pt>
    <dgm:pt modelId="{E90C675B-CE3C-4192-9552-5DB2C3D27564}" type="pres">
      <dgm:prSet presAssocID="{9689C98C-4F3C-4B7C-851F-E63AD4978741}" presName="sibTrans" presStyleLbl="sibTrans2D1" presStyleIdx="0" presStyleCnt="0"/>
      <dgm:spPr/>
    </dgm:pt>
    <dgm:pt modelId="{9B96D0D8-2494-4379-9122-809259D07EFF}" type="pres">
      <dgm:prSet presAssocID="{6B1A23F3-3DA1-4125-9F91-BDBA31B42491}" presName="compNode" presStyleCnt="0"/>
      <dgm:spPr/>
    </dgm:pt>
    <dgm:pt modelId="{A6876289-F82A-4B55-B909-4BF355C0BC8B}" type="pres">
      <dgm:prSet presAssocID="{6B1A23F3-3DA1-4125-9F91-BDBA31B42491}" presName="bkgdShape" presStyleLbl="node1" presStyleIdx="2" presStyleCnt="6"/>
      <dgm:spPr/>
    </dgm:pt>
    <dgm:pt modelId="{2FB5EF79-9D44-4039-898A-363B93748169}" type="pres">
      <dgm:prSet presAssocID="{6B1A23F3-3DA1-4125-9F91-BDBA31B42491}" presName="nodeTx" presStyleLbl="node1" presStyleIdx="2" presStyleCnt="6">
        <dgm:presLayoutVars>
          <dgm:bulletEnabled val="1"/>
        </dgm:presLayoutVars>
      </dgm:prSet>
      <dgm:spPr/>
    </dgm:pt>
    <dgm:pt modelId="{A7E81114-B346-494B-832A-0530CADCCEA1}" type="pres">
      <dgm:prSet presAssocID="{6B1A23F3-3DA1-4125-9F91-BDBA31B42491}" presName="invisiNode" presStyleLbl="node1" presStyleIdx="2" presStyleCnt="6"/>
      <dgm:spPr/>
    </dgm:pt>
    <dgm:pt modelId="{6D826651-8472-4CAC-94B3-8D3FB5BAAEE3}" type="pres">
      <dgm:prSet presAssocID="{6B1A23F3-3DA1-4125-9F91-BDBA31B42491}" presName="imagNode" presStyleLbl="fgImgPlace1" presStyleIdx="2" presStyleCnt="6"/>
      <dgm:spPr>
        <a:blipFill>
          <a:blip xmlns:r="http://schemas.openxmlformats.org/officeDocument/2006/relationships" r:embed="rId3">
            <a:extLst>
              <a:ext uri="{28A0092B-C50C-407E-A947-70E740481C1C}">
                <a14:useLocalDpi xmlns:a14="http://schemas.microsoft.com/office/drawing/2010/main" val="0"/>
              </a:ext>
            </a:extLst>
          </a:blip>
          <a:srcRect/>
          <a:stretch>
            <a:fillRect/>
          </a:stretch>
        </a:blipFill>
      </dgm:spPr>
    </dgm:pt>
    <dgm:pt modelId="{7D9F5259-6853-4E6E-BB9C-EF909677F77E}" type="pres">
      <dgm:prSet presAssocID="{2A31706D-71D2-47D9-B91B-73B5366F2F17}" presName="sibTrans" presStyleLbl="sibTrans2D1" presStyleIdx="0" presStyleCnt="0"/>
      <dgm:spPr/>
    </dgm:pt>
    <dgm:pt modelId="{DA6C3A52-5906-4DCB-82D9-7036F03A3071}" type="pres">
      <dgm:prSet presAssocID="{98064963-B758-44FB-A081-1DEC205C5DED}" presName="compNode" presStyleCnt="0"/>
      <dgm:spPr/>
    </dgm:pt>
    <dgm:pt modelId="{574389D0-E7C4-494A-81B6-80C96DF9F984}" type="pres">
      <dgm:prSet presAssocID="{98064963-B758-44FB-A081-1DEC205C5DED}" presName="bkgdShape" presStyleLbl="node1" presStyleIdx="3" presStyleCnt="6"/>
      <dgm:spPr/>
    </dgm:pt>
    <dgm:pt modelId="{6363417D-CB9F-44AE-9842-E5AC4D26B30A}" type="pres">
      <dgm:prSet presAssocID="{98064963-B758-44FB-A081-1DEC205C5DED}" presName="nodeTx" presStyleLbl="node1" presStyleIdx="3" presStyleCnt="6">
        <dgm:presLayoutVars>
          <dgm:bulletEnabled val="1"/>
        </dgm:presLayoutVars>
      </dgm:prSet>
      <dgm:spPr/>
    </dgm:pt>
    <dgm:pt modelId="{C9E6836E-2792-451F-84A7-7A17BA244720}" type="pres">
      <dgm:prSet presAssocID="{98064963-B758-44FB-A081-1DEC205C5DED}" presName="invisiNode" presStyleLbl="node1" presStyleIdx="3" presStyleCnt="6"/>
      <dgm:spPr/>
    </dgm:pt>
    <dgm:pt modelId="{60B432DD-BC4A-4D64-92C9-DAE6C04206BE}" type="pres">
      <dgm:prSet presAssocID="{98064963-B758-44FB-A081-1DEC205C5DED}" presName="imagNode" presStyleLbl="fgImgPlace1" presStyleIdx="3" presStyleCnt="6"/>
      <dgm:spPr>
        <a:blipFill>
          <a:blip xmlns:r="http://schemas.openxmlformats.org/officeDocument/2006/relationships" r:embed="rId4">
            <a:extLst>
              <a:ext uri="{28A0092B-C50C-407E-A947-70E740481C1C}">
                <a14:useLocalDpi xmlns:a14="http://schemas.microsoft.com/office/drawing/2010/main" val="0"/>
              </a:ext>
            </a:extLst>
          </a:blip>
          <a:srcRect/>
          <a:stretch>
            <a:fillRect/>
          </a:stretch>
        </a:blipFill>
      </dgm:spPr>
    </dgm:pt>
    <dgm:pt modelId="{0C4355CD-0D44-485A-9DFD-2DBF550C3222}" type="pres">
      <dgm:prSet presAssocID="{BA7054A7-1657-4A9F-9C07-373EEFB64E0C}" presName="sibTrans" presStyleLbl="sibTrans2D1" presStyleIdx="0" presStyleCnt="0"/>
      <dgm:spPr/>
    </dgm:pt>
    <dgm:pt modelId="{6D9387AB-E6F1-43EF-8482-ED67911FA57C}" type="pres">
      <dgm:prSet presAssocID="{13CF4F07-D3E7-4B42-A2D8-059E1A8BA811}" presName="compNode" presStyleCnt="0"/>
      <dgm:spPr/>
    </dgm:pt>
    <dgm:pt modelId="{74E4C3E6-7ACF-48E1-9FB3-FE81BD10F63B}" type="pres">
      <dgm:prSet presAssocID="{13CF4F07-D3E7-4B42-A2D8-059E1A8BA811}" presName="bkgdShape" presStyleLbl="node1" presStyleIdx="4" presStyleCnt="6"/>
      <dgm:spPr/>
    </dgm:pt>
    <dgm:pt modelId="{CBBFCA00-AE76-4D3F-96F3-C43BE7A99DE6}" type="pres">
      <dgm:prSet presAssocID="{13CF4F07-D3E7-4B42-A2D8-059E1A8BA811}" presName="nodeTx" presStyleLbl="node1" presStyleIdx="4" presStyleCnt="6">
        <dgm:presLayoutVars>
          <dgm:bulletEnabled val="1"/>
        </dgm:presLayoutVars>
      </dgm:prSet>
      <dgm:spPr/>
    </dgm:pt>
    <dgm:pt modelId="{0F7DA6AA-8B28-4FEF-BB7C-C55F8FECC3F8}" type="pres">
      <dgm:prSet presAssocID="{13CF4F07-D3E7-4B42-A2D8-059E1A8BA811}" presName="invisiNode" presStyleLbl="node1" presStyleIdx="4" presStyleCnt="6"/>
      <dgm:spPr/>
    </dgm:pt>
    <dgm:pt modelId="{100A4033-A275-43EA-ACFB-B3A4BAB9E867}" type="pres">
      <dgm:prSet presAssocID="{13CF4F07-D3E7-4B42-A2D8-059E1A8BA811}" presName="imagNode" presStyleLbl="fgImgPlace1" presStyleIdx="4" presStyleCnt="6"/>
      <dgm:spPr>
        <a:blipFill>
          <a:blip xmlns:r="http://schemas.openxmlformats.org/officeDocument/2006/relationships" r:embed="rId5">
            <a:extLst>
              <a:ext uri="{28A0092B-C50C-407E-A947-70E740481C1C}">
                <a14:useLocalDpi xmlns:a14="http://schemas.microsoft.com/office/drawing/2010/main" val="0"/>
              </a:ext>
            </a:extLst>
          </a:blip>
          <a:srcRect/>
          <a:stretch>
            <a:fillRect l="-39000" r="-39000"/>
          </a:stretch>
        </a:blipFill>
      </dgm:spPr>
    </dgm:pt>
    <dgm:pt modelId="{4A959103-5DEE-49DC-9A2A-0B2B4D7B3EF7}" type="pres">
      <dgm:prSet presAssocID="{F9F49B80-8D2D-419E-BF52-7972C5B1050B}" presName="sibTrans" presStyleLbl="sibTrans2D1" presStyleIdx="0" presStyleCnt="0"/>
      <dgm:spPr/>
    </dgm:pt>
    <dgm:pt modelId="{6BD7AF25-0158-442A-BCBF-7050EC0F0781}" type="pres">
      <dgm:prSet presAssocID="{1F36CFFF-D86E-4C97-A5BA-ABE267CC16F4}" presName="compNode" presStyleCnt="0"/>
      <dgm:spPr/>
    </dgm:pt>
    <dgm:pt modelId="{02AB31FA-58EC-4ABD-B3C3-64C1CAFF3BC7}" type="pres">
      <dgm:prSet presAssocID="{1F36CFFF-D86E-4C97-A5BA-ABE267CC16F4}" presName="bkgdShape" presStyleLbl="node1" presStyleIdx="5" presStyleCnt="6"/>
      <dgm:spPr/>
    </dgm:pt>
    <dgm:pt modelId="{ED9BBA88-E4CB-47B3-97DB-1F4909D69EC5}" type="pres">
      <dgm:prSet presAssocID="{1F36CFFF-D86E-4C97-A5BA-ABE267CC16F4}" presName="nodeTx" presStyleLbl="node1" presStyleIdx="5" presStyleCnt="6">
        <dgm:presLayoutVars>
          <dgm:bulletEnabled val="1"/>
        </dgm:presLayoutVars>
      </dgm:prSet>
      <dgm:spPr/>
    </dgm:pt>
    <dgm:pt modelId="{6E336347-315F-4C4E-B2D5-3F7CD8C977F6}" type="pres">
      <dgm:prSet presAssocID="{1F36CFFF-D86E-4C97-A5BA-ABE267CC16F4}" presName="invisiNode" presStyleLbl="node1" presStyleIdx="5" presStyleCnt="6"/>
      <dgm:spPr/>
    </dgm:pt>
    <dgm:pt modelId="{215161CE-7602-4675-9F7B-F8D4198EF1F9}" type="pres">
      <dgm:prSet presAssocID="{1F36CFFF-D86E-4C97-A5BA-ABE267CC16F4}" presName="imagNode" presStyleLbl="fgImgPlace1" presStyleIdx="5" presStyleCnt="6"/>
      <dgm:spPr>
        <a:blipFill>
          <a:blip xmlns:r="http://schemas.openxmlformats.org/officeDocument/2006/relationships" r:embed="rId6">
            <a:extLst>
              <a:ext uri="{28A0092B-C50C-407E-A947-70E740481C1C}">
                <a14:useLocalDpi xmlns:a14="http://schemas.microsoft.com/office/drawing/2010/main" val="0"/>
              </a:ext>
            </a:extLst>
          </a:blip>
          <a:srcRect/>
          <a:stretch>
            <a:fillRect t="-1000" b="-1000"/>
          </a:stretch>
        </a:blipFill>
      </dgm:spPr>
    </dgm:pt>
  </dgm:ptLst>
  <dgm:cxnLst>
    <dgm:cxn modelId="{73C76D00-A78B-416E-A7D5-43DB10CBEDB6}" type="presOf" srcId="{F9F49B80-8D2D-419E-BF52-7972C5B1050B}" destId="{4A959103-5DEE-49DC-9A2A-0B2B4D7B3EF7}" srcOrd="0" destOrd="0" presId="urn:microsoft.com/office/officeart/2005/8/layout/hList7"/>
    <dgm:cxn modelId="{0048AC04-0673-4100-B496-A676F5FD0ECF}" type="presOf" srcId="{6B1A23F3-3DA1-4125-9F91-BDBA31B42491}" destId="{A6876289-F82A-4B55-B909-4BF355C0BC8B}" srcOrd="0" destOrd="0" presId="urn:microsoft.com/office/officeart/2005/8/layout/hList7"/>
    <dgm:cxn modelId="{959C1105-8940-4185-A3F5-18E1D90CEE3E}" type="presOf" srcId="{4F5F79F3-EB53-4584-9D09-641BC7570CB0}" destId="{3DB915C7-5165-4575-AFC8-96C56B2E484A}" srcOrd="1" destOrd="0" presId="urn:microsoft.com/office/officeart/2005/8/layout/hList7"/>
    <dgm:cxn modelId="{92FDD20B-E4F9-4E3A-BAC6-7212FC302569}" type="presOf" srcId="{BA151957-8073-4C8F-AD2C-2C21C8D966C8}" destId="{A84E2E88-EFA7-4B6B-9C66-6E92587DE452}" srcOrd="0" destOrd="0" presId="urn:microsoft.com/office/officeart/2005/8/layout/hList7"/>
    <dgm:cxn modelId="{1622930D-D8C7-40B4-A23A-C2E9A27CF92E}" type="presOf" srcId="{2A31706D-71D2-47D9-B91B-73B5366F2F17}" destId="{7D9F5259-6853-4E6E-BB9C-EF909677F77E}" srcOrd="0" destOrd="0" presId="urn:microsoft.com/office/officeart/2005/8/layout/hList7"/>
    <dgm:cxn modelId="{57FAC20E-5F9A-418F-98CA-121E16B2BB35}" type="presOf" srcId="{9689C98C-4F3C-4B7C-851F-E63AD4978741}" destId="{E90C675B-CE3C-4192-9552-5DB2C3D27564}" srcOrd="0" destOrd="0" presId="urn:microsoft.com/office/officeart/2005/8/layout/hList7"/>
    <dgm:cxn modelId="{FEEECB15-F523-4C19-B7F7-D4406D39F08B}" type="presOf" srcId="{4F5F79F3-EB53-4584-9D09-641BC7570CB0}" destId="{55927CFD-2DB4-4730-AF99-F425DDB65209}" srcOrd="0" destOrd="0" presId="urn:microsoft.com/office/officeart/2005/8/layout/hList7"/>
    <dgm:cxn modelId="{2872C11A-BEB0-4E81-A5D9-A2B22CC65DDA}" type="presOf" srcId="{1F36CFFF-D86E-4C97-A5BA-ABE267CC16F4}" destId="{ED9BBA88-E4CB-47B3-97DB-1F4909D69EC5}" srcOrd="1" destOrd="0" presId="urn:microsoft.com/office/officeart/2005/8/layout/hList7"/>
    <dgm:cxn modelId="{A4D08138-2563-4321-8FAE-66134104627F}" srcId="{9879D968-AA5C-4C96-850A-B8A3887F8718}" destId="{1F36CFFF-D86E-4C97-A5BA-ABE267CC16F4}" srcOrd="5" destOrd="0" parTransId="{A41B3A25-2CF8-47D4-8198-6ADE3391A373}" sibTransId="{9CCA3F5B-A0AB-4744-A81B-F26AEC8599A1}"/>
    <dgm:cxn modelId="{C96A2464-86D8-4872-B6D0-3F05E22AC28A}" type="presOf" srcId="{98064963-B758-44FB-A081-1DEC205C5DED}" destId="{574389D0-E7C4-494A-81B6-80C96DF9F984}" srcOrd="0" destOrd="0" presId="urn:microsoft.com/office/officeart/2005/8/layout/hList7"/>
    <dgm:cxn modelId="{F1E41F6A-1376-42DD-8359-33849DD4D215}" type="presOf" srcId="{13CF4F07-D3E7-4B42-A2D8-059E1A8BA811}" destId="{CBBFCA00-AE76-4D3F-96F3-C43BE7A99DE6}" srcOrd="1" destOrd="0" presId="urn:microsoft.com/office/officeart/2005/8/layout/hList7"/>
    <dgm:cxn modelId="{D99DB36B-935F-4F0A-9626-687303F783AE}" type="presOf" srcId="{9879D968-AA5C-4C96-850A-B8A3887F8718}" destId="{309D4BBF-0633-4E90-AF7B-C45EC8CB347F}" srcOrd="0" destOrd="0" presId="urn:microsoft.com/office/officeart/2005/8/layout/hList7"/>
    <dgm:cxn modelId="{7736C370-AD4F-4314-86ED-D09439A8F09A}" srcId="{9879D968-AA5C-4C96-850A-B8A3887F8718}" destId="{4F5F79F3-EB53-4584-9D09-641BC7570CB0}" srcOrd="1" destOrd="0" parTransId="{A48EFE46-C7FE-4E3E-91B7-85BBEE0E42AE}" sibTransId="{9689C98C-4F3C-4B7C-851F-E63AD4978741}"/>
    <dgm:cxn modelId="{67E5FE70-AF80-454B-9A30-6F01159EBA4B}" type="presOf" srcId="{F3C6B6C1-62BD-4F14-84DC-E6E1048D6449}" destId="{CCF97405-E26E-432D-9890-92E51123B235}" srcOrd="0" destOrd="0" presId="urn:microsoft.com/office/officeart/2005/8/layout/hList7"/>
    <dgm:cxn modelId="{49EFA856-6696-4504-B4D0-30D131B4B202}" type="presOf" srcId="{BA151957-8073-4C8F-AD2C-2C21C8D966C8}" destId="{EE6C5605-747F-41AF-8CDC-196FDF3E268E}" srcOrd="1" destOrd="0" presId="urn:microsoft.com/office/officeart/2005/8/layout/hList7"/>
    <dgm:cxn modelId="{5E68757F-A376-4984-9606-2B08EC2AD057}" srcId="{9879D968-AA5C-4C96-850A-B8A3887F8718}" destId="{13CF4F07-D3E7-4B42-A2D8-059E1A8BA811}" srcOrd="4" destOrd="0" parTransId="{C561AF81-0198-4F6B-81C0-EB8D619EE94B}" sibTransId="{F9F49B80-8D2D-419E-BF52-7972C5B1050B}"/>
    <dgm:cxn modelId="{249A4C82-767B-49A0-B405-EB37DCF45B64}" type="presOf" srcId="{13CF4F07-D3E7-4B42-A2D8-059E1A8BA811}" destId="{74E4C3E6-7ACF-48E1-9FB3-FE81BD10F63B}" srcOrd="0" destOrd="0" presId="urn:microsoft.com/office/officeart/2005/8/layout/hList7"/>
    <dgm:cxn modelId="{C11CE888-4404-49A6-9A19-24E793DCFF59}" type="presOf" srcId="{1F36CFFF-D86E-4C97-A5BA-ABE267CC16F4}" destId="{02AB31FA-58EC-4ABD-B3C3-64C1CAFF3BC7}" srcOrd="0" destOrd="0" presId="urn:microsoft.com/office/officeart/2005/8/layout/hList7"/>
    <dgm:cxn modelId="{C893FA9A-5086-4AE1-AADA-70DD6218E2E6}" type="presOf" srcId="{6B1A23F3-3DA1-4125-9F91-BDBA31B42491}" destId="{2FB5EF79-9D44-4039-898A-363B93748169}" srcOrd="1" destOrd="0" presId="urn:microsoft.com/office/officeart/2005/8/layout/hList7"/>
    <dgm:cxn modelId="{31D547A4-ED8D-466A-A296-87A0696AD033}" type="presOf" srcId="{BA7054A7-1657-4A9F-9C07-373EEFB64E0C}" destId="{0C4355CD-0D44-485A-9DFD-2DBF550C3222}" srcOrd="0" destOrd="0" presId="urn:microsoft.com/office/officeart/2005/8/layout/hList7"/>
    <dgm:cxn modelId="{6FCFB9A6-67DA-47D4-8DEC-C00146A2D66C}" type="presOf" srcId="{98064963-B758-44FB-A081-1DEC205C5DED}" destId="{6363417D-CB9F-44AE-9842-E5AC4D26B30A}" srcOrd="1" destOrd="0" presId="urn:microsoft.com/office/officeart/2005/8/layout/hList7"/>
    <dgm:cxn modelId="{C97054A8-2BCD-4465-9CDC-84AA0F52D3DB}" srcId="{9879D968-AA5C-4C96-850A-B8A3887F8718}" destId="{6B1A23F3-3DA1-4125-9F91-BDBA31B42491}" srcOrd="2" destOrd="0" parTransId="{DDFBD21E-F9A0-4144-BD19-6D4C557F66F6}" sibTransId="{2A31706D-71D2-47D9-B91B-73B5366F2F17}"/>
    <dgm:cxn modelId="{FCBAB6C2-3405-4AD0-BFD1-32CC3FAAE461}" srcId="{9879D968-AA5C-4C96-850A-B8A3887F8718}" destId="{BA151957-8073-4C8F-AD2C-2C21C8D966C8}" srcOrd="0" destOrd="0" parTransId="{40DD8C6C-90D3-47B8-A039-AB7FDD753931}" sibTransId="{F3C6B6C1-62BD-4F14-84DC-E6E1048D6449}"/>
    <dgm:cxn modelId="{9A8D34FF-C07F-414E-8D88-4253D6827A00}" srcId="{9879D968-AA5C-4C96-850A-B8A3887F8718}" destId="{98064963-B758-44FB-A081-1DEC205C5DED}" srcOrd="3" destOrd="0" parTransId="{647E5B0F-3399-4B62-A0B1-831896FE737C}" sibTransId="{BA7054A7-1657-4A9F-9C07-373EEFB64E0C}"/>
    <dgm:cxn modelId="{A9C823A5-159D-46B0-A4FA-FEC11C22BC46}" type="presParOf" srcId="{309D4BBF-0633-4E90-AF7B-C45EC8CB347F}" destId="{5F52EB79-7941-4741-AB14-4B9B75C35498}" srcOrd="0" destOrd="0" presId="urn:microsoft.com/office/officeart/2005/8/layout/hList7"/>
    <dgm:cxn modelId="{78EF7700-B60B-4259-BEA7-108177972D94}" type="presParOf" srcId="{309D4BBF-0633-4E90-AF7B-C45EC8CB347F}" destId="{EA9D8853-F66D-42AB-8889-C738DE4F5341}" srcOrd="1" destOrd="0" presId="urn:microsoft.com/office/officeart/2005/8/layout/hList7"/>
    <dgm:cxn modelId="{95C36350-549A-4B80-9040-61F7F4BB81A5}" type="presParOf" srcId="{EA9D8853-F66D-42AB-8889-C738DE4F5341}" destId="{DB6A3BB1-77B4-4C2C-97AD-303AC7453571}" srcOrd="0" destOrd="0" presId="urn:microsoft.com/office/officeart/2005/8/layout/hList7"/>
    <dgm:cxn modelId="{EAF46912-07AC-4721-BADA-BDF5A3E1EEE4}" type="presParOf" srcId="{DB6A3BB1-77B4-4C2C-97AD-303AC7453571}" destId="{A84E2E88-EFA7-4B6B-9C66-6E92587DE452}" srcOrd="0" destOrd="0" presId="urn:microsoft.com/office/officeart/2005/8/layout/hList7"/>
    <dgm:cxn modelId="{11286F48-A1B9-47E5-A50D-28EEE86C2239}" type="presParOf" srcId="{DB6A3BB1-77B4-4C2C-97AD-303AC7453571}" destId="{EE6C5605-747F-41AF-8CDC-196FDF3E268E}" srcOrd="1" destOrd="0" presId="urn:microsoft.com/office/officeart/2005/8/layout/hList7"/>
    <dgm:cxn modelId="{A0331F06-F29C-4DFC-A50C-CBA9EAB6D0DB}" type="presParOf" srcId="{DB6A3BB1-77B4-4C2C-97AD-303AC7453571}" destId="{92CCDEA2-51AD-47AC-9CE6-E93012320A7E}" srcOrd="2" destOrd="0" presId="urn:microsoft.com/office/officeart/2005/8/layout/hList7"/>
    <dgm:cxn modelId="{EB75A92D-E11D-4F87-8472-05602D69F34F}" type="presParOf" srcId="{DB6A3BB1-77B4-4C2C-97AD-303AC7453571}" destId="{2CD90FCA-CFD9-40FC-AFDE-0087ADDC7CA9}" srcOrd="3" destOrd="0" presId="urn:microsoft.com/office/officeart/2005/8/layout/hList7"/>
    <dgm:cxn modelId="{190E0F56-0765-4F96-B4C5-CBEC8DAEFB13}" type="presParOf" srcId="{EA9D8853-F66D-42AB-8889-C738DE4F5341}" destId="{CCF97405-E26E-432D-9890-92E51123B235}" srcOrd="1" destOrd="0" presId="urn:microsoft.com/office/officeart/2005/8/layout/hList7"/>
    <dgm:cxn modelId="{28C266A9-2894-4CF0-AAAE-CD54B48D4685}" type="presParOf" srcId="{EA9D8853-F66D-42AB-8889-C738DE4F5341}" destId="{30E92E63-1861-4AF4-AD35-94BBFA6FC26D}" srcOrd="2" destOrd="0" presId="urn:microsoft.com/office/officeart/2005/8/layout/hList7"/>
    <dgm:cxn modelId="{D350E6DB-E992-40EE-A917-A63136A83620}" type="presParOf" srcId="{30E92E63-1861-4AF4-AD35-94BBFA6FC26D}" destId="{55927CFD-2DB4-4730-AF99-F425DDB65209}" srcOrd="0" destOrd="0" presId="urn:microsoft.com/office/officeart/2005/8/layout/hList7"/>
    <dgm:cxn modelId="{CD362E5D-2ED0-4BDD-9F66-EF3D61AFFBD9}" type="presParOf" srcId="{30E92E63-1861-4AF4-AD35-94BBFA6FC26D}" destId="{3DB915C7-5165-4575-AFC8-96C56B2E484A}" srcOrd="1" destOrd="0" presId="urn:microsoft.com/office/officeart/2005/8/layout/hList7"/>
    <dgm:cxn modelId="{C07407E4-0E5F-4346-A955-6F10F2F1D128}" type="presParOf" srcId="{30E92E63-1861-4AF4-AD35-94BBFA6FC26D}" destId="{EFE9E674-BFF4-44F7-A681-3886F2603B65}" srcOrd="2" destOrd="0" presId="urn:microsoft.com/office/officeart/2005/8/layout/hList7"/>
    <dgm:cxn modelId="{9EF86E5B-0C2A-46D7-BB40-B77CCFA34922}" type="presParOf" srcId="{30E92E63-1861-4AF4-AD35-94BBFA6FC26D}" destId="{5E6EA731-6759-4504-8B70-E9DA0CC6DC1C}" srcOrd="3" destOrd="0" presId="urn:microsoft.com/office/officeart/2005/8/layout/hList7"/>
    <dgm:cxn modelId="{A14B58B4-32FD-4382-A8D7-410FD7F93F31}" type="presParOf" srcId="{EA9D8853-F66D-42AB-8889-C738DE4F5341}" destId="{E90C675B-CE3C-4192-9552-5DB2C3D27564}" srcOrd="3" destOrd="0" presId="urn:microsoft.com/office/officeart/2005/8/layout/hList7"/>
    <dgm:cxn modelId="{ECEAA470-65D9-4993-A3BA-F333D800EFA2}" type="presParOf" srcId="{EA9D8853-F66D-42AB-8889-C738DE4F5341}" destId="{9B96D0D8-2494-4379-9122-809259D07EFF}" srcOrd="4" destOrd="0" presId="urn:microsoft.com/office/officeart/2005/8/layout/hList7"/>
    <dgm:cxn modelId="{BF559DD7-EDDB-4544-92A8-99A792056208}" type="presParOf" srcId="{9B96D0D8-2494-4379-9122-809259D07EFF}" destId="{A6876289-F82A-4B55-B909-4BF355C0BC8B}" srcOrd="0" destOrd="0" presId="urn:microsoft.com/office/officeart/2005/8/layout/hList7"/>
    <dgm:cxn modelId="{E4184A59-4363-4175-98F5-E7F09A466A6E}" type="presParOf" srcId="{9B96D0D8-2494-4379-9122-809259D07EFF}" destId="{2FB5EF79-9D44-4039-898A-363B93748169}" srcOrd="1" destOrd="0" presId="urn:microsoft.com/office/officeart/2005/8/layout/hList7"/>
    <dgm:cxn modelId="{A614F414-E1E3-4DA5-94C7-80BDBFE0EA64}" type="presParOf" srcId="{9B96D0D8-2494-4379-9122-809259D07EFF}" destId="{A7E81114-B346-494B-832A-0530CADCCEA1}" srcOrd="2" destOrd="0" presId="urn:microsoft.com/office/officeart/2005/8/layout/hList7"/>
    <dgm:cxn modelId="{94D401A3-2DAF-490F-A205-7466230B98D2}" type="presParOf" srcId="{9B96D0D8-2494-4379-9122-809259D07EFF}" destId="{6D826651-8472-4CAC-94B3-8D3FB5BAAEE3}" srcOrd="3" destOrd="0" presId="urn:microsoft.com/office/officeart/2005/8/layout/hList7"/>
    <dgm:cxn modelId="{86B212D9-940F-4A56-A481-A031307482D3}" type="presParOf" srcId="{EA9D8853-F66D-42AB-8889-C738DE4F5341}" destId="{7D9F5259-6853-4E6E-BB9C-EF909677F77E}" srcOrd="5" destOrd="0" presId="urn:microsoft.com/office/officeart/2005/8/layout/hList7"/>
    <dgm:cxn modelId="{81A774DD-99D0-4668-A064-05B08D93E451}" type="presParOf" srcId="{EA9D8853-F66D-42AB-8889-C738DE4F5341}" destId="{DA6C3A52-5906-4DCB-82D9-7036F03A3071}" srcOrd="6" destOrd="0" presId="urn:microsoft.com/office/officeart/2005/8/layout/hList7"/>
    <dgm:cxn modelId="{010181E1-1021-4825-BD42-A24782DC97DB}" type="presParOf" srcId="{DA6C3A52-5906-4DCB-82D9-7036F03A3071}" destId="{574389D0-E7C4-494A-81B6-80C96DF9F984}" srcOrd="0" destOrd="0" presId="urn:microsoft.com/office/officeart/2005/8/layout/hList7"/>
    <dgm:cxn modelId="{E9A35732-62FF-494C-9103-433388A55B02}" type="presParOf" srcId="{DA6C3A52-5906-4DCB-82D9-7036F03A3071}" destId="{6363417D-CB9F-44AE-9842-E5AC4D26B30A}" srcOrd="1" destOrd="0" presId="urn:microsoft.com/office/officeart/2005/8/layout/hList7"/>
    <dgm:cxn modelId="{24366F0D-6650-4941-A083-338AB2D3A64C}" type="presParOf" srcId="{DA6C3A52-5906-4DCB-82D9-7036F03A3071}" destId="{C9E6836E-2792-451F-84A7-7A17BA244720}" srcOrd="2" destOrd="0" presId="urn:microsoft.com/office/officeart/2005/8/layout/hList7"/>
    <dgm:cxn modelId="{3F22C076-C40F-4416-B058-3545DCAAFB7E}" type="presParOf" srcId="{DA6C3A52-5906-4DCB-82D9-7036F03A3071}" destId="{60B432DD-BC4A-4D64-92C9-DAE6C04206BE}" srcOrd="3" destOrd="0" presId="urn:microsoft.com/office/officeart/2005/8/layout/hList7"/>
    <dgm:cxn modelId="{7092ECE1-76FA-4E69-9491-3589B0F7C1D2}" type="presParOf" srcId="{EA9D8853-F66D-42AB-8889-C738DE4F5341}" destId="{0C4355CD-0D44-485A-9DFD-2DBF550C3222}" srcOrd="7" destOrd="0" presId="urn:microsoft.com/office/officeart/2005/8/layout/hList7"/>
    <dgm:cxn modelId="{7AF7C6D5-D83B-4149-A018-AC86F7D2C2AE}" type="presParOf" srcId="{EA9D8853-F66D-42AB-8889-C738DE4F5341}" destId="{6D9387AB-E6F1-43EF-8482-ED67911FA57C}" srcOrd="8" destOrd="0" presId="urn:microsoft.com/office/officeart/2005/8/layout/hList7"/>
    <dgm:cxn modelId="{F6CC804D-3007-45F7-9E67-4CD778C10F00}" type="presParOf" srcId="{6D9387AB-E6F1-43EF-8482-ED67911FA57C}" destId="{74E4C3E6-7ACF-48E1-9FB3-FE81BD10F63B}" srcOrd="0" destOrd="0" presId="urn:microsoft.com/office/officeart/2005/8/layout/hList7"/>
    <dgm:cxn modelId="{A16CCF6C-C232-4C97-8D95-DE26E1E7330E}" type="presParOf" srcId="{6D9387AB-E6F1-43EF-8482-ED67911FA57C}" destId="{CBBFCA00-AE76-4D3F-96F3-C43BE7A99DE6}" srcOrd="1" destOrd="0" presId="urn:microsoft.com/office/officeart/2005/8/layout/hList7"/>
    <dgm:cxn modelId="{8520860E-1E47-4ACE-A678-C29B3AC35F90}" type="presParOf" srcId="{6D9387AB-E6F1-43EF-8482-ED67911FA57C}" destId="{0F7DA6AA-8B28-4FEF-BB7C-C55F8FECC3F8}" srcOrd="2" destOrd="0" presId="urn:microsoft.com/office/officeart/2005/8/layout/hList7"/>
    <dgm:cxn modelId="{0FC1A489-CDD3-48D6-8302-B8BF21A5AA64}" type="presParOf" srcId="{6D9387AB-E6F1-43EF-8482-ED67911FA57C}" destId="{100A4033-A275-43EA-ACFB-B3A4BAB9E867}" srcOrd="3" destOrd="0" presId="urn:microsoft.com/office/officeart/2005/8/layout/hList7"/>
    <dgm:cxn modelId="{FBEED2EB-0A4F-4DFD-ABFE-4680F5B8E134}" type="presParOf" srcId="{EA9D8853-F66D-42AB-8889-C738DE4F5341}" destId="{4A959103-5DEE-49DC-9A2A-0B2B4D7B3EF7}" srcOrd="9" destOrd="0" presId="urn:microsoft.com/office/officeart/2005/8/layout/hList7"/>
    <dgm:cxn modelId="{33257910-BF3C-4919-8A76-2F70FD337EBA}" type="presParOf" srcId="{EA9D8853-F66D-42AB-8889-C738DE4F5341}" destId="{6BD7AF25-0158-442A-BCBF-7050EC0F0781}" srcOrd="10" destOrd="0" presId="urn:microsoft.com/office/officeart/2005/8/layout/hList7"/>
    <dgm:cxn modelId="{EFF26F76-9732-4AB9-BAD1-BD2BF60836EF}" type="presParOf" srcId="{6BD7AF25-0158-442A-BCBF-7050EC0F0781}" destId="{02AB31FA-58EC-4ABD-B3C3-64C1CAFF3BC7}" srcOrd="0" destOrd="0" presId="urn:microsoft.com/office/officeart/2005/8/layout/hList7"/>
    <dgm:cxn modelId="{860958E0-5451-47ED-836D-07EEFC79671A}" type="presParOf" srcId="{6BD7AF25-0158-442A-BCBF-7050EC0F0781}" destId="{ED9BBA88-E4CB-47B3-97DB-1F4909D69EC5}" srcOrd="1" destOrd="0" presId="urn:microsoft.com/office/officeart/2005/8/layout/hList7"/>
    <dgm:cxn modelId="{87E0AD6B-642A-42B8-8E63-C6D37B6DF8B4}" type="presParOf" srcId="{6BD7AF25-0158-442A-BCBF-7050EC0F0781}" destId="{6E336347-315F-4C4E-B2D5-3F7CD8C977F6}" srcOrd="2" destOrd="0" presId="urn:microsoft.com/office/officeart/2005/8/layout/hList7"/>
    <dgm:cxn modelId="{E61DA451-F26E-49C9-B42D-7CDD1F01D2EA}" type="presParOf" srcId="{6BD7AF25-0158-442A-BCBF-7050EC0F0781}" destId="{215161CE-7602-4675-9F7B-F8D4198EF1F9}" srcOrd="3" destOrd="0" presId="urn:microsoft.com/office/officeart/2005/8/layout/hList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E4388A-D364-428F-8E47-926680E96727}">
      <dsp:nvSpPr>
        <dsp:cNvPr id="0" name=""/>
        <dsp:cNvSpPr/>
      </dsp:nvSpPr>
      <dsp:spPr>
        <a:xfrm rot="10800000">
          <a:off x="2266638" y="787"/>
          <a:ext cx="7754988" cy="1253255"/>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2651" tIns="99060" rIns="184912" bIns="99060" numCol="1" spcCol="1270" anchor="ctr" anchorCtr="0">
          <a:noAutofit/>
        </a:bodyPr>
        <a:lstStyle/>
        <a:p>
          <a:pPr marL="0" lvl="0" indent="0" algn="ctr" defTabSz="1155700">
            <a:lnSpc>
              <a:spcPct val="90000"/>
            </a:lnSpc>
            <a:spcBef>
              <a:spcPct val="0"/>
            </a:spcBef>
            <a:spcAft>
              <a:spcPct val="35000"/>
            </a:spcAft>
            <a:buNone/>
          </a:pPr>
          <a:r>
            <a:rPr lang="en-US" sz="2600" kern="1200" dirty="0"/>
            <a:t>Enterprise </a:t>
          </a:r>
          <a:r>
            <a:rPr lang="en-US" sz="2600" b="1" kern="1200" dirty="0"/>
            <a:t>framework</a:t>
          </a:r>
          <a:r>
            <a:rPr lang="en-US" sz="2600" kern="1200" dirty="0"/>
            <a:t> </a:t>
          </a:r>
          <a:br>
            <a:rPr lang="en-US" sz="2600" kern="1200" dirty="0"/>
          </a:br>
          <a:r>
            <a:rPr lang="en-US" sz="2600" kern="1200" dirty="0"/>
            <a:t>for automating across IT operations</a:t>
          </a:r>
          <a:endParaRPr lang="fr-BE" sz="2600" kern="1200" dirty="0"/>
        </a:p>
      </dsp:txBody>
      <dsp:txXfrm rot="10800000">
        <a:off x="2579952" y="787"/>
        <a:ext cx="7441674" cy="1253255"/>
      </dsp:txXfrm>
    </dsp:sp>
    <dsp:sp modelId="{6746EBE5-A4A6-4C18-92AB-3E3A82681B34}">
      <dsp:nvSpPr>
        <dsp:cNvPr id="0" name=""/>
        <dsp:cNvSpPr/>
      </dsp:nvSpPr>
      <dsp:spPr>
        <a:xfrm>
          <a:off x="1640010" y="787"/>
          <a:ext cx="1253255" cy="1253255"/>
        </a:xfrm>
        <a:prstGeom prst="ellipse">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l="-39000" r="-39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841E26A-650C-41FF-9AD3-017B72D83CD5}">
      <dsp:nvSpPr>
        <dsp:cNvPr id="0" name=""/>
        <dsp:cNvSpPr/>
      </dsp:nvSpPr>
      <dsp:spPr>
        <a:xfrm rot="10800000">
          <a:off x="2266638" y="1613334"/>
          <a:ext cx="7754988" cy="1253255"/>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2651" tIns="99060" rIns="184912" bIns="99060" numCol="1" spcCol="1270" anchor="ctr" anchorCtr="0">
          <a:noAutofit/>
        </a:bodyPr>
        <a:lstStyle/>
        <a:p>
          <a:pPr marL="0" lvl="0" indent="0" algn="ctr" defTabSz="1155700">
            <a:lnSpc>
              <a:spcPct val="90000"/>
            </a:lnSpc>
            <a:spcBef>
              <a:spcPct val="0"/>
            </a:spcBef>
            <a:spcAft>
              <a:spcPct val="35000"/>
            </a:spcAft>
            <a:buNone/>
          </a:pPr>
          <a:r>
            <a:rPr lang="en-US" sz="2600" kern="1200" dirty="0"/>
            <a:t>runs Ansible Playbooks</a:t>
          </a:r>
          <a:br>
            <a:rPr lang="en-US" sz="2600" kern="1200" dirty="0"/>
          </a:br>
          <a:r>
            <a:rPr lang="en-US" sz="2600" kern="1200" dirty="0"/>
            <a:t>the automation </a:t>
          </a:r>
          <a:r>
            <a:rPr lang="en-US" sz="2600" b="1" kern="1200" dirty="0"/>
            <a:t>language </a:t>
          </a:r>
          <a:r>
            <a:rPr lang="en-US" sz="2600" kern="1200" dirty="0"/>
            <a:t>to describe an IT application infrastructure</a:t>
          </a:r>
          <a:endParaRPr lang="fr-BE" sz="2600" kern="1200" dirty="0"/>
        </a:p>
      </dsp:txBody>
      <dsp:txXfrm rot="10800000">
        <a:off x="2579952" y="1613334"/>
        <a:ext cx="7441674" cy="1253255"/>
      </dsp:txXfrm>
    </dsp:sp>
    <dsp:sp modelId="{DED66B29-95E8-4DCF-9D38-41F56A819B72}">
      <dsp:nvSpPr>
        <dsp:cNvPr id="0" name=""/>
        <dsp:cNvSpPr/>
      </dsp:nvSpPr>
      <dsp:spPr>
        <a:xfrm>
          <a:off x="1640010" y="1613334"/>
          <a:ext cx="1253255" cy="1253255"/>
        </a:xfrm>
        <a:prstGeom prst="ellipse">
          <a:avLst/>
        </a:prstGeom>
        <a:blipFill>
          <a:blip xmlns:r="http://schemas.openxmlformats.org/officeDocument/2006/relationships" r:embed="rId2" cstate="print">
            <a:extLst>
              <a:ext uri="{28A0092B-C50C-407E-A947-70E740481C1C}">
                <a14:useLocalDpi xmlns:a14="http://schemas.microsoft.com/office/drawing/2010/main" val="0"/>
              </a:ext>
            </a:extLst>
          </a:blip>
          <a:srcRect/>
          <a:stretch>
            <a:fillRect t="-7000" b="-7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5F431AB-107D-4970-8B99-A9F9A36D872B}">
      <dsp:nvSpPr>
        <dsp:cNvPr id="0" name=""/>
        <dsp:cNvSpPr/>
      </dsp:nvSpPr>
      <dsp:spPr>
        <a:xfrm rot="10800000">
          <a:off x="2266638" y="3225881"/>
          <a:ext cx="7754988" cy="1253255"/>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2651" tIns="99060" rIns="184912" bIns="99060" numCol="1" spcCol="1270" anchor="ctr" anchorCtr="0">
          <a:noAutofit/>
        </a:bodyPr>
        <a:lstStyle/>
        <a:p>
          <a:pPr marL="0" lvl="0" indent="0" algn="ctr" defTabSz="1155700">
            <a:lnSpc>
              <a:spcPct val="90000"/>
            </a:lnSpc>
            <a:spcBef>
              <a:spcPct val="0"/>
            </a:spcBef>
            <a:spcAft>
              <a:spcPct val="35000"/>
            </a:spcAft>
            <a:buNone/>
          </a:pPr>
          <a:r>
            <a:rPr lang="en-US" sz="2600" kern="1200" dirty="0"/>
            <a:t>Ansible core = </a:t>
          </a:r>
          <a:r>
            <a:rPr lang="en-US" sz="2600" b="1" kern="1200" dirty="0"/>
            <a:t>Command line interface</a:t>
          </a:r>
        </a:p>
        <a:p>
          <a:pPr marL="0" lvl="0" indent="0" algn="ctr" defTabSz="1155700">
            <a:lnSpc>
              <a:spcPct val="90000"/>
            </a:lnSpc>
            <a:spcBef>
              <a:spcPct val="0"/>
            </a:spcBef>
            <a:spcAft>
              <a:spcPct val="35000"/>
            </a:spcAft>
            <a:buNone/>
          </a:pPr>
          <a:r>
            <a:rPr lang="en-US" sz="2600" kern="1200" dirty="0"/>
            <a:t>AWX - Tower – AAP = GUI wrapper</a:t>
          </a:r>
          <a:endParaRPr lang="fr-BE" sz="2600" kern="1200" dirty="0"/>
        </a:p>
      </dsp:txBody>
      <dsp:txXfrm rot="10800000">
        <a:off x="2579952" y="3225881"/>
        <a:ext cx="7441674" cy="1253255"/>
      </dsp:txXfrm>
    </dsp:sp>
    <dsp:sp modelId="{7B274D2B-A64A-4855-B28A-5778701D1620}">
      <dsp:nvSpPr>
        <dsp:cNvPr id="0" name=""/>
        <dsp:cNvSpPr/>
      </dsp:nvSpPr>
      <dsp:spPr>
        <a:xfrm>
          <a:off x="1640010" y="3225881"/>
          <a:ext cx="1253255" cy="1253255"/>
        </a:xfrm>
        <a:prstGeom prst="ellipse">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B969A9-2A4A-45D5-905F-67A1144A9C58}">
      <dsp:nvSpPr>
        <dsp:cNvPr id="0" name=""/>
        <dsp:cNvSpPr/>
      </dsp:nvSpPr>
      <dsp:spPr>
        <a:xfrm>
          <a:off x="2718" y="0"/>
          <a:ext cx="2849926" cy="447992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92024" rIns="192024" bIns="192024" numCol="1" spcCol="1270" anchor="t" anchorCtr="1">
          <a:noAutofit/>
        </a:bodyPr>
        <a:lstStyle/>
        <a:p>
          <a:pPr marL="0" lvl="0" indent="0" algn="l" defTabSz="1200150">
            <a:lnSpc>
              <a:spcPct val="90000"/>
            </a:lnSpc>
            <a:spcBef>
              <a:spcPct val="0"/>
            </a:spcBef>
            <a:spcAft>
              <a:spcPct val="35000"/>
            </a:spcAft>
            <a:buNone/>
          </a:pPr>
          <a:r>
            <a:rPr lang="en-US" sz="2700" kern="1200"/>
            <a:t>Simple</a:t>
          </a:r>
          <a:endParaRPr lang="fr-BE" sz="2700" kern="1200"/>
        </a:p>
        <a:p>
          <a:pPr marL="228600" lvl="1" indent="-228600" algn="l" defTabSz="933450">
            <a:lnSpc>
              <a:spcPct val="90000"/>
            </a:lnSpc>
            <a:spcBef>
              <a:spcPct val="0"/>
            </a:spcBef>
            <a:spcAft>
              <a:spcPct val="15000"/>
            </a:spcAft>
            <a:buChar char="•"/>
          </a:pPr>
          <a:r>
            <a:rPr lang="en-US" sz="2100" kern="1200"/>
            <a:t>YAML</a:t>
          </a:r>
          <a:endParaRPr lang="fr-BE" sz="2100" kern="1200"/>
        </a:p>
        <a:p>
          <a:pPr marL="228600" lvl="1" indent="-228600" algn="l" defTabSz="933450">
            <a:lnSpc>
              <a:spcPct val="90000"/>
            </a:lnSpc>
            <a:spcBef>
              <a:spcPct val="0"/>
            </a:spcBef>
            <a:spcAft>
              <a:spcPct val="15000"/>
            </a:spcAft>
            <a:buChar char="•"/>
          </a:pPr>
          <a:r>
            <a:rPr lang="en-US" sz="2100" kern="1200"/>
            <a:t>No Coding</a:t>
          </a:r>
          <a:endParaRPr lang="fr-BE" sz="2100" kern="1200"/>
        </a:p>
      </dsp:txBody>
      <dsp:txXfrm>
        <a:off x="2718" y="1791970"/>
        <a:ext cx="2849926" cy="1791970"/>
      </dsp:txXfrm>
    </dsp:sp>
    <dsp:sp modelId="{90DDAEDC-5AF9-48F7-A978-F8BEA1ADE5C0}">
      <dsp:nvSpPr>
        <dsp:cNvPr id="0" name=""/>
        <dsp:cNvSpPr/>
      </dsp:nvSpPr>
      <dsp:spPr>
        <a:xfrm>
          <a:off x="681774" y="268795"/>
          <a:ext cx="1491815" cy="1491815"/>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6000" b="-6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F17EA84-EFA1-425D-B1D6-FFA29205B100}">
      <dsp:nvSpPr>
        <dsp:cNvPr id="0" name=""/>
        <dsp:cNvSpPr/>
      </dsp:nvSpPr>
      <dsp:spPr>
        <a:xfrm>
          <a:off x="2938143" y="0"/>
          <a:ext cx="2849926" cy="447992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92024" rIns="192024" bIns="192024" numCol="1" spcCol="1270" anchor="t" anchorCtr="1">
          <a:noAutofit/>
        </a:bodyPr>
        <a:lstStyle/>
        <a:p>
          <a:pPr marL="0" lvl="0" indent="0" algn="l" defTabSz="1200150">
            <a:lnSpc>
              <a:spcPct val="90000"/>
            </a:lnSpc>
            <a:spcBef>
              <a:spcPct val="0"/>
            </a:spcBef>
            <a:spcAft>
              <a:spcPct val="35000"/>
            </a:spcAft>
            <a:buNone/>
          </a:pPr>
          <a:r>
            <a:rPr lang="en-US" sz="2700" kern="1200"/>
            <a:t>Procedural</a:t>
          </a:r>
          <a:endParaRPr lang="fr-BE" sz="2700" kern="1200"/>
        </a:p>
        <a:p>
          <a:pPr marL="228600" lvl="1" indent="-228600" algn="l" defTabSz="933450">
            <a:lnSpc>
              <a:spcPct val="90000"/>
            </a:lnSpc>
            <a:spcBef>
              <a:spcPct val="0"/>
            </a:spcBef>
            <a:spcAft>
              <a:spcPct val="15000"/>
            </a:spcAft>
            <a:buChar char="•"/>
          </a:pPr>
          <a:r>
            <a:rPr lang="en-US" sz="2100" kern="1200" dirty="0"/>
            <a:t>Ordered </a:t>
          </a:r>
          <a:r>
            <a:rPr lang="en-US" sz="2100" kern="1200" dirty="0" err="1"/>
            <a:t>tasklist</a:t>
          </a:r>
          <a:endParaRPr lang="fr-BE" sz="2100" kern="1200" dirty="0"/>
        </a:p>
        <a:p>
          <a:pPr marL="228600" lvl="1" indent="-228600" algn="l" defTabSz="933450">
            <a:lnSpc>
              <a:spcPct val="90000"/>
            </a:lnSpc>
            <a:spcBef>
              <a:spcPct val="0"/>
            </a:spcBef>
            <a:spcAft>
              <a:spcPct val="15000"/>
            </a:spcAft>
            <a:buChar char="•"/>
          </a:pPr>
          <a:r>
            <a:rPr lang="en-US" sz="2100" kern="1200" dirty="0"/>
            <a:t>Procedural &amp; declarative</a:t>
          </a:r>
          <a:endParaRPr lang="fr-BE" sz="2100" kern="1200" dirty="0"/>
        </a:p>
      </dsp:txBody>
      <dsp:txXfrm>
        <a:off x="2938143" y="1791970"/>
        <a:ext cx="2849926" cy="1791970"/>
      </dsp:txXfrm>
    </dsp:sp>
    <dsp:sp modelId="{58CBCB55-A8CF-4783-BB93-355075FBDA82}">
      <dsp:nvSpPr>
        <dsp:cNvPr id="0" name=""/>
        <dsp:cNvSpPr/>
      </dsp:nvSpPr>
      <dsp:spPr>
        <a:xfrm>
          <a:off x="3617198" y="268795"/>
          <a:ext cx="1491815" cy="1491815"/>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23000" b="-23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565525F-8E68-499A-A035-8809E8F1147A}">
      <dsp:nvSpPr>
        <dsp:cNvPr id="0" name=""/>
        <dsp:cNvSpPr/>
      </dsp:nvSpPr>
      <dsp:spPr>
        <a:xfrm>
          <a:off x="5873567" y="0"/>
          <a:ext cx="2849926" cy="447992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92024" rIns="192024" bIns="192024" numCol="1" spcCol="1270" anchor="t" anchorCtr="1">
          <a:noAutofit/>
        </a:bodyPr>
        <a:lstStyle/>
        <a:p>
          <a:pPr marL="0" lvl="0" indent="0" algn="l" defTabSz="1200150">
            <a:lnSpc>
              <a:spcPct val="90000"/>
            </a:lnSpc>
            <a:spcBef>
              <a:spcPct val="0"/>
            </a:spcBef>
            <a:spcAft>
              <a:spcPct val="35000"/>
            </a:spcAft>
            <a:buNone/>
          </a:pPr>
          <a:r>
            <a:rPr lang="en-US" sz="2700" kern="1200"/>
            <a:t>Idempotent</a:t>
          </a:r>
          <a:endParaRPr lang="fr-BE" sz="2700" kern="1200"/>
        </a:p>
        <a:p>
          <a:pPr marL="228600" lvl="1" indent="-228600" algn="l" defTabSz="933450">
            <a:lnSpc>
              <a:spcPct val="90000"/>
            </a:lnSpc>
            <a:spcBef>
              <a:spcPct val="0"/>
            </a:spcBef>
            <a:spcAft>
              <a:spcPct val="15000"/>
            </a:spcAft>
            <a:buChar char="•"/>
          </a:pPr>
          <a:r>
            <a:rPr lang="en-US" sz="2100" kern="1200" dirty="0"/>
            <a:t>Run over and over</a:t>
          </a:r>
          <a:endParaRPr lang="fr-BE" sz="2100" kern="1200" dirty="0"/>
        </a:p>
        <a:p>
          <a:pPr marL="228600" lvl="1" indent="-228600" algn="l" defTabSz="933450">
            <a:lnSpc>
              <a:spcPct val="90000"/>
            </a:lnSpc>
            <a:spcBef>
              <a:spcPct val="0"/>
            </a:spcBef>
            <a:spcAft>
              <a:spcPct val="15000"/>
            </a:spcAft>
            <a:buChar char="•"/>
          </a:pPr>
          <a:r>
            <a:rPr lang="en-US" sz="2100" kern="1200" dirty="0"/>
            <a:t>Same result</a:t>
          </a:r>
          <a:endParaRPr lang="fr-BE" sz="2100" kern="1200" dirty="0"/>
        </a:p>
      </dsp:txBody>
      <dsp:txXfrm>
        <a:off x="5873567" y="1791970"/>
        <a:ext cx="2849926" cy="1791970"/>
      </dsp:txXfrm>
    </dsp:sp>
    <dsp:sp modelId="{FC5200E6-A6AE-480A-8DE9-D9A403B3E84C}">
      <dsp:nvSpPr>
        <dsp:cNvPr id="0" name=""/>
        <dsp:cNvSpPr/>
      </dsp:nvSpPr>
      <dsp:spPr>
        <a:xfrm>
          <a:off x="6552623" y="268795"/>
          <a:ext cx="1491815" cy="1491815"/>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75C456D-322B-4970-A4FF-05A211112C9A}">
      <dsp:nvSpPr>
        <dsp:cNvPr id="0" name=""/>
        <dsp:cNvSpPr/>
      </dsp:nvSpPr>
      <dsp:spPr>
        <a:xfrm>
          <a:off x="8808991" y="0"/>
          <a:ext cx="2849926" cy="447992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92024" rIns="192024" bIns="192024" numCol="1" spcCol="1270" anchor="t" anchorCtr="1">
          <a:noAutofit/>
        </a:bodyPr>
        <a:lstStyle/>
        <a:p>
          <a:pPr marL="0" lvl="0" indent="0" algn="l" defTabSz="1200150">
            <a:lnSpc>
              <a:spcPct val="90000"/>
            </a:lnSpc>
            <a:spcBef>
              <a:spcPct val="0"/>
            </a:spcBef>
            <a:spcAft>
              <a:spcPct val="35000"/>
            </a:spcAft>
            <a:buNone/>
          </a:pPr>
          <a:r>
            <a:rPr lang="en-US" sz="2700" kern="1200"/>
            <a:t>Agentless</a:t>
          </a:r>
          <a:endParaRPr lang="fr-BE" sz="2700" kern="1200"/>
        </a:p>
        <a:p>
          <a:pPr marL="228600" lvl="1" indent="-228600" algn="l" defTabSz="933450">
            <a:lnSpc>
              <a:spcPct val="90000"/>
            </a:lnSpc>
            <a:spcBef>
              <a:spcPct val="0"/>
            </a:spcBef>
            <a:spcAft>
              <a:spcPct val="15000"/>
            </a:spcAft>
            <a:buChar char="•"/>
          </a:pPr>
          <a:r>
            <a:rPr lang="en-US" sz="2100" kern="1200" dirty="0"/>
            <a:t>Connection based</a:t>
          </a:r>
          <a:endParaRPr lang="fr-BE" sz="2100" kern="1200" dirty="0"/>
        </a:p>
        <a:p>
          <a:pPr marL="228600" lvl="1" indent="-228600" algn="l" defTabSz="933450">
            <a:lnSpc>
              <a:spcPct val="90000"/>
            </a:lnSpc>
            <a:spcBef>
              <a:spcPct val="0"/>
            </a:spcBef>
            <a:spcAft>
              <a:spcPct val="15000"/>
            </a:spcAft>
            <a:buChar char="•"/>
          </a:pPr>
          <a:r>
            <a:rPr lang="en-US" sz="2100" kern="1200" dirty="0"/>
            <a:t>SSH, </a:t>
          </a:r>
          <a:r>
            <a:rPr lang="en-US" sz="2100" kern="1200" dirty="0" err="1"/>
            <a:t>PoSh</a:t>
          </a:r>
          <a:r>
            <a:rPr lang="en-US" sz="2100" kern="1200" dirty="0"/>
            <a:t>, Rest</a:t>
          </a:r>
          <a:endParaRPr lang="fr-BE" sz="2100" kern="1200" dirty="0"/>
        </a:p>
      </dsp:txBody>
      <dsp:txXfrm>
        <a:off x="8808991" y="1791970"/>
        <a:ext cx="2849926" cy="1791970"/>
      </dsp:txXfrm>
    </dsp:sp>
    <dsp:sp modelId="{A39431D7-FD3B-423F-BA8C-0CCA840B68C3}">
      <dsp:nvSpPr>
        <dsp:cNvPr id="0" name=""/>
        <dsp:cNvSpPr/>
      </dsp:nvSpPr>
      <dsp:spPr>
        <a:xfrm>
          <a:off x="9488047" y="268795"/>
          <a:ext cx="1491815" cy="1491815"/>
        </a:xfrm>
        <a:prstGeom prst="ellipse">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B82F53A-E80C-47B0-8370-076788459F8B}">
      <dsp:nvSpPr>
        <dsp:cNvPr id="0" name=""/>
        <dsp:cNvSpPr/>
      </dsp:nvSpPr>
      <dsp:spPr>
        <a:xfrm>
          <a:off x="466465" y="3583940"/>
          <a:ext cx="10728706" cy="671988"/>
        </a:xfrm>
        <a:prstGeom prst="leftRightArrow">
          <a:avLst/>
        </a:prstGeom>
        <a:solidFill>
          <a:schemeClr val="accent1">
            <a:tint val="6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4E2E88-EFA7-4B6B-9C66-6E92587DE452}">
      <dsp:nvSpPr>
        <dsp:cNvPr id="0" name=""/>
        <dsp:cNvSpPr/>
      </dsp:nvSpPr>
      <dsp:spPr>
        <a:xfrm>
          <a:off x="142" y="0"/>
          <a:ext cx="1896154" cy="447992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t>Orchestration</a:t>
          </a:r>
          <a:endParaRPr lang="fr-BE" sz="2000" kern="1200"/>
        </a:p>
      </dsp:txBody>
      <dsp:txXfrm>
        <a:off x="142" y="1791970"/>
        <a:ext cx="1896154" cy="1791970"/>
      </dsp:txXfrm>
    </dsp:sp>
    <dsp:sp modelId="{2CD90FCA-CFD9-40FC-AFDE-0087ADDC7CA9}">
      <dsp:nvSpPr>
        <dsp:cNvPr id="0" name=""/>
        <dsp:cNvSpPr/>
      </dsp:nvSpPr>
      <dsp:spPr>
        <a:xfrm>
          <a:off x="202312" y="268795"/>
          <a:ext cx="1491815" cy="1491815"/>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5000" r="-15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5927CFD-2DB4-4730-AF99-F425DDB65209}">
      <dsp:nvSpPr>
        <dsp:cNvPr id="0" name=""/>
        <dsp:cNvSpPr/>
      </dsp:nvSpPr>
      <dsp:spPr>
        <a:xfrm>
          <a:off x="1953181" y="0"/>
          <a:ext cx="1896154" cy="447992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t>Configuration Management</a:t>
          </a:r>
          <a:endParaRPr lang="fr-BE" sz="2000" kern="1200"/>
        </a:p>
      </dsp:txBody>
      <dsp:txXfrm>
        <a:off x="1953181" y="1791970"/>
        <a:ext cx="1896154" cy="1791970"/>
      </dsp:txXfrm>
    </dsp:sp>
    <dsp:sp modelId="{5E6EA731-6759-4504-8B70-E9DA0CC6DC1C}">
      <dsp:nvSpPr>
        <dsp:cNvPr id="0" name=""/>
        <dsp:cNvSpPr/>
      </dsp:nvSpPr>
      <dsp:spPr>
        <a:xfrm>
          <a:off x="2155351" y="268795"/>
          <a:ext cx="1491815" cy="1491815"/>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6876289-F82A-4B55-B909-4BF355C0BC8B}">
      <dsp:nvSpPr>
        <dsp:cNvPr id="0" name=""/>
        <dsp:cNvSpPr/>
      </dsp:nvSpPr>
      <dsp:spPr>
        <a:xfrm>
          <a:off x="3906221" y="0"/>
          <a:ext cx="1896154" cy="447992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t>Application Deployment</a:t>
          </a:r>
          <a:endParaRPr lang="fr-BE" sz="2000" kern="1200"/>
        </a:p>
      </dsp:txBody>
      <dsp:txXfrm>
        <a:off x="3906221" y="1791970"/>
        <a:ext cx="1896154" cy="1791970"/>
      </dsp:txXfrm>
    </dsp:sp>
    <dsp:sp modelId="{6D826651-8472-4CAC-94B3-8D3FB5BAAEE3}">
      <dsp:nvSpPr>
        <dsp:cNvPr id="0" name=""/>
        <dsp:cNvSpPr/>
      </dsp:nvSpPr>
      <dsp:spPr>
        <a:xfrm>
          <a:off x="4108391" y="268795"/>
          <a:ext cx="1491815" cy="1491815"/>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74389D0-E7C4-494A-81B6-80C96DF9F984}">
      <dsp:nvSpPr>
        <dsp:cNvPr id="0" name=""/>
        <dsp:cNvSpPr/>
      </dsp:nvSpPr>
      <dsp:spPr>
        <a:xfrm>
          <a:off x="5859260" y="0"/>
          <a:ext cx="1896154" cy="447992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t>Provisioning</a:t>
          </a:r>
          <a:endParaRPr lang="fr-BE" sz="2000" kern="1200"/>
        </a:p>
      </dsp:txBody>
      <dsp:txXfrm>
        <a:off x="5859260" y="1791970"/>
        <a:ext cx="1896154" cy="1791970"/>
      </dsp:txXfrm>
    </dsp:sp>
    <dsp:sp modelId="{60B432DD-BC4A-4D64-92C9-DAE6C04206BE}">
      <dsp:nvSpPr>
        <dsp:cNvPr id="0" name=""/>
        <dsp:cNvSpPr/>
      </dsp:nvSpPr>
      <dsp:spPr>
        <a:xfrm>
          <a:off x="6061430" y="268795"/>
          <a:ext cx="1491815" cy="1491815"/>
        </a:xfrm>
        <a:prstGeom prst="ellipse">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4E4C3E6-7ACF-48E1-9FB3-FE81BD10F63B}">
      <dsp:nvSpPr>
        <dsp:cNvPr id="0" name=""/>
        <dsp:cNvSpPr/>
      </dsp:nvSpPr>
      <dsp:spPr>
        <a:xfrm>
          <a:off x="7812300" y="0"/>
          <a:ext cx="1896154" cy="447992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t>Continuous Delivery</a:t>
          </a:r>
          <a:endParaRPr lang="fr-BE" sz="2000" kern="1200"/>
        </a:p>
      </dsp:txBody>
      <dsp:txXfrm>
        <a:off x="7812300" y="1791970"/>
        <a:ext cx="1896154" cy="1791970"/>
      </dsp:txXfrm>
    </dsp:sp>
    <dsp:sp modelId="{100A4033-A275-43EA-ACFB-B3A4BAB9E867}">
      <dsp:nvSpPr>
        <dsp:cNvPr id="0" name=""/>
        <dsp:cNvSpPr/>
      </dsp:nvSpPr>
      <dsp:spPr>
        <a:xfrm>
          <a:off x="8014470" y="268795"/>
          <a:ext cx="1491815" cy="1491815"/>
        </a:xfrm>
        <a:prstGeom prst="ellipse">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l="-39000" r="-39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2AB31FA-58EC-4ABD-B3C3-64C1CAFF3BC7}">
      <dsp:nvSpPr>
        <dsp:cNvPr id="0" name=""/>
        <dsp:cNvSpPr/>
      </dsp:nvSpPr>
      <dsp:spPr>
        <a:xfrm>
          <a:off x="9765339" y="0"/>
          <a:ext cx="1896154" cy="4479925"/>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t>Security and Compliance</a:t>
          </a:r>
          <a:endParaRPr lang="fr-BE" sz="2000" kern="1200"/>
        </a:p>
      </dsp:txBody>
      <dsp:txXfrm>
        <a:off x="9765339" y="1791970"/>
        <a:ext cx="1896154" cy="1791970"/>
      </dsp:txXfrm>
    </dsp:sp>
    <dsp:sp modelId="{215161CE-7602-4675-9F7B-F8D4198EF1F9}">
      <dsp:nvSpPr>
        <dsp:cNvPr id="0" name=""/>
        <dsp:cNvSpPr/>
      </dsp:nvSpPr>
      <dsp:spPr>
        <a:xfrm>
          <a:off x="9967509" y="268795"/>
          <a:ext cx="1491815" cy="1491815"/>
        </a:xfrm>
        <a:prstGeom prst="ellipse">
          <a:avLst/>
        </a:prstGeom>
        <a:blipFill>
          <a:blip xmlns:r="http://schemas.openxmlformats.org/officeDocument/2006/relationships" r:embed="rId6">
            <a:extLst>
              <a:ext uri="{28A0092B-C50C-407E-A947-70E740481C1C}">
                <a14:useLocalDpi xmlns:a14="http://schemas.microsoft.com/office/drawing/2010/main" val="0"/>
              </a:ext>
            </a:extLst>
          </a:blip>
          <a:srcRect/>
          <a:stretch>
            <a:fillRect t="-1000" b="-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F52EB79-7941-4741-AB14-4B9B75C35498}">
      <dsp:nvSpPr>
        <dsp:cNvPr id="0" name=""/>
        <dsp:cNvSpPr/>
      </dsp:nvSpPr>
      <dsp:spPr>
        <a:xfrm>
          <a:off x="466465" y="3583940"/>
          <a:ext cx="10728706" cy="671988"/>
        </a:xfrm>
        <a:prstGeom prst="leftRightArrow">
          <a:avLst/>
        </a:prstGeom>
        <a:solidFill>
          <a:schemeClr val="accent1">
            <a:tint val="6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78B563-0538-4F90-811C-47D1D3C24ECF}" type="datetimeFigureOut">
              <a:rPr lang="en-US" smtClean="0"/>
              <a:t>8/25/2026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781458-47FD-4486-9F05-7327C73883F5}" type="slidenum">
              <a:rPr lang="en-US" smtClean="0"/>
              <a:t>‹#›</a:t>
            </a:fld>
            <a:endParaRPr lang="en-US"/>
          </a:p>
        </p:txBody>
      </p:sp>
    </p:spTree>
    <p:extLst>
      <p:ext uri="{BB962C8B-B14F-4D97-AF65-F5344CB8AC3E}">
        <p14:creationId xmlns:p14="http://schemas.microsoft.com/office/powerpoint/2010/main" val="3584654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80962" indent="0">
              <a:buFont typeface="Wingdings" panose="05000000000000000000" pitchFamily="2" charset="2"/>
              <a:buNone/>
            </a:pPr>
            <a:endParaRPr lang="en-US" sz="1100" dirty="0"/>
          </a:p>
        </p:txBody>
      </p:sp>
      <p:sp>
        <p:nvSpPr>
          <p:cNvPr id="4" name="Footer Placeholder 3"/>
          <p:cNvSpPr>
            <a:spLocks noGrp="1"/>
          </p:cNvSpPr>
          <p:nvPr>
            <p:ph type="ftr" sz="quarter" idx="10"/>
          </p:nvPr>
        </p:nvSpPr>
        <p:spPr/>
        <p:txBody>
          <a:bodyPr/>
          <a:lstStyle/>
          <a:p>
            <a:r>
              <a:rPr lang="en-US" dirty="0">
                <a:solidFill>
                  <a:srgbClr val="9EA2A2"/>
                </a:solidFill>
                <a:latin typeface="Arial"/>
              </a:rPr>
              <a:t>© 2018 NetApp, Inc. All rights reserved.  --- NETAPP CONFIDENTIAL ---</a:t>
            </a:r>
          </a:p>
        </p:txBody>
      </p:sp>
      <p:sp>
        <p:nvSpPr>
          <p:cNvPr id="5" name="Slide Number Placeholder 4"/>
          <p:cNvSpPr>
            <a:spLocks noGrp="1"/>
          </p:cNvSpPr>
          <p:nvPr>
            <p:ph type="sldNum" sz="quarter" idx="11"/>
          </p:nvPr>
        </p:nvSpPr>
        <p:spPr/>
        <p:txBody>
          <a:bodyPr/>
          <a:lstStyle/>
          <a:p>
            <a:fld id="{16AA2537-0790-4789-A16C-397C663A3332}" type="slidenum">
              <a:rPr lang="en-US" smtClean="0">
                <a:solidFill>
                  <a:srgbClr val="9EA2A2"/>
                </a:solidFill>
                <a:latin typeface="Arial"/>
              </a:rPr>
              <a:pPr/>
              <a:t>1</a:t>
            </a:fld>
            <a:endParaRPr lang="en-US" dirty="0">
              <a:solidFill>
                <a:srgbClr val="9EA2A2"/>
              </a:solidFill>
              <a:latin typeface="Arial"/>
            </a:endParaRPr>
          </a:p>
        </p:txBody>
      </p:sp>
    </p:spTree>
    <p:extLst>
      <p:ext uri="{BB962C8B-B14F-4D97-AF65-F5344CB8AC3E}">
        <p14:creationId xmlns:p14="http://schemas.microsoft.com/office/powerpoint/2010/main" val="28602194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dirty="0">
                <a:solidFill>
                  <a:srgbClr val="9EA2A2"/>
                </a:solidFill>
                <a:latin typeface="Arial"/>
              </a:rPr>
              <a:t>© 2018 NetApp, Inc. All rights reserved.  --- NETAPP CONFIDENTIAL ---</a:t>
            </a:r>
          </a:p>
        </p:txBody>
      </p:sp>
      <p:sp>
        <p:nvSpPr>
          <p:cNvPr id="5" name="Slide Number Placeholder 4"/>
          <p:cNvSpPr>
            <a:spLocks noGrp="1"/>
          </p:cNvSpPr>
          <p:nvPr>
            <p:ph type="sldNum" sz="quarter" idx="11"/>
          </p:nvPr>
        </p:nvSpPr>
        <p:spPr/>
        <p:txBody>
          <a:bodyPr/>
          <a:lstStyle/>
          <a:p>
            <a:fld id="{16AA2537-0790-4789-A16C-397C663A3332}" type="slidenum">
              <a:rPr lang="en-US" smtClean="0">
                <a:solidFill>
                  <a:srgbClr val="9EA2A2"/>
                </a:solidFill>
                <a:latin typeface="Arial"/>
              </a:rPr>
              <a:pPr/>
              <a:t>2</a:t>
            </a:fld>
            <a:endParaRPr lang="en-US" dirty="0">
              <a:solidFill>
                <a:srgbClr val="9EA2A2"/>
              </a:solidFill>
              <a:latin typeface="Arial"/>
            </a:endParaRPr>
          </a:p>
        </p:txBody>
      </p:sp>
    </p:spTree>
    <p:extLst>
      <p:ext uri="{BB962C8B-B14F-4D97-AF65-F5344CB8AC3E}">
        <p14:creationId xmlns:p14="http://schemas.microsoft.com/office/powerpoint/2010/main" val="32685587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6AADD-27F5-4ECB-3B2D-A62C7F0894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1137D8-E4AF-09B7-ECAA-29BBE4E6BB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A62D4D-0EF1-1A01-087D-D2FB284A3CC1}"/>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3E4CF1EB-ABD2-F17D-EBEB-BC4FC085C5EF}"/>
              </a:ext>
            </a:extLst>
          </p:cNvPr>
          <p:cNvSpPr>
            <a:spLocks noGrp="1"/>
          </p:cNvSpPr>
          <p:nvPr>
            <p:ph type="sldNum" sz="quarter" idx="5"/>
          </p:nvPr>
        </p:nvSpPr>
        <p:spPr/>
        <p:txBody>
          <a:bodyPr/>
          <a:lstStyle/>
          <a:p>
            <a:fld id="{12781458-47FD-4486-9F05-7327C73883F5}" type="slidenum">
              <a:rPr lang="en-US" smtClean="0"/>
              <a:t>11</a:t>
            </a:fld>
            <a:endParaRPr lang="en-US"/>
          </a:p>
        </p:txBody>
      </p:sp>
    </p:spTree>
    <p:extLst>
      <p:ext uri="{BB962C8B-B14F-4D97-AF65-F5344CB8AC3E}">
        <p14:creationId xmlns:p14="http://schemas.microsoft.com/office/powerpoint/2010/main" val="1888683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5338A-5939-DB01-9151-7FB3826FC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A7A110-5B13-6DF4-B5C3-991335B1B0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426D02-727E-EC39-8556-63BF8881E791}"/>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8E86824E-DA09-1236-E12F-33CE9D4ADF49}"/>
              </a:ext>
            </a:extLst>
          </p:cNvPr>
          <p:cNvSpPr>
            <a:spLocks noGrp="1"/>
          </p:cNvSpPr>
          <p:nvPr>
            <p:ph type="sldNum" sz="quarter" idx="5"/>
          </p:nvPr>
        </p:nvSpPr>
        <p:spPr/>
        <p:txBody>
          <a:bodyPr/>
          <a:lstStyle/>
          <a:p>
            <a:fld id="{12781458-47FD-4486-9F05-7327C73883F5}" type="slidenum">
              <a:rPr lang="en-US" smtClean="0"/>
              <a:t>12</a:t>
            </a:fld>
            <a:endParaRPr lang="en-US"/>
          </a:p>
        </p:txBody>
      </p:sp>
    </p:spTree>
    <p:extLst>
      <p:ext uri="{BB962C8B-B14F-4D97-AF65-F5344CB8AC3E}">
        <p14:creationId xmlns:p14="http://schemas.microsoft.com/office/powerpoint/2010/main" val="1724060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A5B4F-8AD2-DB50-7C59-5147D78B38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741B0-D698-031E-2DC0-FCD992C117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5FF543-B159-5212-A669-7EA0E4D07C8F}"/>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0C430EB8-1C35-EACE-3CC6-6B6FE885CAC4}"/>
              </a:ext>
            </a:extLst>
          </p:cNvPr>
          <p:cNvSpPr>
            <a:spLocks noGrp="1"/>
          </p:cNvSpPr>
          <p:nvPr>
            <p:ph type="sldNum" sz="quarter" idx="5"/>
          </p:nvPr>
        </p:nvSpPr>
        <p:spPr/>
        <p:txBody>
          <a:bodyPr/>
          <a:lstStyle/>
          <a:p>
            <a:fld id="{12781458-47FD-4486-9F05-7327C73883F5}" type="slidenum">
              <a:rPr lang="en-US" smtClean="0"/>
              <a:t>13</a:t>
            </a:fld>
            <a:endParaRPr lang="en-US"/>
          </a:p>
        </p:txBody>
      </p:sp>
    </p:spTree>
    <p:extLst>
      <p:ext uri="{BB962C8B-B14F-4D97-AF65-F5344CB8AC3E}">
        <p14:creationId xmlns:p14="http://schemas.microsoft.com/office/powerpoint/2010/main" val="24804101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61F60-7B5A-3D85-1F6C-01BC27CADC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1A7493-CFD0-D8AB-5588-C59829C4BB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8D71E1-FC9B-74EE-AC4F-85B9AF88DF69}"/>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DF3BEA4B-B3FF-99F7-058A-F8E087760631}"/>
              </a:ext>
            </a:extLst>
          </p:cNvPr>
          <p:cNvSpPr>
            <a:spLocks noGrp="1"/>
          </p:cNvSpPr>
          <p:nvPr>
            <p:ph type="sldNum" sz="quarter" idx="5"/>
          </p:nvPr>
        </p:nvSpPr>
        <p:spPr/>
        <p:txBody>
          <a:bodyPr/>
          <a:lstStyle/>
          <a:p>
            <a:fld id="{12781458-47FD-4486-9F05-7327C73883F5}" type="slidenum">
              <a:rPr lang="en-US" smtClean="0"/>
              <a:t>14</a:t>
            </a:fld>
            <a:endParaRPr lang="en-US"/>
          </a:p>
        </p:txBody>
      </p:sp>
    </p:spTree>
    <p:extLst>
      <p:ext uri="{BB962C8B-B14F-4D97-AF65-F5344CB8AC3E}">
        <p14:creationId xmlns:p14="http://schemas.microsoft.com/office/powerpoint/2010/main" val="790173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F75D1-35EA-0D9A-004C-BB0E3741C8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D5038C-B893-D25F-3B69-6FF22BBE9A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9F7484-D2EC-AAFD-6691-247737FDEECC}"/>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5817047B-E801-1355-1538-C3B621F2D129}"/>
              </a:ext>
            </a:extLst>
          </p:cNvPr>
          <p:cNvSpPr>
            <a:spLocks noGrp="1"/>
          </p:cNvSpPr>
          <p:nvPr>
            <p:ph type="sldNum" sz="quarter" idx="5"/>
          </p:nvPr>
        </p:nvSpPr>
        <p:spPr/>
        <p:txBody>
          <a:bodyPr/>
          <a:lstStyle/>
          <a:p>
            <a:fld id="{12781458-47FD-4486-9F05-7327C73883F5}" type="slidenum">
              <a:rPr lang="en-US" smtClean="0"/>
              <a:t>15</a:t>
            </a:fld>
            <a:endParaRPr lang="en-US"/>
          </a:p>
        </p:txBody>
      </p:sp>
    </p:spTree>
    <p:extLst>
      <p:ext uri="{BB962C8B-B14F-4D97-AF65-F5344CB8AC3E}">
        <p14:creationId xmlns:p14="http://schemas.microsoft.com/office/powerpoint/2010/main" val="33301815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9EB8A-E417-E149-989F-BE7424FA9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0915C5-F5F3-D7B5-164D-5508DBA131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B89FE0-8484-4A96-D579-A6C78C1F9586}"/>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C75D1F95-1EC8-20BA-6F3B-0E3EE8EBC1AF}"/>
              </a:ext>
            </a:extLst>
          </p:cNvPr>
          <p:cNvSpPr>
            <a:spLocks noGrp="1"/>
          </p:cNvSpPr>
          <p:nvPr>
            <p:ph type="sldNum" sz="quarter" idx="5"/>
          </p:nvPr>
        </p:nvSpPr>
        <p:spPr/>
        <p:txBody>
          <a:bodyPr/>
          <a:lstStyle/>
          <a:p>
            <a:fld id="{12781458-47FD-4486-9F05-7327C73883F5}" type="slidenum">
              <a:rPr lang="en-US" smtClean="0"/>
              <a:t>16</a:t>
            </a:fld>
            <a:endParaRPr lang="en-US"/>
          </a:p>
        </p:txBody>
      </p:sp>
    </p:spTree>
    <p:extLst>
      <p:ext uri="{BB962C8B-B14F-4D97-AF65-F5344CB8AC3E}">
        <p14:creationId xmlns:p14="http://schemas.microsoft.com/office/powerpoint/2010/main" val="4663447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12781458-47FD-4486-9F05-7327C73883F5}" type="slidenum">
              <a:rPr lang="en-US" smtClean="0"/>
              <a:t>17</a:t>
            </a:fld>
            <a:endParaRPr lang="en-US"/>
          </a:p>
        </p:txBody>
      </p:sp>
    </p:spTree>
    <p:extLst>
      <p:ext uri="{BB962C8B-B14F-4D97-AF65-F5344CB8AC3E}">
        <p14:creationId xmlns:p14="http://schemas.microsoft.com/office/powerpoint/2010/main" val="15437985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311C9-547F-2A6B-ECDB-4734BD8DE8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63D5AF-F057-6EF0-883A-89E8BCC80C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AC9C23-5544-213E-5134-0BE542F05C35}"/>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35862796-F7F4-3F8B-4889-8ED96DF30700}"/>
              </a:ext>
            </a:extLst>
          </p:cNvPr>
          <p:cNvSpPr>
            <a:spLocks noGrp="1"/>
          </p:cNvSpPr>
          <p:nvPr>
            <p:ph type="sldNum" sz="quarter" idx="5"/>
          </p:nvPr>
        </p:nvSpPr>
        <p:spPr/>
        <p:txBody>
          <a:bodyPr/>
          <a:lstStyle/>
          <a:p>
            <a:fld id="{12781458-47FD-4486-9F05-7327C73883F5}" type="slidenum">
              <a:rPr lang="en-US" smtClean="0"/>
              <a:t>18</a:t>
            </a:fld>
            <a:endParaRPr lang="en-US"/>
          </a:p>
        </p:txBody>
      </p:sp>
    </p:spTree>
    <p:extLst>
      <p:ext uri="{BB962C8B-B14F-4D97-AF65-F5344CB8AC3E}">
        <p14:creationId xmlns:p14="http://schemas.microsoft.com/office/powerpoint/2010/main" val="29053440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E54EA-2289-2264-32A2-8A661ADB0B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EFF79D-DEDC-F9A9-9A53-413F21EDCF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6F4F77-6A71-5B08-8787-526FD91A9076}"/>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483590B2-BC8D-D14E-E40A-C6E6B592EC04}"/>
              </a:ext>
            </a:extLst>
          </p:cNvPr>
          <p:cNvSpPr>
            <a:spLocks noGrp="1"/>
          </p:cNvSpPr>
          <p:nvPr>
            <p:ph type="sldNum" sz="quarter" idx="5"/>
          </p:nvPr>
        </p:nvSpPr>
        <p:spPr/>
        <p:txBody>
          <a:bodyPr/>
          <a:lstStyle/>
          <a:p>
            <a:fld id="{12781458-47FD-4486-9F05-7327C73883F5}" type="slidenum">
              <a:rPr lang="en-US" smtClean="0"/>
              <a:t>19</a:t>
            </a:fld>
            <a:endParaRPr lang="en-US"/>
          </a:p>
        </p:txBody>
      </p:sp>
    </p:spTree>
    <p:extLst>
      <p:ext uri="{BB962C8B-B14F-4D97-AF65-F5344CB8AC3E}">
        <p14:creationId xmlns:p14="http://schemas.microsoft.com/office/powerpoint/2010/main" val="23704328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00B1D-371E-C5F1-49E3-12E12EF2AE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84B044-09E0-FE74-84A4-49761FD99D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019B20-C4C2-CB9F-FC65-511FF37346C6}"/>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25A3054F-FD16-218E-32B8-BC4B2FEC2E3C}"/>
              </a:ext>
            </a:extLst>
          </p:cNvPr>
          <p:cNvSpPr>
            <a:spLocks noGrp="1"/>
          </p:cNvSpPr>
          <p:nvPr>
            <p:ph type="sldNum" sz="quarter" idx="5"/>
          </p:nvPr>
        </p:nvSpPr>
        <p:spPr/>
        <p:txBody>
          <a:bodyPr/>
          <a:lstStyle/>
          <a:p>
            <a:fld id="{12781458-47FD-4486-9F05-7327C73883F5}" type="slidenum">
              <a:rPr lang="en-US" smtClean="0"/>
              <a:t>20</a:t>
            </a:fld>
            <a:endParaRPr lang="en-US"/>
          </a:p>
        </p:txBody>
      </p:sp>
    </p:spTree>
    <p:extLst>
      <p:ext uri="{BB962C8B-B14F-4D97-AF65-F5344CB8AC3E}">
        <p14:creationId xmlns:p14="http://schemas.microsoft.com/office/powerpoint/2010/main" val="24969172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DF4E3-9B40-C1A5-8F4B-E948E4DE87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4320E7-763E-47B8-2663-936165EA84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26BB06-C692-B8DC-F16B-D9CC78BC92B3}"/>
              </a:ext>
            </a:extLst>
          </p:cNvPr>
          <p:cNvSpPr>
            <a:spLocks noGrp="1"/>
          </p:cNvSpPr>
          <p:nvPr>
            <p:ph type="body" idx="1"/>
          </p:nvPr>
        </p:nvSpPr>
        <p:spPr/>
        <p:txBody>
          <a:bodyPr/>
          <a:lstStyle/>
          <a:p>
            <a:endParaRPr lang="en-BE" dirty="0"/>
          </a:p>
        </p:txBody>
      </p:sp>
      <p:sp>
        <p:nvSpPr>
          <p:cNvPr id="4" name="Slide Number Placeholder 3">
            <a:extLst>
              <a:ext uri="{FF2B5EF4-FFF2-40B4-BE49-F238E27FC236}">
                <a16:creationId xmlns:a16="http://schemas.microsoft.com/office/drawing/2014/main" id="{3D291210-CD61-1DF9-6E32-1402B18CFC1B}"/>
              </a:ext>
            </a:extLst>
          </p:cNvPr>
          <p:cNvSpPr>
            <a:spLocks noGrp="1"/>
          </p:cNvSpPr>
          <p:nvPr>
            <p:ph type="sldNum" sz="quarter" idx="5"/>
          </p:nvPr>
        </p:nvSpPr>
        <p:spPr/>
        <p:txBody>
          <a:bodyPr/>
          <a:lstStyle/>
          <a:p>
            <a:fld id="{12781458-47FD-4486-9F05-7327C73883F5}" type="slidenum">
              <a:rPr lang="en-US" smtClean="0"/>
              <a:t>21</a:t>
            </a:fld>
            <a:endParaRPr lang="en-US"/>
          </a:p>
        </p:txBody>
      </p:sp>
    </p:spTree>
    <p:extLst>
      <p:ext uri="{BB962C8B-B14F-4D97-AF65-F5344CB8AC3E}">
        <p14:creationId xmlns:p14="http://schemas.microsoft.com/office/powerpoint/2010/main" val="42868913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a:solidFill>
                  <a:srgbClr val="9EA2A2"/>
                </a:solidFill>
                <a:latin typeface="Arial"/>
              </a:rPr>
              <a:t>© 2018 NetApp, Inc. All rights reserved.  </a:t>
            </a:r>
            <a:r>
              <a:rPr lang="en-US">
                <a:solidFill>
                  <a:srgbClr val="9EA2A2"/>
                </a:solidFill>
                <a:latin typeface="Arial"/>
                <a:cs typeface="Arial" panose="020B0604020202020204" pitchFamily="34" charset="0"/>
              </a:rPr>
              <a:t>— </a:t>
            </a:r>
            <a:r>
              <a:rPr lang="en-US">
                <a:solidFill>
                  <a:srgbClr val="9EA2A2"/>
                </a:solidFill>
                <a:latin typeface="Arial"/>
              </a:rPr>
              <a:t>NETAPP CONFIDENTIAL </a:t>
            </a:r>
            <a:r>
              <a:rPr lang="en-US">
                <a:solidFill>
                  <a:srgbClr val="9EA2A2"/>
                </a:solidFill>
                <a:latin typeface="Arial"/>
                <a:cs typeface="Arial" panose="020B0604020202020204" pitchFamily="34" charset="0"/>
              </a:rPr>
              <a:t>— </a:t>
            </a:r>
            <a:endParaRPr lang="en-US" dirty="0">
              <a:solidFill>
                <a:srgbClr val="9EA2A2"/>
              </a:solidFill>
              <a:latin typeface="Arial"/>
            </a:endParaRPr>
          </a:p>
        </p:txBody>
      </p:sp>
      <p:sp>
        <p:nvSpPr>
          <p:cNvPr id="5" name="Slide Number Placeholder 4"/>
          <p:cNvSpPr>
            <a:spLocks noGrp="1"/>
          </p:cNvSpPr>
          <p:nvPr>
            <p:ph type="sldNum" sz="quarter" idx="11"/>
          </p:nvPr>
        </p:nvSpPr>
        <p:spPr/>
        <p:txBody>
          <a:bodyPr/>
          <a:lstStyle/>
          <a:p>
            <a:fld id="{16AA2537-0790-4789-A16C-397C663A3332}" type="slidenum">
              <a:rPr lang="en-US" smtClean="0">
                <a:solidFill>
                  <a:srgbClr val="9EA2A2"/>
                </a:solidFill>
                <a:latin typeface="Arial"/>
              </a:rPr>
              <a:pPr/>
              <a:t>22</a:t>
            </a:fld>
            <a:endParaRPr lang="en-US" dirty="0">
              <a:solidFill>
                <a:srgbClr val="9EA2A2"/>
              </a:solidFill>
              <a:latin typeface="Arial"/>
            </a:endParaRPr>
          </a:p>
        </p:txBody>
      </p:sp>
    </p:spTree>
    <p:extLst>
      <p:ext uri="{BB962C8B-B14F-4D97-AF65-F5344CB8AC3E}">
        <p14:creationId xmlns:p14="http://schemas.microsoft.com/office/powerpoint/2010/main" val="500464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a:solidFill>
                  <a:srgbClr val="9EA2A2"/>
                </a:solidFill>
                <a:latin typeface="Arial"/>
              </a:rPr>
              <a:t>© 2018 NetApp, Inc. All rights reserved.  </a:t>
            </a:r>
            <a:r>
              <a:rPr lang="en-US">
                <a:solidFill>
                  <a:srgbClr val="9EA2A2"/>
                </a:solidFill>
                <a:latin typeface="Arial"/>
                <a:cs typeface="Arial" panose="020B0604020202020204" pitchFamily="34" charset="0"/>
              </a:rPr>
              <a:t>— </a:t>
            </a:r>
            <a:r>
              <a:rPr lang="en-US">
                <a:solidFill>
                  <a:srgbClr val="9EA2A2"/>
                </a:solidFill>
                <a:latin typeface="Arial"/>
              </a:rPr>
              <a:t>NETAPP CONFIDENTIAL </a:t>
            </a:r>
            <a:r>
              <a:rPr lang="en-US">
                <a:solidFill>
                  <a:srgbClr val="9EA2A2"/>
                </a:solidFill>
                <a:latin typeface="Arial"/>
                <a:cs typeface="Arial" panose="020B0604020202020204" pitchFamily="34" charset="0"/>
              </a:rPr>
              <a:t>— </a:t>
            </a:r>
            <a:endParaRPr lang="en-US" dirty="0">
              <a:solidFill>
                <a:srgbClr val="9EA2A2"/>
              </a:solidFill>
              <a:latin typeface="Arial"/>
            </a:endParaRPr>
          </a:p>
        </p:txBody>
      </p:sp>
      <p:sp>
        <p:nvSpPr>
          <p:cNvPr id="5" name="Slide Number Placeholder 4"/>
          <p:cNvSpPr>
            <a:spLocks noGrp="1"/>
          </p:cNvSpPr>
          <p:nvPr>
            <p:ph type="sldNum" sz="quarter" idx="11"/>
          </p:nvPr>
        </p:nvSpPr>
        <p:spPr/>
        <p:txBody>
          <a:bodyPr/>
          <a:lstStyle/>
          <a:p>
            <a:fld id="{16AA2537-0790-4789-A16C-397C663A3332}" type="slidenum">
              <a:rPr lang="en-US" smtClean="0">
                <a:solidFill>
                  <a:srgbClr val="9EA2A2"/>
                </a:solidFill>
                <a:latin typeface="Arial"/>
              </a:rPr>
              <a:pPr/>
              <a:t>27</a:t>
            </a:fld>
            <a:endParaRPr lang="en-US" dirty="0">
              <a:solidFill>
                <a:srgbClr val="9EA2A2"/>
              </a:solidFill>
              <a:latin typeface="Arial"/>
            </a:endParaRPr>
          </a:p>
        </p:txBody>
      </p:sp>
    </p:spTree>
    <p:extLst>
      <p:ext uri="{BB962C8B-B14F-4D97-AF65-F5344CB8AC3E}">
        <p14:creationId xmlns:p14="http://schemas.microsoft.com/office/powerpoint/2010/main" val="11945445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2781458-47FD-4486-9F05-7327C73883F5}" type="slidenum">
              <a:rPr lang="en-US" smtClean="0"/>
              <a:t>28</a:t>
            </a:fld>
            <a:endParaRPr lang="en-US"/>
          </a:p>
        </p:txBody>
      </p:sp>
    </p:spTree>
    <p:extLst>
      <p:ext uri="{BB962C8B-B14F-4D97-AF65-F5344CB8AC3E}">
        <p14:creationId xmlns:p14="http://schemas.microsoft.com/office/powerpoint/2010/main" val="27490140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a:solidFill>
                  <a:srgbClr val="9EA2A2"/>
                </a:solidFill>
                <a:latin typeface="Arial"/>
              </a:rPr>
              <a:t>© 2018 NetApp, Inc. All rights reserved.  </a:t>
            </a:r>
            <a:r>
              <a:rPr lang="en-US">
                <a:solidFill>
                  <a:srgbClr val="9EA2A2"/>
                </a:solidFill>
                <a:latin typeface="Arial"/>
                <a:cs typeface="Arial" panose="020B0604020202020204" pitchFamily="34" charset="0"/>
              </a:rPr>
              <a:t>— </a:t>
            </a:r>
            <a:r>
              <a:rPr lang="en-US">
                <a:solidFill>
                  <a:srgbClr val="9EA2A2"/>
                </a:solidFill>
                <a:latin typeface="Arial"/>
              </a:rPr>
              <a:t>NETAPP CONFIDENTIAL </a:t>
            </a:r>
            <a:r>
              <a:rPr lang="en-US">
                <a:solidFill>
                  <a:srgbClr val="9EA2A2"/>
                </a:solidFill>
                <a:latin typeface="Arial"/>
                <a:cs typeface="Arial" panose="020B0604020202020204" pitchFamily="34" charset="0"/>
              </a:rPr>
              <a:t>— </a:t>
            </a:r>
            <a:endParaRPr lang="en-US" dirty="0">
              <a:solidFill>
                <a:srgbClr val="9EA2A2"/>
              </a:solidFill>
              <a:latin typeface="Arial"/>
            </a:endParaRPr>
          </a:p>
        </p:txBody>
      </p:sp>
      <p:sp>
        <p:nvSpPr>
          <p:cNvPr id="5" name="Slide Number Placeholder 4"/>
          <p:cNvSpPr>
            <a:spLocks noGrp="1"/>
          </p:cNvSpPr>
          <p:nvPr>
            <p:ph type="sldNum" sz="quarter" idx="11"/>
          </p:nvPr>
        </p:nvSpPr>
        <p:spPr/>
        <p:txBody>
          <a:bodyPr/>
          <a:lstStyle/>
          <a:p>
            <a:fld id="{16AA2537-0790-4789-A16C-397C663A3332}" type="slidenum">
              <a:rPr lang="en-US" smtClean="0">
                <a:solidFill>
                  <a:srgbClr val="9EA2A2"/>
                </a:solidFill>
                <a:latin typeface="Arial"/>
              </a:rPr>
              <a:pPr/>
              <a:t>37</a:t>
            </a:fld>
            <a:endParaRPr lang="en-US" dirty="0">
              <a:solidFill>
                <a:srgbClr val="9EA2A2"/>
              </a:solidFill>
              <a:latin typeface="Arial"/>
            </a:endParaRPr>
          </a:p>
        </p:txBody>
      </p:sp>
    </p:spTree>
    <p:extLst>
      <p:ext uri="{BB962C8B-B14F-4D97-AF65-F5344CB8AC3E}">
        <p14:creationId xmlns:p14="http://schemas.microsoft.com/office/powerpoint/2010/main" val="1753990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a:solidFill>
                  <a:srgbClr val="9EA2A2"/>
                </a:solidFill>
                <a:latin typeface="Arial"/>
              </a:rPr>
              <a:t>© 2018 NetApp, Inc. All rights reserved.  </a:t>
            </a:r>
            <a:r>
              <a:rPr lang="en-US">
                <a:solidFill>
                  <a:srgbClr val="9EA2A2"/>
                </a:solidFill>
                <a:latin typeface="Arial"/>
                <a:cs typeface="Arial" panose="020B0604020202020204" pitchFamily="34" charset="0"/>
              </a:rPr>
              <a:t>— </a:t>
            </a:r>
            <a:r>
              <a:rPr lang="en-US">
                <a:solidFill>
                  <a:srgbClr val="9EA2A2"/>
                </a:solidFill>
                <a:latin typeface="Arial"/>
              </a:rPr>
              <a:t>NETAPP CONFIDENTIAL </a:t>
            </a:r>
            <a:r>
              <a:rPr lang="en-US">
                <a:solidFill>
                  <a:srgbClr val="9EA2A2"/>
                </a:solidFill>
                <a:latin typeface="Arial"/>
                <a:cs typeface="Arial" panose="020B0604020202020204" pitchFamily="34" charset="0"/>
              </a:rPr>
              <a:t>— </a:t>
            </a:r>
            <a:endParaRPr lang="en-US" dirty="0">
              <a:solidFill>
                <a:srgbClr val="9EA2A2"/>
              </a:solidFill>
              <a:latin typeface="Arial"/>
            </a:endParaRPr>
          </a:p>
        </p:txBody>
      </p:sp>
      <p:sp>
        <p:nvSpPr>
          <p:cNvPr id="5" name="Slide Number Placeholder 4"/>
          <p:cNvSpPr>
            <a:spLocks noGrp="1"/>
          </p:cNvSpPr>
          <p:nvPr>
            <p:ph type="sldNum" sz="quarter" idx="11"/>
          </p:nvPr>
        </p:nvSpPr>
        <p:spPr/>
        <p:txBody>
          <a:bodyPr/>
          <a:lstStyle/>
          <a:p>
            <a:fld id="{16AA2537-0790-4789-A16C-397C663A3332}" type="slidenum">
              <a:rPr lang="en-US" smtClean="0">
                <a:solidFill>
                  <a:srgbClr val="9EA2A2"/>
                </a:solidFill>
                <a:latin typeface="Arial"/>
              </a:rPr>
              <a:pPr/>
              <a:t>59</a:t>
            </a:fld>
            <a:endParaRPr lang="en-US" dirty="0">
              <a:solidFill>
                <a:srgbClr val="9EA2A2"/>
              </a:solidFill>
              <a:latin typeface="Arial"/>
            </a:endParaRPr>
          </a:p>
        </p:txBody>
      </p:sp>
    </p:spTree>
    <p:extLst>
      <p:ext uri="{BB962C8B-B14F-4D97-AF65-F5344CB8AC3E}">
        <p14:creationId xmlns:p14="http://schemas.microsoft.com/office/powerpoint/2010/main" val="7076198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2781458-47FD-4486-9F05-7327C73883F5}" type="slidenum">
              <a:rPr lang="en-US" smtClean="0"/>
              <a:t>63</a:t>
            </a:fld>
            <a:endParaRPr lang="en-US"/>
          </a:p>
        </p:txBody>
      </p:sp>
    </p:spTree>
    <p:extLst>
      <p:ext uri="{BB962C8B-B14F-4D97-AF65-F5344CB8AC3E}">
        <p14:creationId xmlns:p14="http://schemas.microsoft.com/office/powerpoint/2010/main" val="34307932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2781458-47FD-4486-9F05-7327C73883F5}" type="slidenum">
              <a:rPr lang="en-US" smtClean="0"/>
              <a:t>65</a:t>
            </a:fld>
            <a:endParaRPr lang="en-US"/>
          </a:p>
        </p:txBody>
      </p:sp>
    </p:spTree>
    <p:extLst>
      <p:ext uri="{BB962C8B-B14F-4D97-AF65-F5344CB8AC3E}">
        <p14:creationId xmlns:p14="http://schemas.microsoft.com/office/powerpoint/2010/main" val="1579369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a:solidFill>
                  <a:srgbClr val="9EA2A2"/>
                </a:solidFill>
                <a:latin typeface="Arial"/>
              </a:rPr>
              <a:t>© 2018 NetApp, Inc. All rights reserved.  </a:t>
            </a:r>
            <a:r>
              <a:rPr lang="en-US">
                <a:solidFill>
                  <a:srgbClr val="9EA2A2"/>
                </a:solidFill>
                <a:latin typeface="Arial"/>
                <a:cs typeface="Arial" panose="020B0604020202020204" pitchFamily="34" charset="0"/>
              </a:rPr>
              <a:t>— </a:t>
            </a:r>
            <a:r>
              <a:rPr lang="en-US">
                <a:solidFill>
                  <a:srgbClr val="9EA2A2"/>
                </a:solidFill>
                <a:latin typeface="Arial"/>
              </a:rPr>
              <a:t>NETAPP CONFIDENTIAL </a:t>
            </a:r>
            <a:r>
              <a:rPr lang="en-US">
                <a:solidFill>
                  <a:srgbClr val="9EA2A2"/>
                </a:solidFill>
                <a:latin typeface="Arial"/>
                <a:cs typeface="Arial" panose="020B0604020202020204" pitchFamily="34" charset="0"/>
              </a:rPr>
              <a:t>— </a:t>
            </a:r>
            <a:endParaRPr lang="en-US" dirty="0">
              <a:solidFill>
                <a:srgbClr val="9EA2A2"/>
              </a:solidFill>
              <a:latin typeface="Arial"/>
            </a:endParaRPr>
          </a:p>
        </p:txBody>
      </p:sp>
      <p:sp>
        <p:nvSpPr>
          <p:cNvPr id="5" name="Slide Number Placeholder 4"/>
          <p:cNvSpPr>
            <a:spLocks noGrp="1"/>
          </p:cNvSpPr>
          <p:nvPr>
            <p:ph type="sldNum" sz="quarter" idx="11"/>
          </p:nvPr>
        </p:nvSpPr>
        <p:spPr/>
        <p:txBody>
          <a:bodyPr/>
          <a:lstStyle/>
          <a:p>
            <a:fld id="{16AA2537-0790-4789-A16C-397C663A3332}" type="slidenum">
              <a:rPr lang="en-US" smtClean="0">
                <a:solidFill>
                  <a:srgbClr val="9EA2A2"/>
                </a:solidFill>
                <a:latin typeface="Arial"/>
              </a:rPr>
              <a:pPr/>
              <a:t>70</a:t>
            </a:fld>
            <a:endParaRPr lang="en-US" dirty="0">
              <a:solidFill>
                <a:srgbClr val="9EA2A2"/>
              </a:solidFill>
              <a:latin typeface="Arial"/>
            </a:endParaRPr>
          </a:p>
        </p:txBody>
      </p:sp>
    </p:spTree>
    <p:extLst>
      <p:ext uri="{BB962C8B-B14F-4D97-AF65-F5344CB8AC3E}">
        <p14:creationId xmlns:p14="http://schemas.microsoft.com/office/powerpoint/2010/main" val="14204541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D5E1CC-8D61-7E42-9EC1-66E2EA138FA9}" type="slidenum">
              <a:rPr lang="en-US" smtClean="0"/>
              <a:t>89</a:t>
            </a:fld>
            <a:endParaRPr lang="en-US"/>
          </a:p>
        </p:txBody>
      </p:sp>
    </p:spTree>
    <p:extLst>
      <p:ext uri="{BB962C8B-B14F-4D97-AF65-F5344CB8AC3E}">
        <p14:creationId xmlns:p14="http://schemas.microsoft.com/office/powerpoint/2010/main" val="37126937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a:solidFill>
                  <a:srgbClr val="9EA2A2"/>
                </a:solidFill>
                <a:latin typeface="Arial"/>
              </a:rPr>
              <a:t>© 2018 NetApp, Inc. All rights reserved.  </a:t>
            </a:r>
            <a:r>
              <a:rPr lang="en-US">
                <a:solidFill>
                  <a:srgbClr val="9EA2A2"/>
                </a:solidFill>
                <a:latin typeface="Arial"/>
                <a:cs typeface="Arial" panose="020B0604020202020204" pitchFamily="34" charset="0"/>
              </a:rPr>
              <a:t>— </a:t>
            </a:r>
            <a:r>
              <a:rPr lang="en-US">
                <a:solidFill>
                  <a:srgbClr val="9EA2A2"/>
                </a:solidFill>
                <a:latin typeface="Arial"/>
              </a:rPr>
              <a:t>NETAPP CONFIDENTIAL </a:t>
            </a:r>
            <a:r>
              <a:rPr lang="en-US">
                <a:solidFill>
                  <a:srgbClr val="9EA2A2"/>
                </a:solidFill>
                <a:latin typeface="Arial"/>
                <a:cs typeface="Arial" panose="020B0604020202020204" pitchFamily="34" charset="0"/>
              </a:rPr>
              <a:t>— </a:t>
            </a:r>
            <a:endParaRPr lang="en-US" dirty="0">
              <a:solidFill>
                <a:srgbClr val="9EA2A2"/>
              </a:solidFill>
              <a:latin typeface="Arial"/>
            </a:endParaRPr>
          </a:p>
        </p:txBody>
      </p:sp>
      <p:sp>
        <p:nvSpPr>
          <p:cNvPr id="5" name="Slide Number Placeholder 4"/>
          <p:cNvSpPr>
            <a:spLocks noGrp="1"/>
          </p:cNvSpPr>
          <p:nvPr>
            <p:ph type="sldNum" sz="quarter" idx="11"/>
          </p:nvPr>
        </p:nvSpPr>
        <p:spPr/>
        <p:txBody>
          <a:bodyPr/>
          <a:lstStyle/>
          <a:p>
            <a:fld id="{16AA2537-0790-4789-A16C-397C663A3332}" type="slidenum">
              <a:rPr lang="en-US" smtClean="0">
                <a:solidFill>
                  <a:srgbClr val="9EA2A2"/>
                </a:solidFill>
                <a:latin typeface="Arial"/>
              </a:rPr>
              <a:pPr/>
              <a:t>99</a:t>
            </a:fld>
            <a:endParaRPr lang="en-US" dirty="0">
              <a:solidFill>
                <a:srgbClr val="9EA2A2"/>
              </a:solidFill>
              <a:latin typeface="Arial"/>
            </a:endParaRPr>
          </a:p>
        </p:txBody>
      </p:sp>
    </p:spTree>
    <p:extLst>
      <p:ext uri="{BB962C8B-B14F-4D97-AF65-F5344CB8AC3E}">
        <p14:creationId xmlns:p14="http://schemas.microsoft.com/office/powerpoint/2010/main" val="23589903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a:solidFill>
                  <a:srgbClr val="9EA2A2"/>
                </a:solidFill>
                <a:latin typeface="Arial"/>
              </a:rPr>
              <a:t>© 2018 NetApp, Inc. All rights reserved.  </a:t>
            </a:r>
            <a:r>
              <a:rPr lang="en-US">
                <a:solidFill>
                  <a:srgbClr val="9EA2A2"/>
                </a:solidFill>
                <a:latin typeface="Arial"/>
                <a:cs typeface="Arial" panose="020B0604020202020204" pitchFamily="34" charset="0"/>
              </a:rPr>
              <a:t>— </a:t>
            </a:r>
            <a:r>
              <a:rPr lang="en-US">
                <a:solidFill>
                  <a:srgbClr val="9EA2A2"/>
                </a:solidFill>
                <a:latin typeface="Arial"/>
              </a:rPr>
              <a:t>NETAPP CONFIDENTIAL </a:t>
            </a:r>
            <a:r>
              <a:rPr lang="en-US">
                <a:solidFill>
                  <a:srgbClr val="9EA2A2"/>
                </a:solidFill>
                <a:latin typeface="Arial"/>
                <a:cs typeface="Arial" panose="020B0604020202020204" pitchFamily="34" charset="0"/>
              </a:rPr>
              <a:t>— </a:t>
            </a:r>
            <a:endParaRPr lang="en-US" dirty="0">
              <a:solidFill>
                <a:srgbClr val="9EA2A2"/>
              </a:solidFill>
              <a:latin typeface="Arial"/>
            </a:endParaRPr>
          </a:p>
        </p:txBody>
      </p:sp>
      <p:sp>
        <p:nvSpPr>
          <p:cNvPr id="5" name="Slide Number Placeholder 4"/>
          <p:cNvSpPr>
            <a:spLocks noGrp="1"/>
          </p:cNvSpPr>
          <p:nvPr>
            <p:ph type="sldNum" sz="quarter" idx="11"/>
          </p:nvPr>
        </p:nvSpPr>
        <p:spPr/>
        <p:txBody>
          <a:bodyPr/>
          <a:lstStyle/>
          <a:p>
            <a:fld id="{16AA2537-0790-4789-A16C-397C663A3332}" type="slidenum">
              <a:rPr lang="en-US" smtClean="0">
                <a:solidFill>
                  <a:srgbClr val="9EA2A2"/>
                </a:solidFill>
                <a:latin typeface="Arial"/>
              </a:rPr>
              <a:pPr/>
              <a:t>103</a:t>
            </a:fld>
            <a:endParaRPr lang="en-US" dirty="0">
              <a:solidFill>
                <a:srgbClr val="9EA2A2"/>
              </a:solidFill>
              <a:latin typeface="Arial"/>
            </a:endParaRPr>
          </a:p>
        </p:txBody>
      </p:sp>
    </p:spTree>
    <p:extLst>
      <p:ext uri="{BB962C8B-B14F-4D97-AF65-F5344CB8AC3E}">
        <p14:creationId xmlns:p14="http://schemas.microsoft.com/office/powerpoint/2010/main" val="8127290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a:solidFill>
                  <a:srgbClr val="9EA2A2"/>
                </a:solidFill>
                <a:latin typeface="Arial"/>
              </a:rPr>
              <a:t>© 2018 NetApp, Inc. All rights reserved.  </a:t>
            </a:r>
            <a:r>
              <a:rPr lang="en-US">
                <a:solidFill>
                  <a:srgbClr val="9EA2A2"/>
                </a:solidFill>
                <a:latin typeface="Arial"/>
                <a:cs typeface="Arial" panose="020B0604020202020204" pitchFamily="34" charset="0"/>
              </a:rPr>
              <a:t>— </a:t>
            </a:r>
            <a:r>
              <a:rPr lang="en-US">
                <a:solidFill>
                  <a:srgbClr val="9EA2A2"/>
                </a:solidFill>
                <a:latin typeface="Arial"/>
              </a:rPr>
              <a:t>NETAPP CONFIDENTIAL </a:t>
            </a:r>
            <a:r>
              <a:rPr lang="en-US">
                <a:solidFill>
                  <a:srgbClr val="9EA2A2"/>
                </a:solidFill>
                <a:latin typeface="Arial"/>
                <a:cs typeface="Arial" panose="020B0604020202020204" pitchFamily="34" charset="0"/>
              </a:rPr>
              <a:t>— </a:t>
            </a:r>
            <a:endParaRPr lang="en-US" dirty="0">
              <a:solidFill>
                <a:srgbClr val="9EA2A2"/>
              </a:solidFill>
              <a:latin typeface="Arial"/>
            </a:endParaRPr>
          </a:p>
        </p:txBody>
      </p:sp>
      <p:sp>
        <p:nvSpPr>
          <p:cNvPr id="5" name="Slide Number Placeholder 4"/>
          <p:cNvSpPr>
            <a:spLocks noGrp="1"/>
          </p:cNvSpPr>
          <p:nvPr>
            <p:ph type="sldNum" sz="quarter" idx="11"/>
          </p:nvPr>
        </p:nvSpPr>
        <p:spPr/>
        <p:txBody>
          <a:bodyPr/>
          <a:lstStyle/>
          <a:p>
            <a:fld id="{16AA2537-0790-4789-A16C-397C663A3332}" type="slidenum">
              <a:rPr lang="en-US" smtClean="0">
                <a:solidFill>
                  <a:srgbClr val="9EA2A2"/>
                </a:solidFill>
                <a:latin typeface="Arial"/>
              </a:rPr>
              <a:pPr/>
              <a:t>106</a:t>
            </a:fld>
            <a:endParaRPr lang="en-US" dirty="0">
              <a:solidFill>
                <a:srgbClr val="9EA2A2"/>
              </a:solidFill>
              <a:latin typeface="Arial"/>
            </a:endParaRPr>
          </a:p>
        </p:txBody>
      </p:sp>
    </p:spTree>
    <p:extLst>
      <p:ext uri="{BB962C8B-B14F-4D97-AF65-F5344CB8AC3E}">
        <p14:creationId xmlns:p14="http://schemas.microsoft.com/office/powerpoint/2010/main" val="6044483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a:solidFill>
                  <a:srgbClr val="9EA2A2"/>
                </a:solidFill>
                <a:latin typeface="Arial"/>
              </a:rPr>
              <a:t>© 2018 NetApp, Inc. All rights reserved.  </a:t>
            </a:r>
            <a:r>
              <a:rPr lang="en-US">
                <a:solidFill>
                  <a:srgbClr val="9EA2A2"/>
                </a:solidFill>
                <a:latin typeface="Arial"/>
                <a:cs typeface="Arial" panose="020B0604020202020204" pitchFamily="34" charset="0"/>
              </a:rPr>
              <a:t>— </a:t>
            </a:r>
            <a:r>
              <a:rPr lang="en-US">
                <a:solidFill>
                  <a:srgbClr val="9EA2A2"/>
                </a:solidFill>
                <a:latin typeface="Arial"/>
              </a:rPr>
              <a:t>NETAPP CONFIDENTIAL </a:t>
            </a:r>
            <a:r>
              <a:rPr lang="en-US">
                <a:solidFill>
                  <a:srgbClr val="9EA2A2"/>
                </a:solidFill>
                <a:latin typeface="Arial"/>
                <a:cs typeface="Arial" panose="020B0604020202020204" pitchFamily="34" charset="0"/>
              </a:rPr>
              <a:t>— </a:t>
            </a:r>
            <a:endParaRPr lang="en-US" dirty="0">
              <a:solidFill>
                <a:srgbClr val="9EA2A2"/>
              </a:solidFill>
              <a:latin typeface="Arial"/>
            </a:endParaRPr>
          </a:p>
        </p:txBody>
      </p:sp>
      <p:sp>
        <p:nvSpPr>
          <p:cNvPr id="5" name="Slide Number Placeholder 4"/>
          <p:cNvSpPr>
            <a:spLocks noGrp="1"/>
          </p:cNvSpPr>
          <p:nvPr>
            <p:ph type="sldNum" sz="quarter" idx="11"/>
          </p:nvPr>
        </p:nvSpPr>
        <p:spPr/>
        <p:txBody>
          <a:bodyPr/>
          <a:lstStyle/>
          <a:p>
            <a:fld id="{16AA2537-0790-4789-A16C-397C663A3332}" type="slidenum">
              <a:rPr lang="en-US" smtClean="0">
                <a:solidFill>
                  <a:srgbClr val="9EA2A2"/>
                </a:solidFill>
                <a:latin typeface="Arial"/>
              </a:rPr>
              <a:pPr/>
              <a:t>110</a:t>
            </a:fld>
            <a:endParaRPr lang="en-US" dirty="0">
              <a:solidFill>
                <a:srgbClr val="9EA2A2"/>
              </a:solidFill>
              <a:latin typeface="Arial"/>
            </a:endParaRPr>
          </a:p>
        </p:txBody>
      </p:sp>
    </p:spTree>
    <p:extLst>
      <p:ext uri="{BB962C8B-B14F-4D97-AF65-F5344CB8AC3E}">
        <p14:creationId xmlns:p14="http://schemas.microsoft.com/office/powerpoint/2010/main" val="38475684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a:solidFill>
                  <a:srgbClr val="9EA2A2"/>
                </a:solidFill>
                <a:latin typeface="Arial"/>
              </a:rPr>
              <a:t>© 2018 NetApp, Inc. All rights reserved.  </a:t>
            </a:r>
            <a:r>
              <a:rPr lang="en-US">
                <a:solidFill>
                  <a:srgbClr val="9EA2A2"/>
                </a:solidFill>
                <a:latin typeface="Arial"/>
                <a:cs typeface="Arial" panose="020B0604020202020204" pitchFamily="34" charset="0"/>
              </a:rPr>
              <a:t>— </a:t>
            </a:r>
            <a:r>
              <a:rPr lang="en-US">
                <a:solidFill>
                  <a:srgbClr val="9EA2A2"/>
                </a:solidFill>
                <a:latin typeface="Arial"/>
              </a:rPr>
              <a:t>NETAPP CONFIDENTIAL </a:t>
            </a:r>
            <a:r>
              <a:rPr lang="en-US">
                <a:solidFill>
                  <a:srgbClr val="9EA2A2"/>
                </a:solidFill>
                <a:latin typeface="Arial"/>
                <a:cs typeface="Arial" panose="020B0604020202020204" pitchFamily="34" charset="0"/>
              </a:rPr>
              <a:t>— </a:t>
            </a:r>
            <a:endParaRPr lang="en-US" dirty="0">
              <a:solidFill>
                <a:srgbClr val="9EA2A2"/>
              </a:solidFill>
              <a:latin typeface="Arial"/>
            </a:endParaRPr>
          </a:p>
        </p:txBody>
      </p:sp>
      <p:sp>
        <p:nvSpPr>
          <p:cNvPr id="5" name="Slide Number Placeholder 4"/>
          <p:cNvSpPr>
            <a:spLocks noGrp="1"/>
          </p:cNvSpPr>
          <p:nvPr>
            <p:ph type="sldNum" sz="quarter" idx="11"/>
          </p:nvPr>
        </p:nvSpPr>
        <p:spPr/>
        <p:txBody>
          <a:bodyPr/>
          <a:lstStyle/>
          <a:p>
            <a:fld id="{16AA2537-0790-4789-A16C-397C663A3332}" type="slidenum">
              <a:rPr lang="en-US" smtClean="0">
                <a:solidFill>
                  <a:srgbClr val="9EA2A2"/>
                </a:solidFill>
                <a:latin typeface="Arial"/>
              </a:rPr>
              <a:pPr/>
              <a:t>113</a:t>
            </a:fld>
            <a:endParaRPr lang="en-US" dirty="0">
              <a:solidFill>
                <a:srgbClr val="9EA2A2"/>
              </a:solidFill>
              <a:latin typeface="Arial"/>
            </a:endParaRPr>
          </a:p>
        </p:txBody>
      </p:sp>
    </p:spTree>
    <p:extLst>
      <p:ext uri="{BB962C8B-B14F-4D97-AF65-F5344CB8AC3E}">
        <p14:creationId xmlns:p14="http://schemas.microsoft.com/office/powerpoint/2010/main" val="3745933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2781458-47FD-4486-9F05-7327C73883F5}" type="slidenum">
              <a:rPr lang="en-US" smtClean="0"/>
              <a:t>114</a:t>
            </a:fld>
            <a:endParaRPr lang="en-US"/>
          </a:p>
        </p:txBody>
      </p:sp>
    </p:spTree>
    <p:extLst>
      <p:ext uri="{BB962C8B-B14F-4D97-AF65-F5344CB8AC3E}">
        <p14:creationId xmlns:p14="http://schemas.microsoft.com/office/powerpoint/2010/main" val="9032925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a:solidFill>
                  <a:srgbClr val="9EA2A2"/>
                </a:solidFill>
                <a:latin typeface="Arial"/>
              </a:rPr>
              <a:t>© 2018 NetApp, Inc. All rights reserved.  </a:t>
            </a:r>
            <a:r>
              <a:rPr lang="en-US">
                <a:solidFill>
                  <a:srgbClr val="9EA2A2"/>
                </a:solidFill>
                <a:latin typeface="Arial"/>
                <a:cs typeface="Arial" panose="020B0604020202020204" pitchFamily="34" charset="0"/>
              </a:rPr>
              <a:t>— </a:t>
            </a:r>
            <a:r>
              <a:rPr lang="en-US">
                <a:solidFill>
                  <a:srgbClr val="9EA2A2"/>
                </a:solidFill>
                <a:latin typeface="Arial"/>
              </a:rPr>
              <a:t>NETAPP CONFIDENTIAL </a:t>
            </a:r>
            <a:r>
              <a:rPr lang="en-US">
                <a:solidFill>
                  <a:srgbClr val="9EA2A2"/>
                </a:solidFill>
                <a:latin typeface="Arial"/>
                <a:cs typeface="Arial" panose="020B0604020202020204" pitchFamily="34" charset="0"/>
              </a:rPr>
              <a:t>— </a:t>
            </a:r>
            <a:endParaRPr lang="en-US" dirty="0">
              <a:solidFill>
                <a:srgbClr val="9EA2A2"/>
              </a:solidFill>
              <a:latin typeface="Arial"/>
            </a:endParaRPr>
          </a:p>
        </p:txBody>
      </p:sp>
      <p:sp>
        <p:nvSpPr>
          <p:cNvPr id="5" name="Slide Number Placeholder 4"/>
          <p:cNvSpPr>
            <a:spLocks noGrp="1"/>
          </p:cNvSpPr>
          <p:nvPr>
            <p:ph type="sldNum" sz="quarter" idx="11"/>
          </p:nvPr>
        </p:nvSpPr>
        <p:spPr/>
        <p:txBody>
          <a:bodyPr/>
          <a:lstStyle/>
          <a:p>
            <a:fld id="{16AA2537-0790-4789-A16C-397C663A3332}" type="slidenum">
              <a:rPr lang="en-US" smtClean="0">
                <a:solidFill>
                  <a:srgbClr val="9EA2A2"/>
                </a:solidFill>
                <a:latin typeface="Arial"/>
              </a:rPr>
              <a:pPr/>
              <a:t>117</a:t>
            </a:fld>
            <a:endParaRPr lang="en-US" dirty="0">
              <a:solidFill>
                <a:srgbClr val="9EA2A2"/>
              </a:solidFill>
              <a:latin typeface="Arial"/>
            </a:endParaRPr>
          </a:p>
        </p:txBody>
      </p:sp>
    </p:spTree>
    <p:extLst>
      <p:ext uri="{BB962C8B-B14F-4D97-AF65-F5344CB8AC3E}">
        <p14:creationId xmlns:p14="http://schemas.microsoft.com/office/powerpoint/2010/main" val="3948481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I’ve shown you a lot today, but there is still more you can learn.</a:t>
            </a:r>
          </a:p>
          <a:p>
            <a:r>
              <a:rPr lang="en-US" dirty="0" err="1"/>
              <a:t>Netapp.io</a:t>
            </a:r>
            <a:r>
              <a:rPr lang="en-US" dirty="0"/>
              <a:t> home of all Open Ecosystem news and blogs</a:t>
            </a:r>
          </a:p>
          <a:p>
            <a:r>
              <a:rPr lang="en-US" dirty="0"/>
              <a:t>Slack is a free join.</a:t>
            </a:r>
          </a:p>
        </p:txBody>
      </p:sp>
      <p:sp>
        <p:nvSpPr>
          <p:cNvPr id="4" name="Footer Placeholder 3"/>
          <p:cNvSpPr>
            <a:spLocks noGrp="1"/>
          </p:cNvSpPr>
          <p:nvPr>
            <p:ph type="ftr" sz="quarter" idx="10"/>
          </p:nvPr>
        </p:nvSpPr>
        <p:spPr/>
        <p:txBody>
          <a:bodyPr/>
          <a:lstStyle/>
          <a:p>
            <a:r>
              <a:rPr lang="en-US">
                <a:solidFill>
                  <a:srgbClr val="9EA2A2"/>
                </a:solidFill>
                <a:latin typeface="Arial"/>
              </a:rPr>
              <a:t>© 2018 NetApp, Inc. All rights reserved.  </a:t>
            </a:r>
            <a:r>
              <a:rPr lang="en-US">
                <a:solidFill>
                  <a:srgbClr val="9EA2A2"/>
                </a:solidFill>
                <a:latin typeface="Arial"/>
                <a:cs typeface="Arial" panose="020B0604020202020204" pitchFamily="34" charset="0"/>
              </a:rPr>
              <a:t>— </a:t>
            </a:r>
            <a:r>
              <a:rPr lang="en-US">
                <a:solidFill>
                  <a:srgbClr val="9EA2A2"/>
                </a:solidFill>
                <a:latin typeface="Arial"/>
              </a:rPr>
              <a:t>NETAPP CONFIDENTIAL </a:t>
            </a:r>
            <a:r>
              <a:rPr lang="en-US">
                <a:solidFill>
                  <a:srgbClr val="9EA2A2"/>
                </a:solidFill>
                <a:latin typeface="Arial"/>
                <a:cs typeface="Arial" panose="020B0604020202020204" pitchFamily="34" charset="0"/>
              </a:rPr>
              <a:t>— </a:t>
            </a:r>
            <a:endParaRPr lang="en-US">
              <a:solidFill>
                <a:srgbClr val="9EA2A2"/>
              </a:solidFill>
              <a:latin typeface="Arial"/>
            </a:endParaRPr>
          </a:p>
        </p:txBody>
      </p:sp>
      <p:sp>
        <p:nvSpPr>
          <p:cNvPr id="5" name="Slide Number Placeholder 4"/>
          <p:cNvSpPr>
            <a:spLocks noGrp="1"/>
          </p:cNvSpPr>
          <p:nvPr>
            <p:ph type="sldNum" sz="quarter" idx="11"/>
          </p:nvPr>
        </p:nvSpPr>
        <p:spPr/>
        <p:txBody>
          <a:bodyPr/>
          <a:lstStyle/>
          <a:p>
            <a:fld id="{16AA2537-0790-4789-A16C-397C663A3332}" type="slidenum">
              <a:rPr lang="en-US" smtClean="0">
                <a:solidFill>
                  <a:srgbClr val="9EA2A2"/>
                </a:solidFill>
                <a:latin typeface="Arial"/>
              </a:rPr>
              <a:pPr/>
              <a:t>121</a:t>
            </a:fld>
            <a:endParaRPr lang="en-US">
              <a:solidFill>
                <a:srgbClr val="9EA2A2"/>
              </a:solidFill>
              <a:latin typeface="Arial"/>
            </a:endParaRPr>
          </a:p>
        </p:txBody>
      </p:sp>
    </p:spTree>
    <p:extLst>
      <p:ext uri="{BB962C8B-B14F-4D97-AF65-F5344CB8AC3E}">
        <p14:creationId xmlns:p14="http://schemas.microsoft.com/office/powerpoint/2010/main" val="2415117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a:solidFill>
                  <a:srgbClr val="9EA2A2"/>
                </a:solidFill>
                <a:latin typeface="Arial"/>
              </a:rPr>
              <a:t>© 2018 NetApp, Inc. All rights reserved.  </a:t>
            </a:r>
            <a:r>
              <a:rPr lang="en-US">
                <a:solidFill>
                  <a:srgbClr val="9EA2A2"/>
                </a:solidFill>
                <a:latin typeface="Arial"/>
                <a:cs typeface="Arial" panose="020B0604020202020204" pitchFamily="34" charset="0"/>
              </a:rPr>
              <a:t>— </a:t>
            </a:r>
            <a:r>
              <a:rPr lang="en-US">
                <a:solidFill>
                  <a:srgbClr val="9EA2A2"/>
                </a:solidFill>
                <a:latin typeface="Arial"/>
              </a:rPr>
              <a:t>NETAPP CONFIDENTIAL </a:t>
            </a:r>
            <a:r>
              <a:rPr lang="en-US">
                <a:solidFill>
                  <a:srgbClr val="9EA2A2"/>
                </a:solidFill>
                <a:latin typeface="Arial"/>
                <a:cs typeface="Arial" panose="020B0604020202020204" pitchFamily="34" charset="0"/>
              </a:rPr>
              <a:t>— </a:t>
            </a:r>
            <a:endParaRPr lang="en-US" dirty="0">
              <a:solidFill>
                <a:srgbClr val="9EA2A2"/>
              </a:solidFill>
              <a:latin typeface="Arial"/>
            </a:endParaRPr>
          </a:p>
        </p:txBody>
      </p:sp>
      <p:sp>
        <p:nvSpPr>
          <p:cNvPr id="5" name="Slide Number Placeholder 4"/>
          <p:cNvSpPr>
            <a:spLocks noGrp="1"/>
          </p:cNvSpPr>
          <p:nvPr>
            <p:ph type="sldNum" sz="quarter" idx="11"/>
          </p:nvPr>
        </p:nvSpPr>
        <p:spPr/>
        <p:txBody>
          <a:bodyPr/>
          <a:lstStyle/>
          <a:p>
            <a:fld id="{16AA2537-0790-4789-A16C-397C663A3332}" type="slidenum">
              <a:rPr lang="en-US" smtClean="0">
                <a:solidFill>
                  <a:srgbClr val="9EA2A2"/>
                </a:solidFill>
                <a:latin typeface="Arial"/>
              </a:rPr>
              <a:pPr/>
              <a:t>123</a:t>
            </a:fld>
            <a:endParaRPr lang="en-US" dirty="0">
              <a:solidFill>
                <a:srgbClr val="9EA2A2"/>
              </a:solidFill>
              <a:latin typeface="Arial"/>
            </a:endParaRPr>
          </a:p>
        </p:txBody>
      </p:sp>
    </p:spTree>
    <p:extLst>
      <p:ext uri="{BB962C8B-B14F-4D97-AF65-F5344CB8AC3E}">
        <p14:creationId xmlns:p14="http://schemas.microsoft.com/office/powerpoint/2010/main" val="18511185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2B58CB-8DCD-4DAF-9325-8A1662422A9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2" name="Title 1"/>
          <p:cNvSpPr>
            <a:spLocks noGrp="1"/>
          </p:cNvSpPr>
          <p:nvPr>
            <p:ph type="ctrTitle" hasCustomPrompt="1"/>
          </p:nvPr>
        </p:nvSpPr>
        <p:spPr bwMode="gray">
          <a:xfrm>
            <a:off x="743144" y="2586361"/>
            <a:ext cx="7466206" cy="1470025"/>
          </a:xfrm>
        </p:spPr>
        <p:txBody>
          <a:bodyPr wrap="square" lIns="91521" tIns="45761" rIns="91440" bIns="45761">
            <a:noAutofit/>
          </a:bodyPr>
          <a:lstStyle>
            <a:lvl1pPr algn="l">
              <a:lnSpc>
                <a:spcPct val="95000"/>
              </a:lnSpc>
              <a:defRPr sz="4400" b="0">
                <a:solidFill>
                  <a:schemeClr val="bg1"/>
                </a:solidFill>
              </a:defRPr>
            </a:lvl1pPr>
          </a:lstStyle>
          <a:p>
            <a:r>
              <a:rPr lang="en-US" dirty="0"/>
              <a:t>Click to Edit Master Title Style</a:t>
            </a:r>
          </a:p>
        </p:txBody>
      </p:sp>
      <p:sp>
        <p:nvSpPr>
          <p:cNvPr id="25" name="Text Placeholder 24"/>
          <p:cNvSpPr>
            <a:spLocks noGrp="1"/>
          </p:cNvSpPr>
          <p:nvPr>
            <p:ph type="body" sz="quarter" idx="10" hasCustomPrompt="1"/>
          </p:nvPr>
        </p:nvSpPr>
        <p:spPr bwMode="gray">
          <a:xfrm>
            <a:off x="743144" y="4028010"/>
            <a:ext cx="8463162" cy="1120351"/>
          </a:xfrm>
        </p:spPr>
        <p:txBody>
          <a:bodyPr wrap="square" lIns="91521" tIns="45761" rIns="91440" bIns="45761">
            <a:noAutofit/>
          </a:bodyPr>
          <a:lstStyle>
            <a:lvl1pPr marL="0" indent="0">
              <a:lnSpc>
                <a:spcPct val="100000"/>
              </a:lnSpc>
              <a:spcBef>
                <a:spcPts val="0"/>
              </a:spcBef>
              <a:spcAft>
                <a:spcPts val="0"/>
              </a:spcAft>
              <a:buFont typeface="Arial" panose="020B0604020202020204" pitchFamily="34" charset="0"/>
              <a:buChar char="​"/>
              <a:defRPr sz="2600" b="0">
                <a:solidFill>
                  <a:schemeClr val="accent2"/>
                </a:solidFill>
              </a:defRPr>
            </a:lvl1pPr>
            <a:lvl2pPr marL="0" indent="0">
              <a:lnSpc>
                <a:spcPct val="85000"/>
              </a:lnSpc>
              <a:spcBef>
                <a:spcPts val="4400"/>
              </a:spcBef>
              <a:buFont typeface="Arial" panose="020B0604020202020204" pitchFamily="34" charset="0"/>
              <a:buChar char="​"/>
              <a:defRPr sz="1800" b="0">
                <a:solidFill>
                  <a:schemeClr val="tx1"/>
                </a:solidFill>
              </a:defRPr>
            </a:lvl2pPr>
            <a:lvl3pPr marL="0" indent="0">
              <a:lnSpc>
                <a:spcPct val="85000"/>
              </a:lnSpc>
              <a:buFont typeface="Arial" panose="020B0604020202020204" pitchFamily="34" charset="0"/>
              <a:buChar char="​"/>
              <a:defRPr sz="1800" b="0">
                <a:solidFill>
                  <a:schemeClr val="tx1"/>
                </a:solidFill>
              </a:defRPr>
            </a:lvl3pPr>
            <a:lvl4pPr marL="0" indent="0">
              <a:lnSpc>
                <a:spcPct val="85000"/>
              </a:lnSpc>
              <a:buFont typeface="Arial" panose="020B0604020202020204" pitchFamily="34" charset="0"/>
              <a:buChar char="​"/>
              <a:defRPr sz="1600" b="0">
                <a:solidFill>
                  <a:schemeClr val="bg2"/>
                </a:solidFill>
              </a:defRPr>
            </a:lvl4pPr>
            <a:lvl5pPr marL="0" indent="0">
              <a:lnSpc>
                <a:spcPct val="85000"/>
              </a:lnSpc>
              <a:buFont typeface="Arial" panose="020B0604020202020204" pitchFamily="34" charset="0"/>
              <a:buChar char="​"/>
              <a:defRPr sz="1600" b="0">
                <a:solidFill>
                  <a:schemeClr val="bg2"/>
                </a:solidFill>
              </a:defRPr>
            </a:lvl5pPr>
          </a:lstStyle>
          <a:p>
            <a:pPr lvl="0"/>
            <a:r>
              <a:rPr lang="en-US" dirty="0"/>
              <a:t>Click to edit master text styles</a:t>
            </a:r>
          </a:p>
        </p:txBody>
      </p:sp>
      <p:sp>
        <p:nvSpPr>
          <p:cNvPr id="10" name="Footer Placeholder 4"/>
          <p:cNvSpPr>
            <a:spLocks noGrp="1"/>
          </p:cNvSpPr>
          <p:nvPr>
            <p:ph type="ftr" sz="quarter" idx="3"/>
          </p:nvPr>
        </p:nvSpPr>
        <p:spPr>
          <a:xfrm>
            <a:off x="743144" y="6472734"/>
            <a:ext cx="6540464" cy="240489"/>
          </a:xfrm>
          <a:prstGeom prst="rect">
            <a:avLst/>
          </a:prstGeom>
        </p:spPr>
        <p:txBody>
          <a:bodyPr vert="horz" wrap="square" lIns="91521" tIns="45761" rIns="91521" bIns="45761" rtlCol="0" anchor="b">
            <a:noAutofit/>
          </a:bodyPr>
          <a:lstStyle>
            <a:lvl1pPr>
              <a:defRPr lang="en-US" sz="800" smtClean="0">
                <a:solidFill>
                  <a:schemeClr val="bg1"/>
                </a:solidFill>
              </a:defRPr>
            </a:lvl1pPr>
          </a:lstStyle>
          <a:p>
            <a:r>
              <a:rPr lang="en-US"/>
              <a:t>© 2023 NetApp, Inc. All rights reserved.  — NETAPP CONFIDENTIAL — </a:t>
            </a:r>
            <a:endParaRPr lang="en-US" dirty="0"/>
          </a:p>
        </p:txBody>
      </p:sp>
      <p:sp>
        <p:nvSpPr>
          <p:cNvPr id="5" name="Text Placeholder 4"/>
          <p:cNvSpPr>
            <a:spLocks noGrp="1"/>
          </p:cNvSpPr>
          <p:nvPr>
            <p:ph type="body" sz="quarter" idx="11" hasCustomPrompt="1"/>
          </p:nvPr>
        </p:nvSpPr>
        <p:spPr>
          <a:xfrm>
            <a:off x="743144" y="5148360"/>
            <a:ext cx="8463162" cy="378972"/>
          </a:xfrm>
        </p:spPr>
        <p:txBody>
          <a:bodyPr anchor="ctr"/>
          <a:lstStyle>
            <a:lvl1pPr marL="0" indent="0">
              <a:buFontTx/>
              <a:buNone/>
              <a:defRPr kumimoji="0" lang="en-US" sz="1800" b="0" i="0" u="none" strike="noStrike" kern="1200" cap="none" spc="0" normalizeH="0" baseline="0" dirty="0" smtClean="0">
                <a:ln>
                  <a:noFill/>
                </a:ln>
                <a:solidFill>
                  <a:schemeClr val="bg1"/>
                </a:solidFill>
                <a:effectLst/>
                <a:uLnTx/>
                <a:uFillTx/>
                <a:latin typeface="+mn-lt"/>
                <a:ea typeface="+mn-ea"/>
                <a:cs typeface="+mn-cs"/>
              </a:defRPr>
            </a:lvl1pPr>
          </a:lstStyle>
          <a:p>
            <a:pPr lvl="0"/>
            <a:r>
              <a:rPr lang="en-US" dirty="0"/>
              <a:t>Presenter’s Name</a:t>
            </a:r>
          </a:p>
        </p:txBody>
      </p:sp>
      <p:sp>
        <p:nvSpPr>
          <p:cNvPr id="15" name="Text Placeholder 4"/>
          <p:cNvSpPr>
            <a:spLocks noGrp="1"/>
          </p:cNvSpPr>
          <p:nvPr>
            <p:ph type="body" sz="quarter" idx="12" hasCustomPrompt="1"/>
          </p:nvPr>
        </p:nvSpPr>
        <p:spPr>
          <a:xfrm>
            <a:off x="743144" y="5445777"/>
            <a:ext cx="8463162" cy="378972"/>
          </a:xfrm>
        </p:spPr>
        <p:txBody>
          <a:bodyPr anchor="ctr"/>
          <a:lstStyle>
            <a:lvl1pPr marL="0" indent="0">
              <a:buFontTx/>
              <a:buNone/>
              <a:defRPr kumimoji="0" lang="en-US" sz="1800" b="0" i="0" u="none" strike="noStrike" kern="1200" cap="none" spc="0" normalizeH="0" baseline="0" dirty="0" smtClean="0">
                <a:ln>
                  <a:noFill/>
                </a:ln>
                <a:solidFill>
                  <a:schemeClr val="bg1"/>
                </a:solidFill>
                <a:effectLst/>
                <a:uLnTx/>
                <a:uFillTx/>
                <a:latin typeface="+mn-lt"/>
                <a:ea typeface="+mn-ea"/>
                <a:cs typeface="+mn-cs"/>
              </a:defRPr>
            </a:lvl1pPr>
          </a:lstStyle>
          <a:p>
            <a:pPr lvl="0"/>
            <a:r>
              <a:rPr lang="en-US" dirty="0"/>
              <a:t>Presenter’s Title</a:t>
            </a:r>
          </a:p>
        </p:txBody>
      </p:sp>
      <p:sp>
        <p:nvSpPr>
          <p:cNvPr id="16" name="Text Placeholder 4"/>
          <p:cNvSpPr>
            <a:spLocks noGrp="1"/>
          </p:cNvSpPr>
          <p:nvPr>
            <p:ph type="body" sz="quarter" idx="13" hasCustomPrompt="1"/>
          </p:nvPr>
        </p:nvSpPr>
        <p:spPr>
          <a:xfrm>
            <a:off x="743144" y="5769492"/>
            <a:ext cx="8463162" cy="378972"/>
          </a:xfrm>
        </p:spPr>
        <p:txBody>
          <a:bodyPr anchor="ctr"/>
          <a:lstStyle>
            <a:lvl1pPr marL="0" indent="0">
              <a:buFontTx/>
              <a:buNone/>
              <a:defRPr kumimoji="0" lang="en-US" sz="1800" b="0" i="0" u="none" strike="noStrike" kern="1200" cap="none" spc="0" normalizeH="0" baseline="0" dirty="0" smtClean="0">
                <a:ln>
                  <a:noFill/>
                </a:ln>
                <a:solidFill>
                  <a:schemeClr val="bg1"/>
                </a:solidFill>
                <a:effectLst/>
                <a:uLnTx/>
                <a:uFillTx/>
                <a:latin typeface="+mn-lt"/>
                <a:ea typeface="+mn-ea"/>
                <a:cs typeface="+mn-cs"/>
              </a:defRPr>
            </a:lvl1pPr>
          </a:lstStyle>
          <a:p>
            <a:pPr lvl="0"/>
            <a:r>
              <a:rPr lang="en-US" dirty="0"/>
              <a:t>Date</a:t>
            </a:r>
          </a:p>
        </p:txBody>
      </p:sp>
      <p:grpSp>
        <p:nvGrpSpPr>
          <p:cNvPr id="21" name="Group 20">
            <a:extLst>
              <a:ext uri="{FF2B5EF4-FFF2-40B4-BE49-F238E27FC236}">
                <a16:creationId xmlns:a16="http://schemas.microsoft.com/office/drawing/2014/main" id="{8B5B8050-81AB-4F9C-BD5D-3E67E170C133}"/>
              </a:ext>
            </a:extLst>
          </p:cNvPr>
          <p:cNvGrpSpPr>
            <a:grpSpLocks noChangeAspect="1"/>
          </p:cNvGrpSpPr>
          <p:nvPr userDrawn="1"/>
        </p:nvGrpSpPr>
        <p:grpSpPr>
          <a:xfrm>
            <a:off x="8408484" y="2"/>
            <a:ext cx="3783518" cy="5521628"/>
            <a:chOff x="8207213" y="1"/>
            <a:chExt cx="3981613" cy="5812240"/>
          </a:xfrm>
        </p:grpSpPr>
        <p:pic>
          <p:nvPicPr>
            <p:cNvPr id="23" name="Picture 22">
              <a:extLst>
                <a:ext uri="{FF2B5EF4-FFF2-40B4-BE49-F238E27FC236}">
                  <a16:creationId xmlns:a16="http://schemas.microsoft.com/office/drawing/2014/main" id="{FE778BE5-135C-48C3-9E06-64E4CF3A45C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4445" y="1655065"/>
              <a:ext cx="1325880" cy="1105145"/>
            </a:xfrm>
            <a:prstGeom prst="rect">
              <a:avLst/>
            </a:prstGeom>
          </p:spPr>
        </p:pic>
        <p:sp>
          <p:nvSpPr>
            <p:cNvPr id="24" name="Rectangle 23">
              <a:extLst>
                <a:ext uri="{FF2B5EF4-FFF2-40B4-BE49-F238E27FC236}">
                  <a16:creationId xmlns:a16="http://schemas.microsoft.com/office/drawing/2014/main" id="{A66F5C14-E9E3-486A-A18E-42D92AA1D4B6}"/>
                </a:ext>
              </a:extLst>
            </p:cNvPr>
            <p:cNvSpPr>
              <a:spLocks noChangeAspect="1"/>
            </p:cNvSpPr>
            <p:nvPr/>
          </p:nvSpPr>
          <p:spPr>
            <a:xfrm>
              <a:off x="10530325" y="1"/>
              <a:ext cx="1658501" cy="1655064"/>
            </a:xfrm>
            <a:prstGeom prst="rect">
              <a:avLst/>
            </a:prstGeom>
            <a:solidFill>
              <a:srgbClr val="02773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5216">
                <a:lnSpc>
                  <a:spcPct val="95000"/>
                </a:lnSpc>
              </a:pPr>
              <a:endParaRPr lang="en-US" sz="1900" dirty="0" err="1">
                <a:solidFill>
                  <a:srgbClr val="5A5A5A"/>
                </a:solidFill>
              </a:endParaRPr>
            </a:p>
          </p:txBody>
        </p:sp>
        <p:sp>
          <p:nvSpPr>
            <p:cNvPr id="26" name="Rectangle 25">
              <a:extLst>
                <a:ext uri="{FF2B5EF4-FFF2-40B4-BE49-F238E27FC236}">
                  <a16:creationId xmlns:a16="http://schemas.microsoft.com/office/drawing/2014/main" id="{66BA129F-CA78-4DB6-8E19-346C5EC8AA61}"/>
                </a:ext>
              </a:extLst>
            </p:cNvPr>
            <p:cNvSpPr>
              <a:spLocks noChangeAspect="1"/>
            </p:cNvSpPr>
            <p:nvPr/>
          </p:nvSpPr>
          <p:spPr>
            <a:xfrm>
              <a:off x="8454100" y="906809"/>
              <a:ext cx="749808" cy="748256"/>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5216">
                <a:lnSpc>
                  <a:spcPct val="95000"/>
                </a:lnSpc>
              </a:pPr>
              <a:endParaRPr lang="en-US" sz="1900" dirty="0" err="1">
                <a:solidFill>
                  <a:srgbClr val="5A5A5A"/>
                </a:solidFill>
              </a:endParaRPr>
            </a:p>
          </p:txBody>
        </p:sp>
        <p:sp>
          <p:nvSpPr>
            <p:cNvPr id="27" name="Rectangle 26">
              <a:extLst>
                <a:ext uri="{FF2B5EF4-FFF2-40B4-BE49-F238E27FC236}">
                  <a16:creationId xmlns:a16="http://schemas.microsoft.com/office/drawing/2014/main" id="{0F6546B5-34B2-4D7F-850C-35608958D45A}"/>
                </a:ext>
              </a:extLst>
            </p:cNvPr>
            <p:cNvSpPr>
              <a:spLocks noChangeAspect="1"/>
            </p:cNvSpPr>
            <p:nvPr/>
          </p:nvSpPr>
          <p:spPr>
            <a:xfrm>
              <a:off x="8207213" y="2760209"/>
              <a:ext cx="996696" cy="994632"/>
            </a:xfrm>
            <a:prstGeom prst="rect">
              <a:avLst/>
            </a:prstGeom>
            <a:solidFill>
              <a:srgbClr val="BCDD79"/>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5216">
                <a:lnSpc>
                  <a:spcPct val="95000"/>
                </a:lnSpc>
              </a:pPr>
              <a:endParaRPr lang="en-US" sz="1900" dirty="0" err="1">
                <a:solidFill>
                  <a:srgbClr val="5A5A5A"/>
                </a:solidFill>
              </a:endParaRPr>
            </a:p>
          </p:txBody>
        </p:sp>
        <p:sp>
          <p:nvSpPr>
            <p:cNvPr id="28" name="Rectangle 27">
              <a:extLst>
                <a:ext uri="{FF2B5EF4-FFF2-40B4-BE49-F238E27FC236}">
                  <a16:creationId xmlns:a16="http://schemas.microsoft.com/office/drawing/2014/main" id="{28525827-9CEC-4DB6-81F0-3969F83F9353}"/>
                </a:ext>
              </a:extLst>
            </p:cNvPr>
            <p:cNvSpPr>
              <a:spLocks noChangeAspect="1"/>
            </p:cNvSpPr>
            <p:nvPr/>
          </p:nvSpPr>
          <p:spPr>
            <a:xfrm>
              <a:off x="9203908" y="3754841"/>
              <a:ext cx="2057400" cy="2057400"/>
            </a:xfrm>
            <a:prstGeom prst="rect">
              <a:avLst/>
            </a:prstGeom>
            <a:solidFill>
              <a:srgbClr val="4ABBA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5216">
                <a:lnSpc>
                  <a:spcPct val="95000"/>
                </a:lnSpc>
              </a:pPr>
              <a:endParaRPr lang="en-US" sz="1900" dirty="0" err="1">
                <a:solidFill>
                  <a:srgbClr val="5A5A5A"/>
                </a:solidFill>
              </a:endParaRPr>
            </a:p>
          </p:txBody>
        </p:sp>
      </p:grpSp>
      <p:sp>
        <p:nvSpPr>
          <p:cNvPr id="30" name="Freeform: Shape 29">
            <a:extLst>
              <a:ext uri="{FF2B5EF4-FFF2-40B4-BE49-F238E27FC236}">
                <a16:creationId xmlns:a16="http://schemas.microsoft.com/office/drawing/2014/main" id="{2DCADCE1-22E9-4A65-8ADE-D1F55DAB8CD0}"/>
              </a:ext>
            </a:extLst>
          </p:cNvPr>
          <p:cNvSpPr>
            <a:spLocks noChangeAspect="1" noChangeArrowheads="1"/>
          </p:cNvSpPr>
          <p:nvPr userDrawn="1"/>
        </p:nvSpPr>
        <p:spPr bwMode="auto">
          <a:xfrm>
            <a:off x="836831" y="990600"/>
            <a:ext cx="1828800" cy="334464"/>
          </a:xfrm>
          <a:custGeom>
            <a:avLst/>
            <a:gdLst>
              <a:gd name="connsiteX0" fmla="*/ 3294826 w 3504841"/>
              <a:gd name="connsiteY0" fmla="*/ 214318 h 640991"/>
              <a:gd name="connsiteX1" fmla="*/ 3198090 w 3504841"/>
              <a:gd name="connsiteY1" fmla="*/ 323592 h 640991"/>
              <a:gd name="connsiteX2" fmla="*/ 3198090 w 3504841"/>
              <a:gd name="connsiteY2" fmla="*/ 324670 h 640991"/>
              <a:gd name="connsiteX3" fmla="*/ 3294826 w 3504841"/>
              <a:gd name="connsiteY3" fmla="*/ 434304 h 640991"/>
              <a:gd name="connsiteX4" fmla="*/ 3391922 w 3504841"/>
              <a:gd name="connsiteY4" fmla="*/ 324670 h 640991"/>
              <a:gd name="connsiteX5" fmla="*/ 3391922 w 3504841"/>
              <a:gd name="connsiteY5" fmla="*/ 323592 h 640991"/>
              <a:gd name="connsiteX6" fmla="*/ 3294826 w 3504841"/>
              <a:gd name="connsiteY6" fmla="*/ 214318 h 640991"/>
              <a:gd name="connsiteX7" fmla="*/ 2831785 w 3504841"/>
              <a:gd name="connsiteY7" fmla="*/ 214318 h 640991"/>
              <a:gd name="connsiteX8" fmla="*/ 2735408 w 3504841"/>
              <a:gd name="connsiteY8" fmla="*/ 323592 h 640991"/>
              <a:gd name="connsiteX9" fmla="*/ 2735408 w 3504841"/>
              <a:gd name="connsiteY9" fmla="*/ 324670 h 640991"/>
              <a:gd name="connsiteX10" fmla="*/ 2831785 w 3504841"/>
              <a:gd name="connsiteY10" fmla="*/ 434304 h 640991"/>
              <a:gd name="connsiteX11" fmla="*/ 2929240 w 3504841"/>
              <a:gd name="connsiteY11" fmla="*/ 324670 h 640991"/>
              <a:gd name="connsiteX12" fmla="*/ 2929240 w 3504841"/>
              <a:gd name="connsiteY12" fmla="*/ 323592 h 640991"/>
              <a:gd name="connsiteX13" fmla="*/ 2831785 w 3504841"/>
              <a:gd name="connsiteY13" fmla="*/ 214318 h 640991"/>
              <a:gd name="connsiteX14" fmla="*/ 1564332 w 3504841"/>
              <a:gd name="connsiteY14" fmla="*/ 209816 h 640991"/>
              <a:gd name="connsiteX15" fmla="*/ 1478061 w 3504841"/>
              <a:gd name="connsiteY15" fmla="*/ 293948 h 640991"/>
              <a:gd name="connsiteX16" fmla="*/ 1647368 w 3504841"/>
              <a:gd name="connsiteY16" fmla="*/ 293948 h 640991"/>
              <a:gd name="connsiteX17" fmla="*/ 1564332 w 3504841"/>
              <a:gd name="connsiteY17" fmla="*/ 209816 h 640991"/>
              <a:gd name="connsiteX18" fmla="*/ 2327603 w 3504841"/>
              <a:gd name="connsiteY18" fmla="*/ 137236 h 640991"/>
              <a:gd name="connsiteX19" fmla="*/ 2258507 w 3504841"/>
              <a:gd name="connsiteY19" fmla="*/ 305808 h 640991"/>
              <a:gd name="connsiteX20" fmla="*/ 2396699 w 3504841"/>
              <a:gd name="connsiteY20" fmla="*/ 305808 h 640991"/>
              <a:gd name="connsiteX21" fmla="*/ 1564332 w 3504841"/>
              <a:gd name="connsiteY21" fmla="*/ 120650 h 640991"/>
              <a:gd name="connsiteX22" fmla="*/ 1757004 w 3504841"/>
              <a:gd name="connsiteY22" fmla="*/ 335295 h 640991"/>
              <a:gd name="connsiteX23" fmla="*/ 1755925 w 3504841"/>
              <a:gd name="connsiteY23" fmla="*/ 364777 h 640991"/>
              <a:gd name="connsiteX24" fmla="*/ 1480218 w 3504841"/>
              <a:gd name="connsiteY24" fmla="*/ 364777 h 640991"/>
              <a:gd name="connsiteX25" fmla="*/ 1577273 w 3504841"/>
              <a:gd name="connsiteY25" fmla="*/ 442796 h 640991"/>
              <a:gd name="connsiteX26" fmla="*/ 1673968 w 3504841"/>
              <a:gd name="connsiteY26" fmla="*/ 402169 h 640991"/>
              <a:gd name="connsiteX27" fmla="*/ 1737593 w 3504841"/>
              <a:gd name="connsiteY27" fmla="*/ 458976 h 640991"/>
              <a:gd name="connsiteX28" fmla="*/ 1575475 w 3504841"/>
              <a:gd name="connsiteY28" fmla="*/ 533041 h 640991"/>
              <a:gd name="connsiteX29" fmla="*/ 1368425 w 3504841"/>
              <a:gd name="connsiteY29" fmla="*/ 327025 h 640991"/>
              <a:gd name="connsiteX30" fmla="*/ 1368425 w 3504841"/>
              <a:gd name="connsiteY30" fmla="*/ 326306 h 640991"/>
              <a:gd name="connsiteX31" fmla="*/ 1564332 w 3504841"/>
              <a:gd name="connsiteY31" fmla="*/ 120650 h 640991"/>
              <a:gd name="connsiteX32" fmla="*/ 3323955 w 3504841"/>
              <a:gd name="connsiteY32" fmla="*/ 119062 h 640991"/>
              <a:gd name="connsiteX33" fmla="*/ 3504841 w 3504841"/>
              <a:gd name="connsiteY33" fmla="*/ 323592 h 640991"/>
              <a:gd name="connsiteX34" fmla="*/ 3504841 w 3504841"/>
              <a:gd name="connsiteY34" fmla="*/ 324670 h 640991"/>
              <a:gd name="connsiteX35" fmla="*/ 3323955 w 3504841"/>
              <a:gd name="connsiteY35" fmla="*/ 529560 h 640991"/>
              <a:gd name="connsiteX36" fmla="*/ 3200247 w 3504841"/>
              <a:gd name="connsiteY36" fmla="*/ 470609 h 640991"/>
              <a:gd name="connsiteX37" fmla="*/ 3200247 w 3504841"/>
              <a:gd name="connsiteY37" fmla="*/ 640991 h 640991"/>
              <a:gd name="connsiteX38" fmla="*/ 3087688 w 3504841"/>
              <a:gd name="connsiteY38" fmla="*/ 640991 h 640991"/>
              <a:gd name="connsiteX39" fmla="*/ 3087688 w 3504841"/>
              <a:gd name="connsiteY39" fmla="*/ 126251 h 640991"/>
              <a:gd name="connsiteX40" fmla="*/ 3200247 w 3504841"/>
              <a:gd name="connsiteY40" fmla="*/ 126251 h 640991"/>
              <a:gd name="connsiteX41" fmla="*/ 3200247 w 3504841"/>
              <a:gd name="connsiteY41" fmla="*/ 183045 h 640991"/>
              <a:gd name="connsiteX42" fmla="*/ 3323955 w 3504841"/>
              <a:gd name="connsiteY42" fmla="*/ 119062 h 640991"/>
              <a:gd name="connsiteX43" fmla="*/ 2861992 w 3504841"/>
              <a:gd name="connsiteY43" fmla="*/ 119062 h 640991"/>
              <a:gd name="connsiteX44" fmla="*/ 3042879 w 3504841"/>
              <a:gd name="connsiteY44" fmla="*/ 323592 h 640991"/>
              <a:gd name="connsiteX45" fmla="*/ 3042879 w 3504841"/>
              <a:gd name="connsiteY45" fmla="*/ 324670 h 640991"/>
              <a:gd name="connsiteX46" fmla="*/ 2861992 w 3504841"/>
              <a:gd name="connsiteY46" fmla="*/ 529560 h 640991"/>
              <a:gd name="connsiteX47" fmla="*/ 2738285 w 3504841"/>
              <a:gd name="connsiteY47" fmla="*/ 470609 h 640991"/>
              <a:gd name="connsiteX48" fmla="*/ 2738285 w 3504841"/>
              <a:gd name="connsiteY48" fmla="*/ 640991 h 640991"/>
              <a:gd name="connsiteX49" fmla="*/ 2625725 w 3504841"/>
              <a:gd name="connsiteY49" fmla="*/ 640991 h 640991"/>
              <a:gd name="connsiteX50" fmla="*/ 2625725 w 3504841"/>
              <a:gd name="connsiteY50" fmla="*/ 126251 h 640991"/>
              <a:gd name="connsiteX51" fmla="*/ 2738285 w 3504841"/>
              <a:gd name="connsiteY51" fmla="*/ 126251 h 640991"/>
              <a:gd name="connsiteX52" fmla="*/ 2738285 w 3504841"/>
              <a:gd name="connsiteY52" fmla="*/ 183045 h 640991"/>
              <a:gd name="connsiteX53" fmla="*/ 2861992 w 3504841"/>
              <a:gd name="connsiteY53" fmla="*/ 119062 h 640991"/>
              <a:gd name="connsiteX54" fmla="*/ 1828929 w 3504841"/>
              <a:gd name="connsiteY54" fmla="*/ 25400 h 640991"/>
              <a:gd name="connsiteX55" fmla="*/ 1939876 w 3504841"/>
              <a:gd name="connsiteY55" fmla="*/ 25400 h 640991"/>
              <a:gd name="connsiteX56" fmla="*/ 1939876 w 3504841"/>
              <a:gd name="connsiteY56" fmla="*/ 127331 h 640991"/>
              <a:gd name="connsiteX57" fmla="*/ 2033229 w 3504841"/>
              <a:gd name="connsiteY57" fmla="*/ 127331 h 640991"/>
              <a:gd name="connsiteX58" fmla="*/ 2033229 w 3504841"/>
              <a:gd name="connsiteY58" fmla="*/ 223859 h 640991"/>
              <a:gd name="connsiteX59" fmla="*/ 1939876 w 3504841"/>
              <a:gd name="connsiteY59" fmla="*/ 223859 h 640991"/>
              <a:gd name="connsiteX60" fmla="*/ 1939876 w 3504841"/>
              <a:gd name="connsiteY60" fmla="*/ 393143 h 640991"/>
              <a:gd name="connsiteX61" fmla="*/ 1976499 w 3504841"/>
              <a:gd name="connsiteY61" fmla="*/ 431682 h 640991"/>
              <a:gd name="connsiteX62" fmla="*/ 2032152 w 3504841"/>
              <a:gd name="connsiteY62" fmla="*/ 417635 h 640991"/>
              <a:gd name="connsiteX63" fmla="*/ 2032152 w 3504841"/>
              <a:gd name="connsiteY63" fmla="*/ 508040 h 640991"/>
              <a:gd name="connsiteX64" fmla="*/ 1942748 w 3504841"/>
              <a:gd name="connsiteY64" fmla="*/ 531452 h 640991"/>
              <a:gd name="connsiteX65" fmla="*/ 1828929 w 3504841"/>
              <a:gd name="connsiteY65" fmla="*/ 411512 h 640991"/>
              <a:gd name="connsiteX66" fmla="*/ 1828929 w 3504841"/>
              <a:gd name="connsiteY66" fmla="*/ 223859 h 640991"/>
              <a:gd name="connsiteX67" fmla="*/ 1781175 w 3504841"/>
              <a:gd name="connsiteY67" fmla="*/ 223859 h 640991"/>
              <a:gd name="connsiteX68" fmla="*/ 1781175 w 3504841"/>
              <a:gd name="connsiteY68" fmla="*/ 127331 h 640991"/>
              <a:gd name="connsiteX69" fmla="*/ 1828929 w 3504841"/>
              <a:gd name="connsiteY69" fmla="*/ 127331 h 640991"/>
              <a:gd name="connsiteX70" fmla="*/ 852488 w 3504841"/>
              <a:gd name="connsiteY70" fmla="*/ 1587 h 640991"/>
              <a:gd name="connsiteX71" fmla="*/ 958347 w 3504841"/>
              <a:gd name="connsiteY71" fmla="*/ 1587 h 640991"/>
              <a:gd name="connsiteX72" fmla="*/ 1201030 w 3504841"/>
              <a:gd name="connsiteY72" fmla="*/ 324325 h 640991"/>
              <a:gd name="connsiteX73" fmla="*/ 1201030 w 3504841"/>
              <a:gd name="connsiteY73" fmla="*/ 1587 h 640991"/>
              <a:gd name="connsiteX74" fmla="*/ 1314090 w 3504841"/>
              <a:gd name="connsiteY74" fmla="*/ 1587 h 640991"/>
              <a:gd name="connsiteX75" fmla="*/ 1314090 w 3504841"/>
              <a:gd name="connsiteY75" fmla="*/ 523515 h 640991"/>
              <a:gd name="connsiteX76" fmla="*/ 1216513 w 3504841"/>
              <a:gd name="connsiteY76" fmla="*/ 523515 h 640991"/>
              <a:gd name="connsiteX77" fmla="*/ 965548 w 3504841"/>
              <a:gd name="connsiteY77" fmla="*/ 193573 h 640991"/>
              <a:gd name="connsiteX78" fmla="*/ 965548 w 3504841"/>
              <a:gd name="connsiteY78" fmla="*/ 523515 h 640991"/>
              <a:gd name="connsiteX79" fmla="*/ 852488 w 3504841"/>
              <a:gd name="connsiteY79" fmla="*/ 523515 h 640991"/>
              <a:gd name="connsiteX80" fmla="*/ 0 w 3504841"/>
              <a:gd name="connsiteY80" fmla="*/ 1587 h 640991"/>
              <a:gd name="connsiteX81" fmla="*/ 626703 w 3504841"/>
              <a:gd name="connsiteY81" fmla="*/ 1587 h 640991"/>
              <a:gd name="connsiteX82" fmla="*/ 626703 w 3504841"/>
              <a:gd name="connsiteY82" fmla="*/ 523515 h 640991"/>
              <a:gd name="connsiteX83" fmla="*/ 383005 w 3504841"/>
              <a:gd name="connsiteY83" fmla="*/ 523515 h 640991"/>
              <a:gd name="connsiteX84" fmla="*/ 383005 w 3504841"/>
              <a:gd name="connsiteY84" fmla="*/ 209782 h 640991"/>
              <a:gd name="connsiteX85" fmla="*/ 243698 w 3504841"/>
              <a:gd name="connsiteY85" fmla="*/ 209782 h 640991"/>
              <a:gd name="connsiteX86" fmla="*/ 243698 w 3504841"/>
              <a:gd name="connsiteY86" fmla="*/ 523515 h 640991"/>
              <a:gd name="connsiteX87" fmla="*/ 0 w 3504841"/>
              <a:gd name="connsiteY87" fmla="*/ 523515 h 640991"/>
              <a:gd name="connsiteX88" fmla="*/ 2277940 w 3504841"/>
              <a:gd name="connsiteY88" fmla="*/ 0 h 640991"/>
              <a:gd name="connsiteX89" fmla="*/ 2380505 w 3504841"/>
              <a:gd name="connsiteY89" fmla="*/ 0 h 640991"/>
              <a:gd name="connsiteX90" fmla="*/ 2596790 w 3504841"/>
              <a:gd name="connsiteY90" fmla="*/ 521927 h 640991"/>
              <a:gd name="connsiteX91" fmla="*/ 2478031 w 3504841"/>
              <a:gd name="connsiteY91" fmla="*/ 521927 h 640991"/>
              <a:gd name="connsiteX92" fmla="*/ 2430168 w 3504841"/>
              <a:gd name="connsiteY92" fmla="*/ 405223 h 640991"/>
              <a:gd name="connsiteX93" fmla="*/ 2223959 w 3504841"/>
              <a:gd name="connsiteY93" fmla="*/ 405223 h 640991"/>
              <a:gd name="connsiteX94" fmla="*/ 2176095 w 3504841"/>
              <a:gd name="connsiteY94" fmla="*/ 521927 h 640991"/>
              <a:gd name="connsiteX95" fmla="*/ 2060575 w 3504841"/>
              <a:gd name="connsiteY95" fmla="*/ 521927 h 64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3504841" h="640991">
                <a:moveTo>
                  <a:pt x="3294826" y="214318"/>
                </a:moveTo>
                <a:cubicBezTo>
                  <a:pt x="3242322" y="214318"/>
                  <a:pt x="3198090" y="258171"/>
                  <a:pt x="3198090" y="323592"/>
                </a:cubicBezTo>
                <a:lnTo>
                  <a:pt x="3198090" y="324670"/>
                </a:lnTo>
                <a:cubicBezTo>
                  <a:pt x="3198090" y="390451"/>
                  <a:pt x="3242322" y="434304"/>
                  <a:pt x="3294826" y="434304"/>
                </a:cubicBezTo>
                <a:cubicBezTo>
                  <a:pt x="3347689" y="434304"/>
                  <a:pt x="3391922" y="391529"/>
                  <a:pt x="3391922" y="324670"/>
                </a:cubicBezTo>
                <a:lnTo>
                  <a:pt x="3391922" y="323592"/>
                </a:lnTo>
                <a:cubicBezTo>
                  <a:pt x="3391922" y="258171"/>
                  <a:pt x="3347689" y="214318"/>
                  <a:pt x="3294826" y="214318"/>
                </a:cubicBezTo>
                <a:close/>
                <a:moveTo>
                  <a:pt x="2831785" y="214318"/>
                </a:moveTo>
                <a:cubicBezTo>
                  <a:pt x="2778921" y="214318"/>
                  <a:pt x="2735408" y="258171"/>
                  <a:pt x="2735408" y="323592"/>
                </a:cubicBezTo>
                <a:lnTo>
                  <a:pt x="2735408" y="324670"/>
                </a:lnTo>
                <a:cubicBezTo>
                  <a:pt x="2735408" y="390451"/>
                  <a:pt x="2778921" y="434304"/>
                  <a:pt x="2831785" y="434304"/>
                </a:cubicBezTo>
                <a:cubicBezTo>
                  <a:pt x="2885367" y="434304"/>
                  <a:pt x="2929240" y="391529"/>
                  <a:pt x="2929240" y="324670"/>
                </a:cubicBezTo>
                <a:lnTo>
                  <a:pt x="2929240" y="323592"/>
                </a:lnTo>
                <a:cubicBezTo>
                  <a:pt x="2929240" y="258171"/>
                  <a:pt x="2884288" y="214318"/>
                  <a:pt x="2831785" y="214318"/>
                </a:cubicBezTo>
                <a:close/>
                <a:moveTo>
                  <a:pt x="1564332" y="209816"/>
                </a:moveTo>
                <a:cubicBezTo>
                  <a:pt x="1517602" y="209816"/>
                  <a:pt x="1487048" y="243253"/>
                  <a:pt x="1478061" y="293948"/>
                </a:cubicBezTo>
                <a:lnTo>
                  <a:pt x="1647368" y="293948"/>
                </a:lnTo>
                <a:cubicBezTo>
                  <a:pt x="1640179" y="243253"/>
                  <a:pt x="1611062" y="209816"/>
                  <a:pt x="1564332" y="209816"/>
                </a:cubicBezTo>
                <a:close/>
                <a:moveTo>
                  <a:pt x="2327603" y="137236"/>
                </a:moveTo>
                <a:lnTo>
                  <a:pt x="2258507" y="305808"/>
                </a:lnTo>
                <a:lnTo>
                  <a:pt x="2396699" y="305808"/>
                </a:lnTo>
                <a:close/>
                <a:moveTo>
                  <a:pt x="1564332" y="120650"/>
                </a:moveTo>
                <a:cubicBezTo>
                  <a:pt x="1696974" y="120650"/>
                  <a:pt x="1757004" y="223119"/>
                  <a:pt x="1757004" y="335295"/>
                </a:cubicBezTo>
                <a:cubicBezTo>
                  <a:pt x="1757004" y="344283"/>
                  <a:pt x="1755925" y="354710"/>
                  <a:pt x="1755925" y="364777"/>
                </a:cubicBezTo>
                <a:lnTo>
                  <a:pt x="1480218" y="364777"/>
                </a:lnTo>
                <a:cubicBezTo>
                  <a:pt x="1491361" y="415472"/>
                  <a:pt x="1526589" y="442796"/>
                  <a:pt x="1577273" y="442796"/>
                </a:cubicBezTo>
                <a:cubicBezTo>
                  <a:pt x="1615016" y="442796"/>
                  <a:pt x="1642335" y="430572"/>
                  <a:pt x="1673968" y="402169"/>
                </a:cubicBezTo>
                <a:lnTo>
                  <a:pt x="1737593" y="458976"/>
                </a:lnTo>
                <a:cubicBezTo>
                  <a:pt x="1701287" y="504637"/>
                  <a:pt x="1647368" y="533041"/>
                  <a:pt x="1575475" y="533041"/>
                </a:cubicBezTo>
                <a:cubicBezTo>
                  <a:pt x="1455775" y="531962"/>
                  <a:pt x="1368425" y="447830"/>
                  <a:pt x="1368425" y="327025"/>
                </a:cubicBezTo>
                <a:lnTo>
                  <a:pt x="1368425" y="326306"/>
                </a:lnTo>
                <a:cubicBezTo>
                  <a:pt x="1368425" y="213051"/>
                  <a:pt x="1449664" y="120650"/>
                  <a:pt x="1564332" y="120650"/>
                </a:cubicBezTo>
                <a:close/>
                <a:moveTo>
                  <a:pt x="3323955" y="119062"/>
                </a:moveTo>
                <a:cubicBezTo>
                  <a:pt x="3416376" y="119062"/>
                  <a:pt x="3504841" y="190953"/>
                  <a:pt x="3504841" y="323592"/>
                </a:cubicBezTo>
                <a:lnTo>
                  <a:pt x="3504841" y="324670"/>
                </a:lnTo>
                <a:cubicBezTo>
                  <a:pt x="3504841" y="457309"/>
                  <a:pt x="3418533" y="529560"/>
                  <a:pt x="3323955" y="529560"/>
                </a:cubicBezTo>
                <a:cubicBezTo>
                  <a:pt x="3264259" y="529560"/>
                  <a:pt x="3226499" y="502241"/>
                  <a:pt x="3200247" y="470609"/>
                </a:cubicBezTo>
                <a:lnTo>
                  <a:pt x="3200247" y="640991"/>
                </a:lnTo>
                <a:lnTo>
                  <a:pt x="3087688" y="640991"/>
                </a:lnTo>
                <a:lnTo>
                  <a:pt x="3087688" y="126251"/>
                </a:lnTo>
                <a:lnTo>
                  <a:pt x="3200247" y="126251"/>
                </a:lnTo>
                <a:lnTo>
                  <a:pt x="3200247" y="183045"/>
                </a:lnTo>
                <a:cubicBezTo>
                  <a:pt x="3227578" y="146381"/>
                  <a:pt x="3265338" y="119062"/>
                  <a:pt x="3323955" y="119062"/>
                </a:cubicBezTo>
                <a:close/>
                <a:moveTo>
                  <a:pt x="2861992" y="119062"/>
                </a:moveTo>
                <a:cubicBezTo>
                  <a:pt x="2954413" y="119062"/>
                  <a:pt x="3042879" y="190953"/>
                  <a:pt x="3042879" y="323592"/>
                </a:cubicBezTo>
                <a:lnTo>
                  <a:pt x="3042879" y="324670"/>
                </a:lnTo>
                <a:cubicBezTo>
                  <a:pt x="3042879" y="457309"/>
                  <a:pt x="2956571" y="529560"/>
                  <a:pt x="2861992" y="529560"/>
                </a:cubicBezTo>
                <a:cubicBezTo>
                  <a:pt x="2802296" y="529560"/>
                  <a:pt x="2764537" y="502241"/>
                  <a:pt x="2738285" y="470609"/>
                </a:cubicBezTo>
                <a:lnTo>
                  <a:pt x="2738285" y="640991"/>
                </a:lnTo>
                <a:lnTo>
                  <a:pt x="2625725" y="640991"/>
                </a:lnTo>
                <a:lnTo>
                  <a:pt x="2625725" y="126251"/>
                </a:lnTo>
                <a:lnTo>
                  <a:pt x="2738285" y="126251"/>
                </a:lnTo>
                <a:lnTo>
                  <a:pt x="2738285" y="183045"/>
                </a:lnTo>
                <a:cubicBezTo>
                  <a:pt x="2765615" y="146381"/>
                  <a:pt x="2803375" y="119062"/>
                  <a:pt x="2861992" y="119062"/>
                </a:cubicBezTo>
                <a:close/>
                <a:moveTo>
                  <a:pt x="1828929" y="25400"/>
                </a:moveTo>
                <a:lnTo>
                  <a:pt x="1939876" y="25400"/>
                </a:lnTo>
                <a:lnTo>
                  <a:pt x="1939876" y="127331"/>
                </a:lnTo>
                <a:lnTo>
                  <a:pt x="2033229" y="127331"/>
                </a:lnTo>
                <a:lnTo>
                  <a:pt x="2033229" y="223859"/>
                </a:lnTo>
                <a:lnTo>
                  <a:pt x="1939876" y="223859"/>
                </a:lnTo>
                <a:lnTo>
                  <a:pt x="1939876" y="393143"/>
                </a:lnTo>
                <a:cubicBezTo>
                  <a:pt x="1939876" y="419436"/>
                  <a:pt x="1951006" y="431682"/>
                  <a:pt x="1976499" y="431682"/>
                </a:cubicBezTo>
                <a:cubicBezTo>
                  <a:pt x="1996606" y="431682"/>
                  <a:pt x="2015995" y="426640"/>
                  <a:pt x="2032152" y="417635"/>
                </a:cubicBezTo>
                <a:lnTo>
                  <a:pt x="2032152" y="508040"/>
                </a:lnTo>
                <a:cubicBezTo>
                  <a:pt x="2008814" y="522087"/>
                  <a:pt x="1981526" y="531452"/>
                  <a:pt x="1942748" y="531452"/>
                </a:cubicBezTo>
                <a:cubicBezTo>
                  <a:pt x="1874888" y="530371"/>
                  <a:pt x="1828929" y="502998"/>
                  <a:pt x="1828929" y="411512"/>
                </a:cubicBezTo>
                <a:lnTo>
                  <a:pt x="1828929" y="223859"/>
                </a:lnTo>
                <a:lnTo>
                  <a:pt x="1781175" y="223859"/>
                </a:lnTo>
                <a:lnTo>
                  <a:pt x="1781175" y="127331"/>
                </a:lnTo>
                <a:lnTo>
                  <a:pt x="1828929" y="127331"/>
                </a:lnTo>
                <a:close/>
                <a:moveTo>
                  <a:pt x="852488" y="1587"/>
                </a:moveTo>
                <a:lnTo>
                  <a:pt x="958347" y="1587"/>
                </a:lnTo>
                <a:lnTo>
                  <a:pt x="1201030" y="324325"/>
                </a:lnTo>
                <a:lnTo>
                  <a:pt x="1201030" y="1587"/>
                </a:lnTo>
                <a:lnTo>
                  <a:pt x="1314090" y="1587"/>
                </a:lnTo>
                <a:lnTo>
                  <a:pt x="1314090" y="523515"/>
                </a:lnTo>
                <a:lnTo>
                  <a:pt x="1216513" y="523515"/>
                </a:lnTo>
                <a:lnTo>
                  <a:pt x="965548" y="193573"/>
                </a:lnTo>
                <a:lnTo>
                  <a:pt x="965548" y="523515"/>
                </a:lnTo>
                <a:lnTo>
                  <a:pt x="852488" y="523515"/>
                </a:lnTo>
                <a:close/>
                <a:moveTo>
                  <a:pt x="0" y="1587"/>
                </a:moveTo>
                <a:lnTo>
                  <a:pt x="626703" y="1587"/>
                </a:lnTo>
                <a:lnTo>
                  <a:pt x="626703" y="523515"/>
                </a:lnTo>
                <a:lnTo>
                  <a:pt x="383005" y="523515"/>
                </a:lnTo>
                <a:lnTo>
                  <a:pt x="383005" y="209782"/>
                </a:lnTo>
                <a:lnTo>
                  <a:pt x="243698" y="209782"/>
                </a:lnTo>
                <a:lnTo>
                  <a:pt x="243698" y="523515"/>
                </a:lnTo>
                <a:lnTo>
                  <a:pt x="0" y="523515"/>
                </a:lnTo>
                <a:close/>
                <a:moveTo>
                  <a:pt x="2277940" y="0"/>
                </a:moveTo>
                <a:lnTo>
                  <a:pt x="2380505" y="0"/>
                </a:lnTo>
                <a:lnTo>
                  <a:pt x="2596790" y="521927"/>
                </a:lnTo>
                <a:lnTo>
                  <a:pt x="2478031" y="521927"/>
                </a:lnTo>
                <a:lnTo>
                  <a:pt x="2430168" y="405223"/>
                </a:lnTo>
                <a:lnTo>
                  <a:pt x="2223959" y="405223"/>
                </a:lnTo>
                <a:lnTo>
                  <a:pt x="2176095" y="521927"/>
                </a:lnTo>
                <a:lnTo>
                  <a:pt x="2060575" y="521927"/>
                </a:lnTo>
                <a:close/>
              </a:path>
            </a:pathLst>
          </a:custGeom>
          <a:solidFill>
            <a:schemeClr val="bg1"/>
          </a:solidFill>
          <a:ln>
            <a:noFill/>
          </a:ln>
          <a:effectLst/>
        </p:spPr>
        <p:txBody>
          <a:bodyPr wrap="square" anchor="ctr">
            <a:noAutofit/>
          </a:bodyPr>
          <a:lstStyle/>
          <a:p>
            <a:endParaRPr lang="en-US"/>
          </a:p>
        </p:txBody>
      </p:sp>
    </p:spTree>
    <p:extLst>
      <p:ext uri="{BB962C8B-B14F-4D97-AF65-F5344CB8AC3E}">
        <p14:creationId xmlns:p14="http://schemas.microsoft.com/office/powerpoint/2010/main" val="3886120564"/>
      </p:ext>
    </p:extLst>
  </p:cSld>
  <p:clrMapOvr>
    <a:masterClrMapping/>
  </p:clrMapOvr>
  <p:transition spd="med">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0E6A6C-5E61-4EDE-BE44-02B6668E66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2" name="Title 1"/>
          <p:cNvSpPr>
            <a:spLocks noGrp="1"/>
          </p:cNvSpPr>
          <p:nvPr>
            <p:ph type="ctrTitle" hasCustomPrompt="1"/>
          </p:nvPr>
        </p:nvSpPr>
        <p:spPr bwMode="gray">
          <a:xfrm>
            <a:off x="743144" y="2586361"/>
            <a:ext cx="9054918" cy="1470025"/>
          </a:xfrm>
        </p:spPr>
        <p:txBody>
          <a:bodyPr wrap="square" lIns="91521" tIns="45761" rIns="91440" bIns="45761">
            <a:noAutofit/>
          </a:bodyPr>
          <a:lstStyle>
            <a:lvl1pPr algn="l">
              <a:lnSpc>
                <a:spcPct val="95000"/>
              </a:lnSpc>
              <a:defRPr sz="4400" b="0">
                <a:solidFill>
                  <a:schemeClr val="bg1"/>
                </a:solidFill>
              </a:defRPr>
            </a:lvl1pPr>
          </a:lstStyle>
          <a:p>
            <a:r>
              <a:rPr lang="en-US" dirty="0"/>
              <a:t>Click to Edit Master Title Style</a:t>
            </a:r>
          </a:p>
        </p:txBody>
      </p:sp>
      <p:sp>
        <p:nvSpPr>
          <p:cNvPr id="25" name="Text Placeholder 24"/>
          <p:cNvSpPr>
            <a:spLocks noGrp="1"/>
          </p:cNvSpPr>
          <p:nvPr>
            <p:ph type="body" sz="quarter" idx="10" hasCustomPrompt="1"/>
          </p:nvPr>
        </p:nvSpPr>
        <p:spPr bwMode="gray">
          <a:xfrm>
            <a:off x="743144" y="4028010"/>
            <a:ext cx="9054918" cy="1120351"/>
          </a:xfrm>
        </p:spPr>
        <p:txBody>
          <a:bodyPr wrap="square" lIns="91521" tIns="45761" rIns="91440" bIns="45761">
            <a:noAutofit/>
          </a:bodyPr>
          <a:lstStyle>
            <a:lvl1pPr marL="0" indent="0">
              <a:lnSpc>
                <a:spcPct val="100000"/>
              </a:lnSpc>
              <a:spcBef>
                <a:spcPts val="0"/>
              </a:spcBef>
              <a:spcAft>
                <a:spcPts val="0"/>
              </a:spcAft>
              <a:buFont typeface="Arial" panose="020B0604020202020204" pitchFamily="34" charset="0"/>
              <a:buChar char="​"/>
              <a:defRPr sz="2600" b="0">
                <a:solidFill>
                  <a:schemeClr val="accent2"/>
                </a:solidFill>
              </a:defRPr>
            </a:lvl1pPr>
            <a:lvl2pPr marL="0" indent="0">
              <a:lnSpc>
                <a:spcPct val="85000"/>
              </a:lnSpc>
              <a:spcBef>
                <a:spcPts val="4400"/>
              </a:spcBef>
              <a:buFont typeface="Arial" panose="020B0604020202020204" pitchFamily="34" charset="0"/>
              <a:buChar char="​"/>
              <a:defRPr sz="1800" b="0">
                <a:solidFill>
                  <a:schemeClr val="tx1"/>
                </a:solidFill>
              </a:defRPr>
            </a:lvl2pPr>
            <a:lvl3pPr marL="0" indent="0">
              <a:lnSpc>
                <a:spcPct val="85000"/>
              </a:lnSpc>
              <a:buFont typeface="Arial" panose="020B0604020202020204" pitchFamily="34" charset="0"/>
              <a:buChar char="​"/>
              <a:defRPr sz="1800" b="0">
                <a:solidFill>
                  <a:schemeClr val="tx1"/>
                </a:solidFill>
              </a:defRPr>
            </a:lvl3pPr>
            <a:lvl4pPr marL="0" indent="0">
              <a:lnSpc>
                <a:spcPct val="85000"/>
              </a:lnSpc>
              <a:buFont typeface="Arial" panose="020B0604020202020204" pitchFamily="34" charset="0"/>
              <a:buChar char="​"/>
              <a:defRPr sz="1600" b="0">
                <a:solidFill>
                  <a:schemeClr val="bg2"/>
                </a:solidFill>
              </a:defRPr>
            </a:lvl4pPr>
            <a:lvl5pPr marL="0" indent="0">
              <a:lnSpc>
                <a:spcPct val="85000"/>
              </a:lnSpc>
              <a:buFont typeface="Arial" panose="020B0604020202020204" pitchFamily="34" charset="0"/>
              <a:buChar char="​"/>
              <a:defRPr sz="1600" b="0">
                <a:solidFill>
                  <a:schemeClr val="bg2"/>
                </a:solidFill>
              </a:defRPr>
            </a:lvl5pPr>
          </a:lstStyle>
          <a:p>
            <a:pPr lvl="0"/>
            <a:r>
              <a:rPr lang="en-US" dirty="0"/>
              <a:t>Click to edit master text styles</a:t>
            </a:r>
          </a:p>
        </p:txBody>
      </p:sp>
      <p:sp>
        <p:nvSpPr>
          <p:cNvPr id="10" name="Footer Placeholder 4"/>
          <p:cNvSpPr>
            <a:spLocks noGrp="1"/>
          </p:cNvSpPr>
          <p:nvPr>
            <p:ph type="ftr" sz="quarter" idx="3"/>
          </p:nvPr>
        </p:nvSpPr>
        <p:spPr>
          <a:xfrm>
            <a:off x="743144" y="6472734"/>
            <a:ext cx="6540464" cy="240489"/>
          </a:xfrm>
          <a:prstGeom prst="rect">
            <a:avLst/>
          </a:prstGeom>
        </p:spPr>
        <p:txBody>
          <a:bodyPr vert="horz" wrap="square" lIns="91521" tIns="45761" rIns="91521" bIns="45761" rtlCol="0" anchor="b">
            <a:noAutofit/>
          </a:bodyPr>
          <a:lstStyle>
            <a:lvl1pPr>
              <a:defRPr lang="en-US" sz="800" smtClean="0">
                <a:solidFill>
                  <a:schemeClr val="bg1"/>
                </a:solidFill>
              </a:defRPr>
            </a:lvl1pPr>
          </a:lstStyle>
          <a:p>
            <a:r>
              <a:rPr lang="en-US"/>
              <a:t>© 2023 NetApp, Inc. All rights reserved.  — NETAPP CONFIDENTIAL — </a:t>
            </a:r>
            <a:endParaRPr lang="en-US" dirty="0"/>
          </a:p>
        </p:txBody>
      </p:sp>
      <p:sp>
        <p:nvSpPr>
          <p:cNvPr id="5" name="Text Placeholder 4"/>
          <p:cNvSpPr>
            <a:spLocks noGrp="1"/>
          </p:cNvSpPr>
          <p:nvPr>
            <p:ph type="body" sz="quarter" idx="11" hasCustomPrompt="1"/>
          </p:nvPr>
        </p:nvSpPr>
        <p:spPr>
          <a:xfrm>
            <a:off x="743144" y="5148360"/>
            <a:ext cx="9054918" cy="378972"/>
          </a:xfrm>
        </p:spPr>
        <p:txBody>
          <a:bodyPr anchor="ctr"/>
          <a:lstStyle>
            <a:lvl1pPr marL="0" indent="0">
              <a:buFontTx/>
              <a:buNone/>
              <a:defRPr kumimoji="0" lang="en-US" sz="1800" b="0" i="0" u="none" strike="noStrike" kern="1200" cap="none" spc="0" normalizeH="0" baseline="0" dirty="0" smtClean="0">
                <a:ln>
                  <a:noFill/>
                </a:ln>
                <a:solidFill>
                  <a:schemeClr val="bg1"/>
                </a:solidFill>
                <a:effectLst/>
                <a:uLnTx/>
                <a:uFillTx/>
                <a:latin typeface="+mn-lt"/>
                <a:ea typeface="+mn-ea"/>
                <a:cs typeface="+mn-cs"/>
              </a:defRPr>
            </a:lvl1pPr>
          </a:lstStyle>
          <a:p>
            <a:pPr lvl="0"/>
            <a:r>
              <a:rPr lang="en-US" dirty="0"/>
              <a:t>Presenter’s Name</a:t>
            </a:r>
          </a:p>
        </p:txBody>
      </p:sp>
      <p:sp>
        <p:nvSpPr>
          <p:cNvPr id="15" name="Text Placeholder 4"/>
          <p:cNvSpPr>
            <a:spLocks noGrp="1"/>
          </p:cNvSpPr>
          <p:nvPr>
            <p:ph type="body" sz="quarter" idx="12" hasCustomPrompt="1"/>
          </p:nvPr>
        </p:nvSpPr>
        <p:spPr>
          <a:xfrm>
            <a:off x="743144" y="5445777"/>
            <a:ext cx="9054918" cy="378972"/>
          </a:xfrm>
        </p:spPr>
        <p:txBody>
          <a:bodyPr anchor="ctr"/>
          <a:lstStyle>
            <a:lvl1pPr marL="0" indent="0">
              <a:buFontTx/>
              <a:buNone/>
              <a:defRPr kumimoji="0" lang="en-US" sz="1800" b="0" i="0" u="none" strike="noStrike" kern="1200" cap="none" spc="0" normalizeH="0" baseline="0" dirty="0" smtClean="0">
                <a:ln>
                  <a:noFill/>
                </a:ln>
                <a:solidFill>
                  <a:schemeClr val="bg1"/>
                </a:solidFill>
                <a:effectLst/>
                <a:uLnTx/>
                <a:uFillTx/>
                <a:latin typeface="+mn-lt"/>
                <a:ea typeface="+mn-ea"/>
                <a:cs typeface="+mn-cs"/>
              </a:defRPr>
            </a:lvl1pPr>
          </a:lstStyle>
          <a:p>
            <a:pPr lvl="0"/>
            <a:r>
              <a:rPr lang="en-US" dirty="0"/>
              <a:t>Presenter’s Title</a:t>
            </a:r>
          </a:p>
        </p:txBody>
      </p:sp>
      <p:sp>
        <p:nvSpPr>
          <p:cNvPr id="16" name="Text Placeholder 4"/>
          <p:cNvSpPr>
            <a:spLocks noGrp="1"/>
          </p:cNvSpPr>
          <p:nvPr>
            <p:ph type="body" sz="quarter" idx="13" hasCustomPrompt="1"/>
          </p:nvPr>
        </p:nvSpPr>
        <p:spPr>
          <a:xfrm>
            <a:off x="743144" y="5769492"/>
            <a:ext cx="9054918" cy="378972"/>
          </a:xfrm>
        </p:spPr>
        <p:txBody>
          <a:bodyPr anchor="ctr"/>
          <a:lstStyle>
            <a:lvl1pPr marL="0" indent="0">
              <a:buFontTx/>
              <a:buNone/>
              <a:defRPr kumimoji="0" lang="en-US" sz="1800" b="0" i="0" u="none" strike="noStrike" kern="1200" cap="none" spc="0" normalizeH="0" baseline="0" dirty="0" smtClean="0">
                <a:ln>
                  <a:noFill/>
                </a:ln>
                <a:solidFill>
                  <a:schemeClr val="bg1"/>
                </a:solidFill>
                <a:effectLst/>
                <a:uLnTx/>
                <a:uFillTx/>
                <a:latin typeface="+mn-lt"/>
                <a:ea typeface="+mn-ea"/>
                <a:cs typeface="+mn-cs"/>
              </a:defRPr>
            </a:lvl1pPr>
          </a:lstStyle>
          <a:p>
            <a:pPr lvl="0"/>
            <a:r>
              <a:rPr lang="en-US" dirty="0"/>
              <a:t>Date</a:t>
            </a:r>
          </a:p>
        </p:txBody>
      </p:sp>
      <p:sp>
        <p:nvSpPr>
          <p:cNvPr id="12" name="Freeform: Shape 11">
            <a:extLst>
              <a:ext uri="{FF2B5EF4-FFF2-40B4-BE49-F238E27FC236}">
                <a16:creationId xmlns:a16="http://schemas.microsoft.com/office/drawing/2014/main" id="{A759F148-76F2-47B3-AC55-382C7602F645}"/>
              </a:ext>
            </a:extLst>
          </p:cNvPr>
          <p:cNvSpPr>
            <a:spLocks noChangeAspect="1" noChangeArrowheads="1"/>
          </p:cNvSpPr>
          <p:nvPr userDrawn="1"/>
        </p:nvSpPr>
        <p:spPr bwMode="auto">
          <a:xfrm>
            <a:off x="836831" y="990600"/>
            <a:ext cx="1828800" cy="334464"/>
          </a:xfrm>
          <a:custGeom>
            <a:avLst/>
            <a:gdLst>
              <a:gd name="connsiteX0" fmla="*/ 3294826 w 3504841"/>
              <a:gd name="connsiteY0" fmla="*/ 214318 h 640991"/>
              <a:gd name="connsiteX1" fmla="*/ 3198090 w 3504841"/>
              <a:gd name="connsiteY1" fmla="*/ 323592 h 640991"/>
              <a:gd name="connsiteX2" fmla="*/ 3198090 w 3504841"/>
              <a:gd name="connsiteY2" fmla="*/ 324670 h 640991"/>
              <a:gd name="connsiteX3" fmla="*/ 3294826 w 3504841"/>
              <a:gd name="connsiteY3" fmla="*/ 434304 h 640991"/>
              <a:gd name="connsiteX4" fmla="*/ 3391922 w 3504841"/>
              <a:gd name="connsiteY4" fmla="*/ 324670 h 640991"/>
              <a:gd name="connsiteX5" fmla="*/ 3391922 w 3504841"/>
              <a:gd name="connsiteY5" fmla="*/ 323592 h 640991"/>
              <a:gd name="connsiteX6" fmla="*/ 3294826 w 3504841"/>
              <a:gd name="connsiteY6" fmla="*/ 214318 h 640991"/>
              <a:gd name="connsiteX7" fmla="*/ 2831785 w 3504841"/>
              <a:gd name="connsiteY7" fmla="*/ 214318 h 640991"/>
              <a:gd name="connsiteX8" fmla="*/ 2735408 w 3504841"/>
              <a:gd name="connsiteY8" fmla="*/ 323592 h 640991"/>
              <a:gd name="connsiteX9" fmla="*/ 2735408 w 3504841"/>
              <a:gd name="connsiteY9" fmla="*/ 324670 h 640991"/>
              <a:gd name="connsiteX10" fmla="*/ 2831785 w 3504841"/>
              <a:gd name="connsiteY10" fmla="*/ 434304 h 640991"/>
              <a:gd name="connsiteX11" fmla="*/ 2929240 w 3504841"/>
              <a:gd name="connsiteY11" fmla="*/ 324670 h 640991"/>
              <a:gd name="connsiteX12" fmla="*/ 2929240 w 3504841"/>
              <a:gd name="connsiteY12" fmla="*/ 323592 h 640991"/>
              <a:gd name="connsiteX13" fmla="*/ 2831785 w 3504841"/>
              <a:gd name="connsiteY13" fmla="*/ 214318 h 640991"/>
              <a:gd name="connsiteX14" fmla="*/ 1564332 w 3504841"/>
              <a:gd name="connsiteY14" fmla="*/ 209816 h 640991"/>
              <a:gd name="connsiteX15" fmla="*/ 1478061 w 3504841"/>
              <a:gd name="connsiteY15" fmla="*/ 293948 h 640991"/>
              <a:gd name="connsiteX16" fmla="*/ 1647368 w 3504841"/>
              <a:gd name="connsiteY16" fmla="*/ 293948 h 640991"/>
              <a:gd name="connsiteX17" fmla="*/ 1564332 w 3504841"/>
              <a:gd name="connsiteY17" fmla="*/ 209816 h 640991"/>
              <a:gd name="connsiteX18" fmla="*/ 2327603 w 3504841"/>
              <a:gd name="connsiteY18" fmla="*/ 137236 h 640991"/>
              <a:gd name="connsiteX19" fmla="*/ 2258507 w 3504841"/>
              <a:gd name="connsiteY19" fmla="*/ 305808 h 640991"/>
              <a:gd name="connsiteX20" fmla="*/ 2396699 w 3504841"/>
              <a:gd name="connsiteY20" fmla="*/ 305808 h 640991"/>
              <a:gd name="connsiteX21" fmla="*/ 1564332 w 3504841"/>
              <a:gd name="connsiteY21" fmla="*/ 120650 h 640991"/>
              <a:gd name="connsiteX22" fmla="*/ 1757004 w 3504841"/>
              <a:gd name="connsiteY22" fmla="*/ 335295 h 640991"/>
              <a:gd name="connsiteX23" fmla="*/ 1755925 w 3504841"/>
              <a:gd name="connsiteY23" fmla="*/ 364777 h 640991"/>
              <a:gd name="connsiteX24" fmla="*/ 1480218 w 3504841"/>
              <a:gd name="connsiteY24" fmla="*/ 364777 h 640991"/>
              <a:gd name="connsiteX25" fmla="*/ 1577273 w 3504841"/>
              <a:gd name="connsiteY25" fmla="*/ 442796 h 640991"/>
              <a:gd name="connsiteX26" fmla="*/ 1673968 w 3504841"/>
              <a:gd name="connsiteY26" fmla="*/ 402169 h 640991"/>
              <a:gd name="connsiteX27" fmla="*/ 1737593 w 3504841"/>
              <a:gd name="connsiteY27" fmla="*/ 458976 h 640991"/>
              <a:gd name="connsiteX28" fmla="*/ 1575475 w 3504841"/>
              <a:gd name="connsiteY28" fmla="*/ 533041 h 640991"/>
              <a:gd name="connsiteX29" fmla="*/ 1368425 w 3504841"/>
              <a:gd name="connsiteY29" fmla="*/ 327025 h 640991"/>
              <a:gd name="connsiteX30" fmla="*/ 1368425 w 3504841"/>
              <a:gd name="connsiteY30" fmla="*/ 326306 h 640991"/>
              <a:gd name="connsiteX31" fmla="*/ 1564332 w 3504841"/>
              <a:gd name="connsiteY31" fmla="*/ 120650 h 640991"/>
              <a:gd name="connsiteX32" fmla="*/ 3323955 w 3504841"/>
              <a:gd name="connsiteY32" fmla="*/ 119062 h 640991"/>
              <a:gd name="connsiteX33" fmla="*/ 3504841 w 3504841"/>
              <a:gd name="connsiteY33" fmla="*/ 323592 h 640991"/>
              <a:gd name="connsiteX34" fmla="*/ 3504841 w 3504841"/>
              <a:gd name="connsiteY34" fmla="*/ 324670 h 640991"/>
              <a:gd name="connsiteX35" fmla="*/ 3323955 w 3504841"/>
              <a:gd name="connsiteY35" fmla="*/ 529560 h 640991"/>
              <a:gd name="connsiteX36" fmla="*/ 3200247 w 3504841"/>
              <a:gd name="connsiteY36" fmla="*/ 470609 h 640991"/>
              <a:gd name="connsiteX37" fmla="*/ 3200247 w 3504841"/>
              <a:gd name="connsiteY37" fmla="*/ 640991 h 640991"/>
              <a:gd name="connsiteX38" fmla="*/ 3087688 w 3504841"/>
              <a:gd name="connsiteY38" fmla="*/ 640991 h 640991"/>
              <a:gd name="connsiteX39" fmla="*/ 3087688 w 3504841"/>
              <a:gd name="connsiteY39" fmla="*/ 126251 h 640991"/>
              <a:gd name="connsiteX40" fmla="*/ 3200247 w 3504841"/>
              <a:gd name="connsiteY40" fmla="*/ 126251 h 640991"/>
              <a:gd name="connsiteX41" fmla="*/ 3200247 w 3504841"/>
              <a:gd name="connsiteY41" fmla="*/ 183045 h 640991"/>
              <a:gd name="connsiteX42" fmla="*/ 3323955 w 3504841"/>
              <a:gd name="connsiteY42" fmla="*/ 119062 h 640991"/>
              <a:gd name="connsiteX43" fmla="*/ 2861992 w 3504841"/>
              <a:gd name="connsiteY43" fmla="*/ 119062 h 640991"/>
              <a:gd name="connsiteX44" fmla="*/ 3042879 w 3504841"/>
              <a:gd name="connsiteY44" fmla="*/ 323592 h 640991"/>
              <a:gd name="connsiteX45" fmla="*/ 3042879 w 3504841"/>
              <a:gd name="connsiteY45" fmla="*/ 324670 h 640991"/>
              <a:gd name="connsiteX46" fmla="*/ 2861992 w 3504841"/>
              <a:gd name="connsiteY46" fmla="*/ 529560 h 640991"/>
              <a:gd name="connsiteX47" fmla="*/ 2738285 w 3504841"/>
              <a:gd name="connsiteY47" fmla="*/ 470609 h 640991"/>
              <a:gd name="connsiteX48" fmla="*/ 2738285 w 3504841"/>
              <a:gd name="connsiteY48" fmla="*/ 640991 h 640991"/>
              <a:gd name="connsiteX49" fmla="*/ 2625725 w 3504841"/>
              <a:gd name="connsiteY49" fmla="*/ 640991 h 640991"/>
              <a:gd name="connsiteX50" fmla="*/ 2625725 w 3504841"/>
              <a:gd name="connsiteY50" fmla="*/ 126251 h 640991"/>
              <a:gd name="connsiteX51" fmla="*/ 2738285 w 3504841"/>
              <a:gd name="connsiteY51" fmla="*/ 126251 h 640991"/>
              <a:gd name="connsiteX52" fmla="*/ 2738285 w 3504841"/>
              <a:gd name="connsiteY52" fmla="*/ 183045 h 640991"/>
              <a:gd name="connsiteX53" fmla="*/ 2861992 w 3504841"/>
              <a:gd name="connsiteY53" fmla="*/ 119062 h 640991"/>
              <a:gd name="connsiteX54" fmla="*/ 1828929 w 3504841"/>
              <a:gd name="connsiteY54" fmla="*/ 25400 h 640991"/>
              <a:gd name="connsiteX55" fmla="*/ 1939876 w 3504841"/>
              <a:gd name="connsiteY55" fmla="*/ 25400 h 640991"/>
              <a:gd name="connsiteX56" fmla="*/ 1939876 w 3504841"/>
              <a:gd name="connsiteY56" fmla="*/ 127331 h 640991"/>
              <a:gd name="connsiteX57" fmla="*/ 2033229 w 3504841"/>
              <a:gd name="connsiteY57" fmla="*/ 127331 h 640991"/>
              <a:gd name="connsiteX58" fmla="*/ 2033229 w 3504841"/>
              <a:gd name="connsiteY58" fmla="*/ 223859 h 640991"/>
              <a:gd name="connsiteX59" fmla="*/ 1939876 w 3504841"/>
              <a:gd name="connsiteY59" fmla="*/ 223859 h 640991"/>
              <a:gd name="connsiteX60" fmla="*/ 1939876 w 3504841"/>
              <a:gd name="connsiteY60" fmla="*/ 393143 h 640991"/>
              <a:gd name="connsiteX61" fmla="*/ 1976499 w 3504841"/>
              <a:gd name="connsiteY61" fmla="*/ 431682 h 640991"/>
              <a:gd name="connsiteX62" fmla="*/ 2032152 w 3504841"/>
              <a:gd name="connsiteY62" fmla="*/ 417635 h 640991"/>
              <a:gd name="connsiteX63" fmla="*/ 2032152 w 3504841"/>
              <a:gd name="connsiteY63" fmla="*/ 508040 h 640991"/>
              <a:gd name="connsiteX64" fmla="*/ 1942748 w 3504841"/>
              <a:gd name="connsiteY64" fmla="*/ 531452 h 640991"/>
              <a:gd name="connsiteX65" fmla="*/ 1828929 w 3504841"/>
              <a:gd name="connsiteY65" fmla="*/ 411512 h 640991"/>
              <a:gd name="connsiteX66" fmla="*/ 1828929 w 3504841"/>
              <a:gd name="connsiteY66" fmla="*/ 223859 h 640991"/>
              <a:gd name="connsiteX67" fmla="*/ 1781175 w 3504841"/>
              <a:gd name="connsiteY67" fmla="*/ 223859 h 640991"/>
              <a:gd name="connsiteX68" fmla="*/ 1781175 w 3504841"/>
              <a:gd name="connsiteY68" fmla="*/ 127331 h 640991"/>
              <a:gd name="connsiteX69" fmla="*/ 1828929 w 3504841"/>
              <a:gd name="connsiteY69" fmla="*/ 127331 h 640991"/>
              <a:gd name="connsiteX70" fmla="*/ 852488 w 3504841"/>
              <a:gd name="connsiteY70" fmla="*/ 1587 h 640991"/>
              <a:gd name="connsiteX71" fmla="*/ 958347 w 3504841"/>
              <a:gd name="connsiteY71" fmla="*/ 1587 h 640991"/>
              <a:gd name="connsiteX72" fmla="*/ 1201030 w 3504841"/>
              <a:gd name="connsiteY72" fmla="*/ 324325 h 640991"/>
              <a:gd name="connsiteX73" fmla="*/ 1201030 w 3504841"/>
              <a:gd name="connsiteY73" fmla="*/ 1587 h 640991"/>
              <a:gd name="connsiteX74" fmla="*/ 1314090 w 3504841"/>
              <a:gd name="connsiteY74" fmla="*/ 1587 h 640991"/>
              <a:gd name="connsiteX75" fmla="*/ 1314090 w 3504841"/>
              <a:gd name="connsiteY75" fmla="*/ 523515 h 640991"/>
              <a:gd name="connsiteX76" fmla="*/ 1216513 w 3504841"/>
              <a:gd name="connsiteY76" fmla="*/ 523515 h 640991"/>
              <a:gd name="connsiteX77" fmla="*/ 965548 w 3504841"/>
              <a:gd name="connsiteY77" fmla="*/ 193573 h 640991"/>
              <a:gd name="connsiteX78" fmla="*/ 965548 w 3504841"/>
              <a:gd name="connsiteY78" fmla="*/ 523515 h 640991"/>
              <a:gd name="connsiteX79" fmla="*/ 852488 w 3504841"/>
              <a:gd name="connsiteY79" fmla="*/ 523515 h 640991"/>
              <a:gd name="connsiteX80" fmla="*/ 0 w 3504841"/>
              <a:gd name="connsiteY80" fmla="*/ 1587 h 640991"/>
              <a:gd name="connsiteX81" fmla="*/ 626703 w 3504841"/>
              <a:gd name="connsiteY81" fmla="*/ 1587 h 640991"/>
              <a:gd name="connsiteX82" fmla="*/ 626703 w 3504841"/>
              <a:gd name="connsiteY82" fmla="*/ 523515 h 640991"/>
              <a:gd name="connsiteX83" fmla="*/ 383005 w 3504841"/>
              <a:gd name="connsiteY83" fmla="*/ 523515 h 640991"/>
              <a:gd name="connsiteX84" fmla="*/ 383005 w 3504841"/>
              <a:gd name="connsiteY84" fmla="*/ 209782 h 640991"/>
              <a:gd name="connsiteX85" fmla="*/ 243698 w 3504841"/>
              <a:gd name="connsiteY85" fmla="*/ 209782 h 640991"/>
              <a:gd name="connsiteX86" fmla="*/ 243698 w 3504841"/>
              <a:gd name="connsiteY86" fmla="*/ 523515 h 640991"/>
              <a:gd name="connsiteX87" fmla="*/ 0 w 3504841"/>
              <a:gd name="connsiteY87" fmla="*/ 523515 h 640991"/>
              <a:gd name="connsiteX88" fmla="*/ 2277940 w 3504841"/>
              <a:gd name="connsiteY88" fmla="*/ 0 h 640991"/>
              <a:gd name="connsiteX89" fmla="*/ 2380505 w 3504841"/>
              <a:gd name="connsiteY89" fmla="*/ 0 h 640991"/>
              <a:gd name="connsiteX90" fmla="*/ 2596790 w 3504841"/>
              <a:gd name="connsiteY90" fmla="*/ 521927 h 640991"/>
              <a:gd name="connsiteX91" fmla="*/ 2478031 w 3504841"/>
              <a:gd name="connsiteY91" fmla="*/ 521927 h 640991"/>
              <a:gd name="connsiteX92" fmla="*/ 2430168 w 3504841"/>
              <a:gd name="connsiteY92" fmla="*/ 405223 h 640991"/>
              <a:gd name="connsiteX93" fmla="*/ 2223959 w 3504841"/>
              <a:gd name="connsiteY93" fmla="*/ 405223 h 640991"/>
              <a:gd name="connsiteX94" fmla="*/ 2176095 w 3504841"/>
              <a:gd name="connsiteY94" fmla="*/ 521927 h 640991"/>
              <a:gd name="connsiteX95" fmla="*/ 2060575 w 3504841"/>
              <a:gd name="connsiteY95" fmla="*/ 521927 h 64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3504841" h="640991">
                <a:moveTo>
                  <a:pt x="3294826" y="214318"/>
                </a:moveTo>
                <a:cubicBezTo>
                  <a:pt x="3242322" y="214318"/>
                  <a:pt x="3198090" y="258171"/>
                  <a:pt x="3198090" y="323592"/>
                </a:cubicBezTo>
                <a:lnTo>
                  <a:pt x="3198090" y="324670"/>
                </a:lnTo>
                <a:cubicBezTo>
                  <a:pt x="3198090" y="390451"/>
                  <a:pt x="3242322" y="434304"/>
                  <a:pt x="3294826" y="434304"/>
                </a:cubicBezTo>
                <a:cubicBezTo>
                  <a:pt x="3347689" y="434304"/>
                  <a:pt x="3391922" y="391529"/>
                  <a:pt x="3391922" y="324670"/>
                </a:cubicBezTo>
                <a:lnTo>
                  <a:pt x="3391922" y="323592"/>
                </a:lnTo>
                <a:cubicBezTo>
                  <a:pt x="3391922" y="258171"/>
                  <a:pt x="3347689" y="214318"/>
                  <a:pt x="3294826" y="214318"/>
                </a:cubicBezTo>
                <a:close/>
                <a:moveTo>
                  <a:pt x="2831785" y="214318"/>
                </a:moveTo>
                <a:cubicBezTo>
                  <a:pt x="2778921" y="214318"/>
                  <a:pt x="2735408" y="258171"/>
                  <a:pt x="2735408" y="323592"/>
                </a:cubicBezTo>
                <a:lnTo>
                  <a:pt x="2735408" y="324670"/>
                </a:lnTo>
                <a:cubicBezTo>
                  <a:pt x="2735408" y="390451"/>
                  <a:pt x="2778921" y="434304"/>
                  <a:pt x="2831785" y="434304"/>
                </a:cubicBezTo>
                <a:cubicBezTo>
                  <a:pt x="2885367" y="434304"/>
                  <a:pt x="2929240" y="391529"/>
                  <a:pt x="2929240" y="324670"/>
                </a:cubicBezTo>
                <a:lnTo>
                  <a:pt x="2929240" y="323592"/>
                </a:lnTo>
                <a:cubicBezTo>
                  <a:pt x="2929240" y="258171"/>
                  <a:pt x="2884288" y="214318"/>
                  <a:pt x="2831785" y="214318"/>
                </a:cubicBezTo>
                <a:close/>
                <a:moveTo>
                  <a:pt x="1564332" y="209816"/>
                </a:moveTo>
                <a:cubicBezTo>
                  <a:pt x="1517602" y="209816"/>
                  <a:pt x="1487048" y="243253"/>
                  <a:pt x="1478061" y="293948"/>
                </a:cubicBezTo>
                <a:lnTo>
                  <a:pt x="1647368" y="293948"/>
                </a:lnTo>
                <a:cubicBezTo>
                  <a:pt x="1640179" y="243253"/>
                  <a:pt x="1611062" y="209816"/>
                  <a:pt x="1564332" y="209816"/>
                </a:cubicBezTo>
                <a:close/>
                <a:moveTo>
                  <a:pt x="2327603" y="137236"/>
                </a:moveTo>
                <a:lnTo>
                  <a:pt x="2258507" y="305808"/>
                </a:lnTo>
                <a:lnTo>
                  <a:pt x="2396699" y="305808"/>
                </a:lnTo>
                <a:close/>
                <a:moveTo>
                  <a:pt x="1564332" y="120650"/>
                </a:moveTo>
                <a:cubicBezTo>
                  <a:pt x="1696974" y="120650"/>
                  <a:pt x="1757004" y="223119"/>
                  <a:pt x="1757004" y="335295"/>
                </a:cubicBezTo>
                <a:cubicBezTo>
                  <a:pt x="1757004" y="344283"/>
                  <a:pt x="1755925" y="354710"/>
                  <a:pt x="1755925" y="364777"/>
                </a:cubicBezTo>
                <a:lnTo>
                  <a:pt x="1480218" y="364777"/>
                </a:lnTo>
                <a:cubicBezTo>
                  <a:pt x="1491361" y="415472"/>
                  <a:pt x="1526589" y="442796"/>
                  <a:pt x="1577273" y="442796"/>
                </a:cubicBezTo>
                <a:cubicBezTo>
                  <a:pt x="1615016" y="442796"/>
                  <a:pt x="1642335" y="430572"/>
                  <a:pt x="1673968" y="402169"/>
                </a:cubicBezTo>
                <a:lnTo>
                  <a:pt x="1737593" y="458976"/>
                </a:lnTo>
                <a:cubicBezTo>
                  <a:pt x="1701287" y="504637"/>
                  <a:pt x="1647368" y="533041"/>
                  <a:pt x="1575475" y="533041"/>
                </a:cubicBezTo>
                <a:cubicBezTo>
                  <a:pt x="1455775" y="531962"/>
                  <a:pt x="1368425" y="447830"/>
                  <a:pt x="1368425" y="327025"/>
                </a:cubicBezTo>
                <a:lnTo>
                  <a:pt x="1368425" y="326306"/>
                </a:lnTo>
                <a:cubicBezTo>
                  <a:pt x="1368425" y="213051"/>
                  <a:pt x="1449664" y="120650"/>
                  <a:pt x="1564332" y="120650"/>
                </a:cubicBezTo>
                <a:close/>
                <a:moveTo>
                  <a:pt x="3323955" y="119062"/>
                </a:moveTo>
                <a:cubicBezTo>
                  <a:pt x="3416376" y="119062"/>
                  <a:pt x="3504841" y="190953"/>
                  <a:pt x="3504841" y="323592"/>
                </a:cubicBezTo>
                <a:lnTo>
                  <a:pt x="3504841" y="324670"/>
                </a:lnTo>
                <a:cubicBezTo>
                  <a:pt x="3504841" y="457309"/>
                  <a:pt x="3418533" y="529560"/>
                  <a:pt x="3323955" y="529560"/>
                </a:cubicBezTo>
                <a:cubicBezTo>
                  <a:pt x="3264259" y="529560"/>
                  <a:pt x="3226499" y="502241"/>
                  <a:pt x="3200247" y="470609"/>
                </a:cubicBezTo>
                <a:lnTo>
                  <a:pt x="3200247" y="640991"/>
                </a:lnTo>
                <a:lnTo>
                  <a:pt x="3087688" y="640991"/>
                </a:lnTo>
                <a:lnTo>
                  <a:pt x="3087688" y="126251"/>
                </a:lnTo>
                <a:lnTo>
                  <a:pt x="3200247" y="126251"/>
                </a:lnTo>
                <a:lnTo>
                  <a:pt x="3200247" y="183045"/>
                </a:lnTo>
                <a:cubicBezTo>
                  <a:pt x="3227578" y="146381"/>
                  <a:pt x="3265338" y="119062"/>
                  <a:pt x="3323955" y="119062"/>
                </a:cubicBezTo>
                <a:close/>
                <a:moveTo>
                  <a:pt x="2861992" y="119062"/>
                </a:moveTo>
                <a:cubicBezTo>
                  <a:pt x="2954413" y="119062"/>
                  <a:pt x="3042879" y="190953"/>
                  <a:pt x="3042879" y="323592"/>
                </a:cubicBezTo>
                <a:lnTo>
                  <a:pt x="3042879" y="324670"/>
                </a:lnTo>
                <a:cubicBezTo>
                  <a:pt x="3042879" y="457309"/>
                  <a:pt x="2956571" y="529560"/>
                  <a:pt x="2861992" y="529560"/>
                </a:cubicBezTo>
                <a:cubicBezTo>
                  <a:pt x="2802296" y="529560"/>
                  <a:pt x="2764537" y="502241"/>
                  <a:pt x="2738285" y="470609"/>
                </a:cubicBezTo>
                <a:lnTo>
                  <a:pt x="2738285" y="640991"/>
                </a:lnTo>
                <a:lnTo>
                  <a:pt x="2625725" y="640991"/>
                </a:lnTo>
                <a:lnTo>
                  <a:pt x="2625725" y="126251"/>
                </a:lnTo>
                <a:lnTo>
                  <a:pt x="2738285" y="126251"/>
                </a:lnTo>
                <a:lnTo>
                  <a:pt x="2738285" y="183045"/>
                </a:lnTo>
                <a:cubicBezTo>
                  <a:pt x="2765615" y="146381"/>
                  <a:pt x="2803375" y="119062"/>
                  <a:pt x="2861992" y="119062"/>
                </a:cubicBezTo>
                <a:close/>
                <a:moveTo>
                  <a:pt x="1828929" y="25400"/>
                </a:moveTo>
                <a:lnTo>
                  <a:pt x="1939876" y="25400"/>
                </a:lnTo>
                <a:lnTo>
                  <a:pt x="1939876" y="127331"/>
                </a:lnTo>
                <a:lnTo>
                  <a:pt x="2033229" y="127331"/>
                </a:lnTo>
                <a:lnTo>
                  <a:pt x="2033229" y="223859"/>
                </a:lnTo>
                <a:lnTo>
                  <a:pt x="1939876" y="223859"/>
                </a:lnTo>
                <a:lnTo>
                  <a:pt x="1939876" y="393143"/>
                </a:lnTo>
                <a:cubicBezTo>
                  <a:pt x="1939876" y="419436"/>
                  <a:pt x="1951006" y="431682"/>
                  <a:pt x="1976499" y="431682"/>
                </a:cubicBezTo>
                <a:cubicBezTo>
                  <a:pt x="1996606" y="431682"/>
                  <a:pt x="2015995" y="426640"/>
                  <a:pt x="2032152" y="417635"/>
                </a:cubicBezTo>
                <a:lnTo>
                  <a:pt x="2032152" y="508040"/>
                </a:lnTo>
                <a:cubicBezTo>
                  <a:pt x="2008814" y="522087"/>
                  <a:pt x="1981526" y="531452"/>
                  <a:pt x="1942748" y="531452"/>
                </a:cubicBezTo>
                <a:cubicBezTo>
                  <a:pt x="1874888" y="530371"/>
                  <a:pt x="1828929" y="502998"/>
                  <a:pt x="1828929" y="411512"/>
                </a:cubicBezTo>
                <a:lnTo>
                  <a:pt x="1828929" y="223859"/>
                </a:lnTo>
                <a:lnTo>
                  <a:pt x="1781175" y="223859"/>
                </a:lnTo>
                <a:lnTo>
                  <a:pt x="1781175" y="127331"/>
                </a:lnTo>
                <a:lnTo>
                  <a:pt x="1828929" y="127331"/>
                </a:lnTo>
                <a:close/>
                <a:moveTo>
                  <a:pt x="852488" y="1587"/>
                </a:moveTo>
                <a:lnTo>
                  <a:pt x="958347" y="1587"/>
                </a:lnTo>
                <a:lnTo>
                  <a:pt x="1201030" y="324325"/>
                </a:lnTo>
                <a:lnTo>
                  <a:pt x="1201030" y="1587"/>
                </a:lnTo>
                <a:lnTo>
                  <a:pt x="1314090" y="1587"/>
                </a:lnTo>
                <a:lnTo>
                  <a:pt x="1314090" y="523515"/>
                </a:lnTo>
                <a:lnTo>
                  <a:pt x="1216513" y="523515"/>
                </a:lnTo>
                <a:lnTo>
                  <a:pt x="965548" y="193573"/>
                </a:lnTo>
                <a:lnTo>
                  <a:pt x="965548" y="523515"/>
                </a:lnTo>
                <a:lnTo>
                  <a:pt x="852488" y="523515"/>
                </a:lnTo>
                <a:close/>
                <a:moveTo>
                  <a:pt x="0" y="1587"/>
                </a:moveTo>
                <a:lnTo>
                  <a:pt x="626703" y="1587"/>
                </a:lnTo>
                <a:lnTo>
                  <a:pt x="626703" y="523515"/>
                </a:lnTo>
                <a:lnTo>
                  <a:pt x="383005" y="523515"/>
                </a:lnTo>
                <a:lnTo>
                  <a:pt x="383005" y="209782"/>
                </a:lnTo>
                <a:lnTo>
                  <a:pt x="243698" y="209782"/>
                </a:lnTo>
                <a:lnTo>
                  <a:pt x="243698" y="523515"/>
                </a:lnTo>
                <a:lnTo>
                  <a:pt x="0" y="523515"/>
                </a:lnTo>
                <a:close/>
                <a:moveTo>
                  <a:pt x="2277940" y="0"/>
                </a:moveTo>
                <a:lnTo>
                  <a:pt x="2380505" y="0"/>
                </a:lnTo>
                <a:lnTo>
                  <a:pt x="2596790" y="521927"/>
                </a:lnTo>
                <a:lnTo>
                  <a:pt x="2478031" y="521927"/>
                </a:lnTo>
                <a:lnTo>
                  <a:pt x="2430168" y="405223"/>
                </a:lnTo>
                <a:lnTo>
                  <a:pt x="2223959" y="405223"/>
                </a:lnTo>
                <a:lnTo>
                  <a:pt x="2176095" y="521927"/>
                </a:lnTo>
                <a:lnTo>
                  <a:pt x="2060575" y="521927"/>
                </a:lnTo>
                <a:close/>
              </a:path>
            </a:pathLst>
          </a:custGeom>
          <a:solidFill>
            <a:schemeClr val="bg1"/>
          </a:solidFill>
          <a:ln>
            <a:noFill/>
          </a:ln>
          <a:effectLst/>
        </p:spPr>
        <p:txBody>
          <a:bodyPr wrap="square" anchor="ctr">
            <a:noAutofit/>
          </a:bodyPr>
          <a:lstStyle/>
          <a:p>
            <a:endParaRPr lang="en-US"/>
          </a:p>
        </p:txBody>
      </p:sp>
      <p:pic>
        <p:nvPicPr>
          <p:cNvPr id="6" name="Picture 5">
            <a:extLst>
              <a:ext uri="{FF2B5EF4-FFF2-40B4-BE49-F238E27FC236}">
                <a16:creationId xmlns:a16="http://schemas.microsoft.com/office/drawing/2014/main" id="{E5B001CB-D809-4D6C-9D49-4EF6F08B4FD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24078" y="0"/>
            <a:ext cx="5067922" cy="3749040"/>
          </a:xfrm>
          <a:prstGeom prst="rect">
            <a:avLst/>
          </a:prstGeom>
        </p:spPr>
      </p:pic>
    </p:spTree>
    <p:extLst>
      <p:ext uri="{BB962C8B-B14F-4D97-AF65-F5344CB8AC3E}">
        <p14:creationId xmlns:p14="http://schemas.microsoft.com/office/powerpoint/2010/main" val="1826818985"/>
      </p:ext>
    </p:extLst>
  </p:cSld>
  <p:clrMapOvr>
    <a:masterClrMapping/>
  </p:clrMapOvr>
  <p:transition spd="med">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6E62E6-18B9-47AE-A57F-EB7BD542395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080504" y="0"/>
            <a:ext cx="5111496" cy="4203070"/>
          </a:xfrm>
          <a:prstGeom prst="rect">
            <a:avLst/>
          </a:prstGeom>
        </p:spPr>
      </p:pic>
      <p:sp>
        <p:nvSpPr>
          <p:cNvPr id="2" name="Title 1"/>
          <p:cNvSpPr>
            <a:spLocks noGrp="1"/>
          </p:cNvSpPr>
          <p:nvPr>
            <p:ph type="ctrTitle" hasCustomPrompt="1"/>
          </p:nvPr>
        </p:nvSpPr>
        <p:spPr bwMode="gray">
          <a:xfrm>
            <a:off x="743144" y="2586361"/>
            <a:ext cx="9054918" cy="1470025"/>
          </a:xfrm>
        </p:spPr>
        <p:txBody>
          <a:bodyPr wrap="square" lIns="91521" tIns="45761" rIns="91440" bIns="45761">
            <a:noAutofit/>
          </a:bodyPr>
          <a:lstStyle>
            <a:lvl1pPr algn="l">
              <a:lnSpc>
                <a:spcPct val="95000"/>
              </a:lnSpc>
              <a:defRPr sz="4400" b="0">
                <a:solidFill>
                  <a:schemeClr val="bg1"/>
                </a:solidFill>
              </a:defRPr>
            </a:lvl1pPr>
          </a:lstStyle>
          <a:p>
            <a:r>
              <a:rPr lang="en-US" dirty="0"/>
              <a:t>Click to Edit Master Title Style</a:t>
            </a:r>
          </a:p>
        </p:txBody>
      </p:sp>
      <p:sp>
        <p:nvSpPr>
          <p:cNvPr id="25" name="Text Placeholder 24"/>
          <p:cNvSpPr>
            <a:spLocks noGrp="1"/>
          </p:cNvSpPr>
          <p:nvPr>
            <p:ph type="body" sz="quarter" idx="10" hasCustomPrompt="1"/>
          </p:nvPr>
        </p:nvSpPr>
        <p:spPr bwMode="gray">
          <a:xfrm>
            <a:off x="743144" y="4028010"/>
            <a:ext cx="9054918" cy="1120351"/>
          </a:xfrm>
        </p:spPr>
        <p:txBody>
          <a:bodyPr wrap="square" lIns="91521" tIns="45761" rIns="91440" bIns="45761">
            <a:noAutofit/>
          </a:bodyPr>
          <a:lstStyle>
            <a:lvl1pPr marL="0" indent="0">
              <a:lnSpc>
                <a:spcPct val="100000"/>
              </a:lnSpc>
              <a:spcBef>
                <a:spcPts val="0"/>
              </a:spcBef>
              <a:spcAft>
                <a:spcPts val="0"/>
              </a:spcAft>
              <a:buFont typeface="Arial" panose="020B0604020202020204" pitchFamily="34" charset="0"/>
              <a:buChar char="​"/>
              <a:defRPr sz="2600" b="0">
                <a:solidFill>
                  <a:schemeClr val="accent2"/>
                </a:solidFill>
              </a:defRPr>
            </a:lvl1pPr>
            <a:lvl2pPr marL="0" indent="0">
              <a:lnSpc>
                <a:spcPct val="85000"/>
              </a:lnSpc>
              <a:spcBef>
                <a:spcPts val="4400"/>
              </a:spcBef>
              <a:buFont typeface="Arial" panose="020B0604020202020204" pitchFamily="34" charset="0"/>
              <a:buChar char="​"/>
              <a:defRPr sz="1800" b="0">
                <a:solidFill>
                  <a:schemeClr val="tx1"/>
                </a:solidFill>
              </a:defRPr>
            </a:lvl2pPr>
            <a:lvl3pPr marL="0" indent="0">
              <a:lnSpc>
                <a:spcPct val="85000"/>
              </a:lnSpc>
              <a:buFont typeface="Arial" panose="020B0604020202020204" pitchFamily="34" charset="0"/>
              <a:buChar char="​"/>
              <a:defRPr sz="1800" b="0">
                <a:solidFill>
                  <a:schemeClr val="tx1"/>
                </a:solidFill>
              </a:defRPr>
            </a:lvl3pPr>
            <a:lvl4pPr marL="0" indent="0">
              <a:lnSpc>
                <a:spcPct val="85000"/>
              </a:lnSpc>
              <a:buFont typeface="Arial" panose="020B0604020202020204" pitchFamily="34" charset="0"/>
              <a:buChar char="​"/>
              <a:defRPr sz="1600" b="0">
                <a:solidFill>
                  <a:schemeClr val="bg2"/>
                </a:solidFill>
              </a:defRPr>
            </a:lvl4pPr>
            <a:lvl5pPr marL="0" indent="0">
              <a:lnSpc>
                <a:spcPct val="85000"/>
              </a:lnSpc>
              <a:buFont typeface="Arial" panose="020B0604020202020204" pitchFamily="34" charset="0"/>
              <a:buChar char="​"/>
              <a:defRPr sz="1600" b="0">
                <a:solidFill>
                  <a:schemeClr val="bg2"/>
                </a:solidFill>
              </a:defRPr>
            </a:lvl5pPr>
          </a:lstStyle>
          <a:p>
            <a:pPr lvl="0"/>
            <a:r>
              <a:rPr lang="en-US" dirty="0"/>
              <a:t>Click to edit master text styles</a:t>
            </a:r>
          </a:p>
        </p:txBody>
      </p:sp>
      <p:sp>
        <p:nvSpPr>
          <p:cNvPr id="10" name="Footer Placeholder 4"/>
          <p:cNvSpPr>
            <a:spLocks noGrp="1"/>
          </p:cNvSpPr>
          <p:nvPr>
            <p:ph type="ftr" sz="quarter" idx="3"/>
          </p:nvPr>
        </p:nvSpPr>
        <p:spPr>
          <a:xfrm>
            <a:off x="743144" y="6472734"/>
            <a:ext cx="6540464" cy="240489"/>
          </a:xfrm>
          <a:prstGeom prst="rect">
            <a:avLst/>
          </a:prstGeom>
        </p:spPr>
        <p:txBody>
          <a:bodyPr vert="horz" wrap="square" lIns="91521" tIns="45761" rIns="91521" bIns="45761" rtlCol="0" anchor="b">
            <a:noAutofit/>
          </a:bodyPr>
          <a:lstStyle>
            <a:lvl1pPr>
              <a:defRPr lang="en-US" sz="800" smtClean="0">
                <a:solidFill>
                  <a:schemeClr val="bg1"/>
                </a:solidFill>
              </a:defRPr>
            </a:lvl1pPr>
          </a:lstStyle>
          <a:p>
            <a:r>
              <a:rPr lang="en-US"/>
              <a:t>© 2023 NetApp, Inc. All rights reserved.  — NETAPP CONFIDENTIAL — </a:t>
            </a:r>
            <a:endParaRPr lang="en-US" dirty="0"/>
          </a:p>
        </p:txBody>
      </p:sp>
      <p:sp>
        <p:nvSpPr>
          <p:cNvPr id="5" name="Text Placeholder 4"/>
          <p:cNvSpPr>
            <a:spLocks noGrp="1"/>
          </p:cNvSpPr>
          <p:nvPr>
            <p:ph type="body" sz="quarter" idx="11" hasCustomPrompt="1"/>
          </p:nvPr>
        </p:nvSpPr>
        <p:spPr>
          <a:xfrm>
            <a:off x="743144" y="5148360"/>
            <a:ext cx="9054918" cy="378972"/>
          </a:xfrm>
        </p:spPr>
        <p:txBody>
          <a:bodyPr anchor="ctr"/>
          <a:lstStyle>
            <a:lvl1pPr marL="0" indent="0">
              <a:buFontTx/>
              <a:buNone/>
              <a:defRPr kumimoji="0" lang="en-US" sz="1800" b="0" i="0" u="none" strike="noStrike" kern="1200" cap="none" spc="0" normalizeH="0" baseline="0" dirty="0" smtClean="0">
                <a:ln>
                  <a:noFill/>
                </a:ln>
                <a:solidFill>
                  <a:schemeClr val="bg1"/>
                </a:solidFill>
                <a:effectLst/>
                <a:uLnTx/>
                <a:uFillTx/>
                <a:latin typeface="+mn-lt"/>
                <a:ea typeface="+mn-ea"/>
                <a:cs typeface="+mn-cs"/>
              </a:defRPr>
            </a:lvl1pPr>
          </a:lstStyle>
          <a:p>
            <a:pPr lvl="0"/>
            <a:r>
              <a:rPr lang="en-US" dirty="0"/>
              <a:t>Presenter’s Name</a:t>
            </a:r>
          </a:p>
        </p:txBody>
      </p:sp>
      <p:sp>
        <p:nvSpPr>
          <p:cNvPr id="15" name="Text Placeholder 4"/>
          <p:cNvSpPr>
            <a:spLocks noGrp="1"/>
          </p:cNvSpPr>
          <p:nvPr>
            <p:ph type="body" sz="quarter" idx="12" hasCustomPrompt="1"/>
          </p:nvPr>
        </p:nvSpPr>
        <p:spPr>
          <a:xfrm>
            <a:off x="743144" y="5445777"/>
            <a:ext cx="9054918" cy="378972"/>
          </a:xfrm>
        </p:spPr>
        <p:txBody>
          <a:bodyPr anchor="ctr"/>
          <a:lstStyle>
            <a:lvl1pPr marL="0" indent="0">
              <a:buFontTx/>
              <a:buNone/>
              <a:defRPr kumimoji="0" lang="en-US" sz="1800" b="0" i="0" u="none" strike="noStrike" kern="1200" cap="none" spc="0" normalizeH="0" baseline="0" dirty="0" smtClean="0">
                <a:ln>
                  <a:noFill/>
                </a:ln>
                <a:solidFill>
                  <a:schemeClr val="bg1"/>
                </a:solidFill>
                <a:effectLst/>
                <a:uLnTx/>
                <a:uFillTx/>
                <a:latin typeface="+mn-lt"/>
                <a:ea typeface="+mn-ea"/>
                <a:cs typeface="+mn-cs"/>
              </a:defRPr>
            </a:lvl1pPr>
          </a:lstStyle>
          <a:p>
            <a:pPr lvl="0"/>
            <a:r>
              <a:rPr lang="en-US" dirty="0"/>
              <a:t>Presenter’s Title</a:t>
            </a:r>
          </a:p>
        </p:txBody>
      </p:sp>
      <p:sp>
        <p:nvSpPr>
          <p:cNvPr id="16" name="Text Placeholder 4"/>
          <p:cNvSpPr>
            <a:spLocks noGrp="1"/>
          </p:cNvSpPr>
          <p:nvPr>
            <p:ph type="body" sz="quarter" idx="13" hasCustomPrompt="1"/>
          </p:nvPr>
        </p:nvSpPr>
        <p:spPr>
          <a:xfrm>
            <a:off x="743144" y="5769492"/>
            <a:ext cx="9054918" cy="378972"/>
          </a:xfrm>
        </p:spPr>
        <p:txBody>
          <a:bodyPr anchor="ctr"/>
          <a:lstStyle>
            <a:lvl1pPr marL="0" indent="0">
              <a:buFontTx/>
              <a:buNone/>
              <a:defRPr kumimoji="0" lang="en-US" sz="1800" b="0" i="0" u="none" strike="noStrike" kern="1200" cap="none" spc="0" normalizeH="0" baseline="0" dirty="0" smtClean="0">
                <a:ln>
                  <a:noFill/>
                </a:ln>
                <a:solidFill>
                  <a:schemeClr val="bg1"/>
                </a:solidFill>
                <a:effectLst/>
                <a:uLnTx/>
                <a:uFillTx/>
                <a:latin typeface="+mn-lt"/>
                <a:ea typeface="+mn-ea"/>
                <a:cs typeface="+mn-cs"/>
              </a:defRPr>
            </a:lvl1pPr>
          </a:lstStyle>
          <a:p>
            <a:pPr lvl="0"/>
            <a:r>
              <a:rPr lang="en-US" dirty="0"/>
              <a:t>Date</a:t>
            </a:r>
          </a:p>
        </p:txBody>
      </p:sp>
      <p:sp>
        <p:nvSpPr>
          <p:cNvPr id="12" name="Freeform: Shape 11">
            <a:extLst>
              <a:ext uri="{FF2B5EF4-FFF2-40B4-BE49-F238E27FC236}">
                <a16:creationId xmlns:a16="http://schemas.microsoft.com/office/drawing/2014/main" id="{A0EAFEFE-2D5D-4FB1-8C3B-E9FF61295EBF}"/>
              </a:ext>
            </a:extLst>
          </p:cNvPr>
          <p:cNvSpPr>
            <a:spLocks noChangeAspect="1" noChangeArrowheads="1"/>
          </p:cNvSpPr>
          <p:nvPr userDrawn="1"/>
        </p:nvSpPr>
        <p:spPr bwMode="auto">
          <a:xfrm>
            <a:off x="836831" y="990600"/>
            <a:ext cx="1828800" cy="334464"/>
          </a:xfrm>
          <a:custGeom>
            <a:avLst/>
            <a:gdLst>
              <a:gd name="connsiteX0" fmla="*/ 3294826 w 3504841"/>
              <a:gd name="connsiteY0" fmla="*/ 214318 h 640991"/>
              <a:gd name="connsiteX1" fmla="*/ 3198090 w 3504841"/>
              <a:gd name="connsiteY1" fmla="*/ 323592 h 640991"/>
              <a:gd name="connsiteX2" fmla="*/ 3198090 w 3504841"/>
              <a:gd name="connsiteY2" fmla="*/ 324670 h 640991"/>
              <a:gd name="connsiteX3" fmla="*/ 3294826 w 3504841"/>
              <a:gd name="connsiteY3" fmla="*/ 434304 h 640991"/>
              <a:gd name="connsiteX4" fmla="*/ 3391922 w 3504841"/>
              <a:gd name="connsiteY4" fmla="*/ 324670 h 640991"/>
              <a:gd name="connsiteX5" fmla="*/ 3391922 w 3504841"/>
              <a:gd name="connsiteY5" fmla="*/ 323592 h 640991"/>
              <a:gd name="connsiteX6" fmla="*/ 3294826 w 3504841"/>
              <a:gd name="connsiteY6" fmla="*/ 214318 h 640991"/>
              <a:gd name="connsiteX7" fmla="*/ 2831785 w 3504841"/>
              <a:gd name="connsiteY7" fmla="*/ 214318 h 640991"/>
              <a:gd name="connsiteX8" fmla="*/ 2735408 w 3504841"/>
              <a:gd name="connsiteY8" fmla="*/ 323592 h 640991"/>
              <a:gd name="connsiteX9" fmla="*/ 2735408 w 3504841"/>
              <a:gd name="connsiteY9" fmla="*/ 324670 h 640991"/>
              <a:gd name="connsiteX10" fmla="*/ 2831785 w 3504841"/>
              <a:gd name="connsiteY10" fmla="*/ 434304 h 640991"/>
              <a:gd name="connsiteX11" fmla="*/ 2929240 w 3504841"/>
              <a:gd name="connsiteY11" fmla="*/ 324670 h 640991"/>
              <a:gd name="connsiteX12" fmla="*/ 2929240 w 3504841"/>
              <a:gd name="connsiteY12" fmla="*/ 323592 h 640991"/>
              <a:gd name="connsiteX13" fmla="*/ 2831785 w 3504841"/>
              <a:gd name="connsiteY13" fmla="*/ 214318 h 640991"/>
              <a:gd name="connsiteX14" fmla="*/ 1564332 w 3504841"/>
              <a:gd name="connsiteY14" fmla="*/ 209816 h 640991"/>
              <a:gd name="connsiteX15" fmla="*/ 1478061 w 3504841"/>
              <a:gd name="connsiteY15" fmla="*/ 293948 h 640991"/>
              <a:gd name="connsiteX16" fmla="*/ 1647368 w 3504841"/>
              <a:gd name="connsiteY16" fmla="*/ 293948 h 640991"/>
              <a:gd name="connsiteX17" fmla="*/ 1564332 w 3504841"/>
              <a:gd name="connsiteY17" fmla="*/ 209816 h 640991"/>
              <a:gd name="connsiteX18" fmla="*/ 2327603 w 3504841"/>
              <a:gd name="connsiteY18" fmla="*/ 137236 h 640991"/>
              <a:gd name="connsiteX19" fmla="*/ 2258507 w 3504841"/>
              <a:gd name="connsiteY19" fmla="*/ 305808 h 640991"/>
              <a:gd name="connsiteX20" fmla="*/ 2396699 w 3504841"/>
              <a:gd name="connsiteY20" fmla="*/ 305808 h 640991"/>
              <a:gd name="connsiteX21" fmla="*/ 1564332 w 3504841"/>
              <a:gd name="connsiteY21" fmla="*/ 120650 h 640991"/>
              <a:gd name="connsiteX22" fmla="*/ 1757004 w 3504841"/>
              <a:gd name="connsiteY22" fmla="*/ 335295 h 640991"/>
              <a:gd name="connsiteX23" fmla="*/ 1755925 w 3504841"/>
              <a:gd name="connsiteY23" fmla="*/ 364777 h 640991"/>
              <a:gd name="connsiteX24" fmla="*/ 1480218 w 3504841"/>
              <a:gd name="connsiteY24" fmla="*/ 364777 h 640991"/>
              <a:gd name="connsiteX25" fmla="*/ 1577273 w 3504841"/>
              <a:gd name="connsiteY25" fmla="*/ 442796 h 640991"/>
              <a:gd name="connsiteX26" fmla="*/ 1673968 w 3504841"/>
              <a:gd name="connsiteY26" fmla="*/ 402169 h 640991"/>
              <a:gd name="connsiteX27" fmla="*/ 1737593 w 3504841"/>
              <a:gd name="connsiteY27" fmla="*/ 458976 h 640991"/>
              <a:gd name="connsiteX28" fmla="*/ 1575475 w 3504841"/>
              <a:gd name="connsiteY28" fmla="*/ 533041 h 640991"/>
              <a:gd name="connsiteX29" fmla="*/ 1368425 w 3504841"/>
              <a:gd name="connsiteY29" fmla="*/ 327025 h 640991"/>
              <a:gd name="connsiteX30" fmla="*/ 1368425 w 3504841"/>
              <a:gd name="connsiteY30" fmla="*/ 326306 h 640991"/>
              <a:gd name="connsiteX31" fmla="*/ 1564332 w 3504841"/>
              <a:gd name="connsiteY31" fmla="*/ 120650 h 640991"/>
              <a:gd name="connsiteX32" fmla="*/ 3323955 w 3504841"/>
              <a:gd name="connsiteY32" fmla="*/ 119062 h 640991"/>
              <a:gd name="connsiteX33" fmla="*/ 3504841 w 3504841"/>
              <a:gd name="connsiteY33" fmla="*/ 323592 h 640991"/>
              <a:gd name="connsiteX34" fmla="*/ 3504841 w 3504841"/>
              <a:gd name="connsiteY34" fmla="*/ 324670 h 640991"/>
              <a:gd name="connsiteX35" fmla="*/ 3323955 w 3504841"/>
              <a:gd name="connsiteY35" fmla="*/ 529560 h 640991"/>
              <a:gd name="connsiteX36" fmla="*/ 3200247 w 3504841"/>
              <a:gd name="connsiteY36" fmla="*/ 470609 h 640991"/>
              <a:gd name="connsiteX37" fmla="*/ 3200247 w 3504841"/>
              <a:gd name="connsiteY37" fmla="*/ 640991 h 640991"/>
              <a:gd name="connsiteX38" fmla="*/ 3087688 w 3504841"/>
              <a:gd name="connsiteY38" fmla="*/ 640991 h 640991"/>
              <a:gd name="connsiteX39" fmla="*/ 3087688 w 3504841"/>
              <a:gd name="connsiteY39" fmla="*/ 126251 h 640991"/>
              <a:gd name="connsiteX40" fmla="*/ 3200247 w 3504841"/>
              <a:gd name="connsiteY40" fmla="*/ 126251 h 640991"/>
              <a:gd name="connsiteX41" fmla="*/ 3200247 w 3504841"/>
              <a:gd name="connsiteY41" fmla="*/ 183045 h 640991"/>
              <a:gd name="connsiteX42" fmla="*/ 3323955 w 3504841"/>
              <a:gd name="connsiteY42" fmla="*/ 119062 h 640991"/>
              <a:gd name="connsiteX43" fmla="*/ 2861992 w 3504841"/>
              <a:gd name="connsiteY43" fmla="*/ 119062 h 640991"/>
              <a:gd name="connsiteX44" fmla="*/ 3042879 w 3504841"/>
              <a:gd name="connsiteY44" fmla="*/ 323592 h 640991"/>
              <a:gd name="connsiteX45" fmla="*/ 3042879 w 3504841"/>
              <a:gd name="connsiteY45" fmla="*/ 324670 h 640991"/>
              <a:gd name="connsiteX46" fmla="*/ 2861992 w 3504841"/>
              <a:gd name="connsiteY46" fmla="*/ 529560 h 640991"/>
              <a:gd name="connsiteX47" fmla="*/ 2738285 w 3504841"/>
              <a:gd name="connsiteY47" fmla="*/ 470609 h 640991"/>
              <a:gd name="connsiteX48" fmla="*/ 2738285 w 3504841"/>
              <a:gd name="connsiteY48" fmla="*/ 640991 h 640991"/>
              <a:gd name="connsiteX49" fmla="*/ 2625725 w 3504841"/>
              <a:gd name="connsiteY49" fmla="*/ 640991 h 640991"/>
              <a:gd name="connsiteX50" fmla="*/ 2625725 w 3504841"/>
              <a:gd name="connsiteY50" fmla="*/ 126251 h 640991"/>
              <a:gd name="connsiteX51" fmla="*/ 2738285 w 3504841"/>
              <a:gd name="connsiteY51" fmla="*/ 126251 h 640991"/>
              <a:gd name="connsiteX52" fmla="*/ 2738285 w 3504841"/>
              <a:gd name="connsiteY52" fmla="*/ 183045 h 640991"/>
              <a:gd name="connsiteX53" fmla="*/ 2861992 w 3504841"/>
              <a:gd name="connsiteY53" fmla="*/ 119062 h 640991"/>
              <a:gd name="connsiteX54" fmla="*/ 1828929 w 3504841"/>
              <a:gd name="connsiteY54" fmla="*/ 25400 h 640991"/>
              <a:gd name="connsiteX55" fmla="*/ 1939876 w 3504841"/>
              <a:gd name="connsiteY55" fmla="*/ 25400 h 640991"/>
              <a:gd name="connsiteX56" fmla="*/ 1939876 w 3504841"/>
              <a:gd name="connsiteY56" fmla="*/ 127331 h 640991"/>
              <a:gd name="connsiteX57" fmla="*/ 2033229 w 3504841"/>
              <a:gd name="connsiteY57" fmla="*/ 127331 h 640991"/>
              <a:gd name="connsiteX58" fmla="*/ 2033229 w 3504841"/>
              <a:gd name="connsiteY58" fmla="*/ 223859 h 640991"/>
              <a:gd name="connsiteX59" fmla="*/ 1939876 w 3504841"/>
              <a:gd name="connsiteY59" fmla="*/ 223859 h 640991"/>
              <a:gd name="connsiteX60" fmla="*/ 1939876 w 3504841"/>
              <a:gd name="connsiteY60" fmla="*/ 393143 h 640991"/>
              <a:gd name="connsiteX61" fmla="*/ 1976499 w 3504841"/>
              <a:gd name="connsiteY61" fmla="*/ 431682 h 640991"/>
              <a:gd name="connsiteX62" fmla="*/ 2032152 w 3504841"/>
              <a:gd name="connsiteY62" fmla="*/ 417635 h 640991"/>
              <a:gd name="connsiteX63" fmla="*/ 2032152 w 3504841"/>
              <a:gd name="connsiteY63" fmla="*/ 508040 h 640991"/>
              <a:gd name="connsiteX64" fmla="*/ 1942748 w 3504841"/>
              <a:gd name="connsiteY64" fmla="*/ 531452 h 640991"/>
              <a:gd name="connsiteX65" fmla="*/ 1828929 w 3504841"/>
              <a:gd name="connsiteY65" fmla="*/ 411512 h 640991"/>
              <a:gd name="connsiteX66" fmla="*/ 1828929 w 3504841"/>
              <a:gd name="connsiteY66" fmla="*/ 223859 h 640991"/>
              <a:gd name="connsiteX67" fmla="*/ 1781175 w 3504841"/>
              <a:gd name="connsiteY67" fmla="*/ 223859 h 640991"/>
              <a:gd name="connsiteX68" fmla="*/ 1781175 w 3504841"/>
              <a:gd name="connsiteY68" fmla="*/ 127331 h 640991"/>
              <a:gd name="connsiteX69" fmla="*/ 1828929 w 3504841"/>
              <a:gd name="connsiteY69" fmla="*/ 127331 h 640991"/>
              <a:gd name="connsiteX70" fmla="*/ 852488 w 3504841"/>
              <a:gd name="connsiteY70" fmla="*/ 1587 h 640991"/>
              <a:gd name="connsiteX71" fmla="*/ 958347 w 3504841"/>
              <a:gd name="connsiteY71" fmla="*/ 1587 h 640991"/>
              <a:gd name="connsiteX72" fmla="*/ 1201030 w 3504841"/>
              <a:gd name="connsiteY72" fmla="*/ 324325 h 640991"/>
              <a:gd name="connsiteX73" fmla="*/ 1201030 w 3504841"/>
              <a:gd name="connsiteY73" fmla="*/ 1587 h 640991"/>
              <a:gd name="connsiteX74" fmla="*/ 1314090 w 3504841"/>
              <a:gd name="connsiteY74" fmla="*/ 1587 h 640991"/>
              <a:gd name="connsiteX75" fmla="*/ 1314090 w 3504841"/>
              <a:gd name="connsiteY75" fmla="*/ 523515 h 640991"/>
              <a:gd name="connsiteX76" fmla="*/ 1216513 w 3504841"/>
              <a:gd name="connsiteY76" fmla="*/ 523515 h 640991"/>
              <a:gd name="connsiteX77" fmla="*/ 965548 w 3504841"/>
              <a:gd name="connsiteY77" fmla="*/ 193573 h 640991"/>
              <a:gd name="connsiteX78" fmla="*/ 965548 w 3504841"/>
              <a:gd name="connsiteY78" fmla="*/ 523515 h 640991"/>
              <a:gd name="connsiteX79" fmla="*/ 852488 w 3504841"/>
              <a:gd name="connsiteY79" fmla="*/ 523515 h 640991"/>
              <a:gd name="connsiteX80" fmla="*/ 0 w 3504841"/>
              <a:gd name="connsiteY80" fmla="*/ 1587 h 640991"/>
              <a:gd name="connsiteX81" fmla="*/ 626703 w 3504841"/>
              <a:gd name="connsiteY81" fmla="*/ 1587 h 640991"/>
              <a:gd name="connsiteX82" fmla="*/ 626703 w 3504841"/>
              <a:gd name="connsiteY82" fmla="*/ 523515 h 640991"/>
              <a:gd name="connsiteX83" fmla="*/ 383005 w 3504841"/>
              <a:gd name="connsiteY83" fmla="*/ 523515 h 640991"/>
              <a:gd name="connsiteX84" fmla="*/ 383005 w 3504841"/>
              <a:gd name="connsiteY84" fmla="*/ 209782 h 640991"/>
              <a:gd name="connsiteX85" fmla="*/ 243698 w 3504841"/>
              <a:gd name="connsiteY85" fmla="*/ 209782 h 640991"/>
              <a:gd name="connsiteX86" fmla="*/ 243698 w 3504841"/>
              <a:gd name="connsiteY86" fmla="*/ 523515 h 640991"/>
              <a:gd name="connsiteX87" fmla="*/ 0 w 3504841"/>
              <a:gd name="connsiteY87" fmla="*/ 523515 h 640991"/>
              <a:gd name="connsiteX88" fmla="*/ 2277940 w 3504841"/>
              <a:gd name="connsiteY88" fmla="*/ 0 h 640991"/>
              <a:gd name="connsiteX89" fmla="*/ 2380505 w 3504841"/>
              <a:gd name="connsiteY89" fmla="*/ 0 h 640991"/>
              <a:gd name="connsiteX90" fmla="*/ 2596790 w 3504841"/>
              <a:gd name="connsiteY90" fmla="*/ 521927 h 640991"/>
              <a:gd name="connsiteX91" fmla="*/ 2478031 w 3504841"/>
              <a:gd name="connsiteY91" fmla="*/ 521927 h 640991"/>
              <a:gd name="connsiteX92" fmla="*/ 2430168 w 3504841"/>
              <a:gd name="connsiteY92" fmla="*/ 405223 h 640991"/>
              <a:gd name="connsiteX93" fmla="*/ 2223959 w 3504841"/>
              <a:gd name="connsiteY93" fmla="*/ 405223 h 640991"/>
              <a:gd name="connsiteX94" fmla="*/ 2176095 w 3504841"/>
              <a:gd name="connsiteY94" fmla="*/ 521927 h 640991"/>
              <a:gd name="connsiteX95" fmla="*/ 2060575 w 3504841"/>
              <a:gd name="connsiteY95" fmla="*/ 521927 h 64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3504841" h="640991">
                <a:moveTo>
                  <a:pt x="3294826" y="214318"/>
                </a:moveTo>
                <a:cubicBezTo>
                  <a:pt x="3242322" y="214318"/>
                  <a:pt x="3198090" y="258171"/>
                  <a:pt x="3198090" y="323592"/>
                </a:cubicBezTo>
                <a:lnTo>
                  <a:pt x="3198090" y="324670"/>
                </a:lnTo>
                <a:cubicBezTo>
                  <a:pt x="3198090" y="390451"/>
                  <a:pt x="3242322" y="434304"/>
                  <a:pt x="3294826" y="434304"/>
                </a:cubicBezTo>
                <a:cubicBezTo>
                  <a:pt x="3347689" y="434304"/>
                  <a:pt x="3391922" y="391529"/>
                  <a:pt x="3391922" y="324670"/>
                </a:cubicBezTo>
                <a:lnTo>
                  <a:pt x="3391922" y="323592"/>
                </a:lnTo>
                <a:cubicBezTo>
                  <a:pt x="3391922" y="258171"/>
                  <a:pt x="3347689" y="214318"/>
                  <a:pt x="3294826" y="214318"/>
                </a:cubicBezTo>
                <a:close/>
                <a:moveTo>
                  <a:pt x="2831785" y="214318"/>
                </a:moveTo>
                <a:cubicBezTo>
                  <a:pt x="2778921" y="214318"/>
                  <a:pt x="2735408" y="258171"/>
                  <a:pt x="2735408" y="323592"/>
                </a:cubicBezTo>
                <a:lnTo>
                  <a:pt x="2735408" y="324670"/>
                </a:lnTo>
                <a:cubicBezTo>
                  <a:pt x="2735408" y="390451"/>
                  <a:pt x="2778921" y="434304"/>
                  <a:pt x="2831785" y="434304"/>
                </a:cubicBezTo>
                <a:cubicBezTo>
                  <a:pt x="2885367" y="434304"/>
                  <a:pt x="2929240" y="391529"/>
                  <a:pt x="2929240" y="324670"/>
                </a:cubicBezTo>
                <a:lnTo>
                  <a:pt x="2929240" y="323592"/>
                </a:lnTo>
                <a:cubicBezTo>
                  <a:pt x="2929240" y="258171"/>
                  <a:pt x="2884288" y="214318"/>
                  <a:pt x="2831785" y="214318"/>
                </a:cubicBezTo>
                <a:close/>
                <a:moveTo>
                  <a:pt x="1564332" y="209816"/>
                </a:moveTo>
                <a:cubicBezTo>
                  <a:pt x="1517602" y="209816"/>
                  <a:pt x="1487048" y="243253"/>
                  <a:pt x="1478061" y="293948"/>
                </a:cubicBezTo>
                <a:lnTo>
                  <a:pt x="1647368" y="293948"/>
                </a:lnTo>
                <a:cubicBezTo>
                  <a:pt x="1640179" y="243253"/>
                  <a:pt x="1611062" y="209816"/>
                  <a:pt x="1564332" y="209816"/>
                </a:cubicBezTo>
                <a:close/>
                <a:moveTo>
                  <a:pt x="2327603" y="137236"/>
                </a:moveTo>
                <a:lnTo>
                  <a:pt x="2258507" y="305808"/>
                </a:lnTo>
                <a:lnTo>
                  <a:pt x="2396699" y="305808"/>
                </a:lnTo>
                <a:close/>
                <a:moveTo>
                  <a:pt x="1564332" y="120650"/>
                </a:moveTo>
                <a:cubicBezTo>
                  <a:pt x="1696974" y="120650"/>
                  <a:pt x="1757004" y="223119"/>
                  <a:pt x="1757004" y="335295"/>
                </a:cubicBezTo>
                <a:cubicBezTo>
                  <a:pt x="1757004" y="344283"/>
                  <a:pt x="1755925" y="354710"/>
                  <a:pt x="1755925" y="364777"/>
                </a:cubicBezTo>
                <a:lnTo>
                  <a:pt x="1480218" y="364777"/>
                </a:lnTo>
                <a:cubicBezTo>
                  <a:pt x="1491361" y="415472"/>
                  <a:pt x="1526589" y="442796"/>
                  <a:pt x="1577273" y="442796"/>
                </a:cubicBezTo>
                <a:cubicBezTo>
                  <a:pt x="1615016" y="442796"/>
                  <a:pt x="1642335" y="430572"/>
                  <a:pt x="1673968" y="402169"/>
                </a:cubicBezTo>
                <a:lnTo>
                  <a:pt x="1737593" y="458976"/>
                </a:lnTo>
                <a:cubicBezTo>
                  <a:pt x="1701287" y="504637"/>
                  <a:pt x="1647368" y="533041"/>
                  <a:pt x="1575475" y="533041"/>
                </a:cubicBezTo>
                <a:cubicBezTo>
                  <a:pt x="1455775" y="531962"/>
                  <a:pt x="1368425" y="447830"/>
                  <a:pt x="1368425" y="327025"/>
                </a:cubicBezTo>
                <a:lnTo>
                  <a:pt x="1368425" y="326306"/>
                </a:lnTo>
                <a:cubicBezTo>
                  <a:pt x="1368425" y="213051"/>
                  <a:pt x="1449664" y="120650"/>
                  <a:pt x="1564332" y="120650"/>
                </a:cubicBezTo>
                <a:close/>
                <a:moveTo>
                  <a:pt x="3323955" y="119062"/>
                </a:moveTo>
                <a:cubicBezTo>
                  <a:pt x="3416376" y="119062"/>
                  <a:pt x="3504841" y="190953"/>
                  <a:pt x="3504841" y="323592"/>
                </a:cubicBezTo>
                <a:lnTo>
                  <a:pt x="3504841" y="324670"/>
                </a:lnTo>
                <a:cubicBezTo>
                  <a:pt x="3504841" y="457309"/>
                  <a:pt x="3418533" y="529560"/>
                  <a:pt x="3323955" y="529560"/>
                </a:cubicBezTo>
                <a:cubicBezTo>
                  <a:pt x="3264259" y="529560"/>
                  <a:pt x="3226499" y="502241"/>
                  <a:pt x="3200247" y="470609"/>
                </a:cubicBezTo>
                <a:lnTo>
                  <a:pt x="3200247" y="640991"/>
                </a:lnTo>
                <a:lnTo>
                  <a:pt x="3087688" y="640991"/>
                </a:lnTo>
                <a:lnTo>
                  <a:pt x="3087688" y="126251"/>
                </a:lnTo>
                <a:lnTo>
                  <a:pt x="3200247" y="126251"/>
                </a:lnTo>
                <a:lnTo>
                  <a:pt x="3200247" y="183045"/>
                </a:lnTo>
                <a:cubicBezTo>
                  <a:pt x="3227578" y="146381"/>
                  <a:pt x="3265338" y="119062"/>
                  <a:pt x="3323955" y="119062"/>
                </a:cubicBezTo>
                <a:close/>
                <a:moveTo>
                  <a:pt x="2861992" y="119062"/>
                </a:moveTo>
                <a:cubicBezTo>
                  <a:pt x="2954413" y="119062"/>
                  <a:pt x="3042879" y="190953"/>
                  <a:pt x="3042879" y="323592"/>
                </a:cubicBezTo>
                <a:lnTo>
                  <a:pt x="3042879" y="324670"/>
                </a:lnTo>
                <a:cubicBezTo>
                  <a:pt x="3042879" y="457309"/>
                  <a:pt x="2956571" y="529560"/>
                  <a:pt x="2861992" y="529560"/>
                </a:cubicBezTo>
                <a:cubicBezTo>
                  <a:pt x="2802296" y="529560"/>
                  <a:pt x="2764537" y="502241"/>
                  <a:pt x="2738285" y="470609"/>
                </a:cubicBezTo>
                <a:lnTo>
                  <a:pt x="2738285" y="640991"/>
                </a:lnTo>
                <a:lnTo>
                  <a:pt x="2625725" y="640991"/>
                </a:lnTo>
                <a:lnTo>
                  <a:pt x="2625725" y="126251"/>
                </a:lnTo>
                <a:lnTo>
                  <a:pt x="2738285" y="126251"/>
                </a:lnTo>
                <a:lnTo>
                  <a:pt x="2738285" y="183045"/>
                </a:lnTo>
                <a:cubicBezTo>
                  <a:pt x="2765615" y="146381"/>
                  <a:pt x="2803375" y="119062"/>
                  <a:pt x="2861992" y="119062"/>
                </a:cubicBezTo>
                <a:close/>
                <a:moveTo>
                  <a:pt x="1828929" y="25400"/>
                </a:moveTo>
                <a:lnTo>
                  <a:pt x="1939876" y="25400"/>
                </a:lnTo>
                <a:lnTo>
                  <a:pt x="1939876" y="127331"/>
                </a:lnTo>
                <a:lnTo>
                  <a:pt x="2033229" y="127331"/>
                </a:lnTo>
                <a:lnTo>
                  <a:pt x="2033229" y="223859"/>
                </a:lnTo>
                <a:lnTo>
                  <a:pt x="1939876" y="223859"/>
                </a:lnTo>
                <a:lnTo>
                  <a:pt x="1939876" y="393143"/>
                </a:lnTo>
                <a:cubicBezTo>
                  <a:pt x="1939876" y="419436"/>
                  <a:pt x="1951006" y="431682"/>
                  <a:pt x="1976499" y="431682"/>
                </a:cubicBezTo>
                <a:cubicBezTo>
                  <a:pt x="1996606" y="431682"/>
                  <a:pt x="2015995" y="426640"/>
                  <a:pt x="2032152" y="417635"/>
                </a:cubicBezTo>
                <a:lnTo>
                  <a:pt x="2032152" y="508040"/>
                </a:lnTo>
                <a:cubicBezTo>
                  <a:pt x="2008814" y="522087"/>
                  <a:pt x="1981526" y="531452"/>
                  <a:pt x="1942748" y="531452"/>
                </a:cubicBezTo>
                <a:cubicBezTo>
                  <a:pt x="1874888" y="530371"/>
                  <a:pt x="1828929" y="502998"/>
                  <a:pt x="1828929" y="411512"/>
                </a:cubicBezTo>
                <a:lnTo>
                  <a:pt x="1828929" y="223859"/>
                </a:lnTo>
                <a:lnTo>
                  <a:pt x="1781175" y="223859"/>
                </a:lnTo>
                <a:lnTo>
                  <a:pt x="1781175" y="127331"/>
                </a:lnTo>
                <a:lnTo>
                  <a:pt x="1828929" y="127331"/>
                </a:lnTo>
                <a:close/>
                <a:moveTo>
                  <a:pt x="852488" y="1587"/>
                </a:moveTo>
                <a:lnTo>
                  <a:pt x="958347" y="1587"/>
                </a:lnTo>
                <a:lnTo>
                  <a:pt x="1201030" y="324325"/>
                </a:lnTo>
                <a:lnTo>
                  <a:pt x="1201030" y="1587"/>
                </a:lnTo>
                <a:lnTo>
                  <a:pt x="1314090" y="1587"/>
                </a:lnTo>
                <a:lnTo>
                  <a:pt x="1314090" y="523515"/>
                </a:lnTo>
                <a:lnTo>
                  <a:pt x="1216513" y="523515"/>
                </a:lnTo>
                <a:lnTo>
                  <a:pt x="965548" y="193573"/>
                </a:lnTo>
                <a:lnTo>
                  <a:pt x="965548" y="523515"/>
                </a:lnTo>
                <a:lnTo>
                  <a:pt x="852488" y="523515"/>
                </a:lnTo>
                <a:close/>
                <a:moveTo>
                  <a:pt x="0" y="1587"/>
                </a:moveTo>
                <a:lnTo>
                  <a:pt x="626703" y="1587"/>
                </a:lnTo>
                <a:lnTo>
                  <a:pt x="626703" y="523515"/>
                </a:lnTo>
                <a:lnTo>
                  <a:pt x="383005" y="523515"/>
                </a:lnTo>
                <a:lnTo>
                  <a:pt x="383005" y="209782"/>
                </a:lnTo>
                <a:lnTo>
                  <a:pt x="243698" y="209782"/>
                </a:lnTo>
                <a:lnTo>
                  <a:pt x="243698" y="523515"/>
                </a:lnTo>
                <a:lnTo>
                  <a:pt x="0" y="523515"/>
                </a:lnTo>
                <a:close/>
                <a:moveTo>
                  <a:pt x="2277940" y="0"/>
                </a:moveTo>
                <a:lnTo>
                  <a:pt x="2380505" y="0"/>
                </a:lnTo>
                <a:lnTo>
                  <a:pt x="2596790" y="521927"/>
                </a:lnTo>
                <a:lnTo>
                  <a:pt x="2478031" y="521927"/>
                </a:lnTo>
                <a:lnTo>
                  <a:pt x="2430168" y="405223"/>
                </a:lnTo>
                <a:lnTo>
                  <a:pt x="2223959" y="405223"/>
                </a:lnTo>
                <a:lnTo>
                  <a:pt x="2176095" y="521927"/>
                </a:lnTo>
                <a:lnTo>
                  <a:pt x="2060575" y="521927"/>
                </a:lnTo>
                <a:close/>
              </a:path>
            </a:pathLst>
          </a:custGeom>
          <a:solidFill>
            <a:schemeClr val="bg1"/>
          </a:solidFill>
          <a:ln>
            <a:noFill/>
          </a:ln>
          <a:effectLst/>
        </p:spPr>
        <p:txBody>
          <a:bodyPr wrap="square" anchor="ctr">
            <a:noAutofit/>
          </a:bodyPr>
          <a:lstStyle/>
          <a:p>
            <a:endParaRPr lang="en-US"/>
          </a:p>
        </p:txBody>
      </p:sp>
    </p:spTree>
    <p:extLst>
      <p:ext uri="{BB962C8B-B14F-4D97-AF65-F5344CB8AC3E}">
        <p14:creationId xmlns:p14="http://schemas.microsoft.com/office/powerpoint/2010/main" val="2933105640"/>
      </p:ext>
    </p:extLst>
  </p:cSld>
  <p:clrMapOvr>
    <a:masterClrMapping/>
  </p:clrMapOvr>
  <p:transition spd="med">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gue">
    <p:bg>
      <p:bgPr>
        <a:solidFill>
          <a:srgbClr val="062645"/>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E66F54D-E058-425D-8846-92C39B1E49B8}"/>
              </a:ext>
            </a:extLst>
          </p:cNvPr>
          <p:cNvPicPr>
            <a:picLocks noChangeAspect="1"/>
          </p:cNvPicPr>
          <p:nvPr userDrawn="1"/>
        </p:nvPicPr>
        <p:blipFill>
          <a:blip r:embed="rId2"/>
          <a:stretch>
            <a:fillRect/>
          </a:stretch>
        </p:blipFill>
        <p:spPr>
          <a:xfrm>
            <a:off x="0" y="0"/>
            <a:ext cx="12192000" cy="2286572"/>
          </a:xfrm>
          <a:prstGeom prst="rect">
            <a:avLst/>
          </a:prstGeom>
        </p:spPr>
      </p:pic>
      <p:sp>
        <p:nvSpPr>
          <p:cNvPr id="25" name="Text Placeholder 24"/>
          <p:cNvSpPr>
            <a:spLocks noGrp="1"/>
          </p:cNvSpPr>
          <p:nvPr>
            <p:ph type="body" sz="quarter" idx="10" hasCustomPrompt="1"/>
          </p:nvPr>
        </p:nvSpPr>
        <p:spPr bwMode="auto">
          <a:xfrm>
            <a:off x="1572391" y="4085414"/>
            <a:ext cx="9047153" cy="928189"/>
          </a:xfrm>
        </p:spPr>
        <p:txBody>
          <a:bodyPr wrap="square" lIns="91521">
            <a:noAutofit/>
          </a:bodyPr>
          <a:lstStyle>
            <a:lvl1pPr marL="0" indent="0">
              <a:lnSpc>
                <a:spcPct val="85000"/>
              </a:lnSpc>
              <a:spcBef>
                <a:spcPts val="0"/>
              </a:spcBef>
              <a:spcAft>
                <a:spcPts val="600"/>
              </a:spcAft>
              <a:buFontTx/>
              <a:buNone/>
              <a:defRPr sz="2200" b="0">
                <a:solidFill>
                  <a:schemeClr val="accent2"/>
                </a:solidFill>
              </a:defRPr>
            </a:lvl1pPr>
            <a:lvl2pPr marL="115992" indent="-115992">
              <a:lnSpc>
                <a:spcPct val="85000"/>
              </a:lnSpc>
              <a:buFont typeface="Arial" panose="020B0604020202020204" pitchFamily="34" charset="0"/>
              <a:buChar char=" "/>
              <a:defRPr sz="2300" b="0">
                <a:solidFill>
                  <a:schemeClr val="bg2"/>
                </a:solidFill>
              </a:defRPr>
            </a:lvl2pPr>
            <a:lvl3pPr marL="115992" indent="-115992">
              <a:lnSpc>
                <a:spcPct val="85000"/>
              </a:lnSpc>
              <a:buFont typeface="Arial" panose="020B0604020202020204" pitchFamily="34" charset="0"/>
              <a:buChar char=" "/>
              <a:defRPr sz="2300" b="0">
                <a:solidFill>
                  <a:schemeClr val="bg2"/>
                </a:solidFill>
              </a:defRPr>
            </a:lvl3pPr>
            <a:lvl4pPr marL="115992" indent="-115992">
              <a:lnSpc>
                <a:spcPct val="85000"/>
              </a:lnSpc>
              <a:buFont typeface="Arial" panose="020B0604020202020204" pitchFamily="34" charset="0"/>
              <a:buChar char=" "/>
              <a:defRPr sz="2300" b="0">
                <a:solidFill>
                  <a:schemeClr val="bg2"/>
                </a:solidFill>
              </a:defRPr>
            </a:lvl4pPr>
            <a:lvl5pPr marL="115992" indent="-115992">
              <a:lnSpc>
                <a:spcPct val="85000"/>
              </a:lnSpc>
              <a:buFont typeface="Arial" panose="020B0604020202020204" pitchFamily="34" charset="0"/>
              <a:buChar char=" "/>
              <a:defRPr sz="2300" b="0">
                <a:solidFill>
                  <a:schemeClr val="bg2"/>
                </a:solidFill>
              </a:defRPr>
            </a:lvl5pPr>
          </a:lstStyle>
          <a:p>
            <a:pPr lvl="0"/>
            <a:r>
              <a:rPr lang="en-US" dirty="0"/>
              <a:t>Click to edit master text styles</a:t>
            </a:r>
          </a:p>
        </p:txBody>
      </p:sp>
      <p:sp>
        <p:nvSpPr>
          <p:cNvPr id="2" name="Title 1"/>
          <p:cNvSpPr>
            <a:spLocks noGrp="1"/>
          </p:cNvSpPr>
          <p:nvPr>
            <p:ph type="ctrTitle" hasCustomPrompt="1"/>
          </p:nvPr>
        </p:nvSpPr>
        <p:spPr bwMode="auto">
          <a:xfrm>
            <a:off x="1572390" y="2586360"/>
            <a:ext cx="9047154" cy="1472184"/>
          </a:xfrm>
        </p:spPr>
        <p:txBody>
          <a:bodyPr wrap="square" lIns="91521">
            <a:noAutofit/>
          </a:bodyPr>
          <a:lstStyle>
            <a:lvl1pPr algn="l">
              <a:lnSpc>
                <a:spcPct val="95000"/>
              </a:lnSpc>
              <a:defRPr sz="4400" b="0">
                <a:solidFill>
                  <a:schemeClr val="bg1"/>
                </a:solidFill>
              </a:defRPr>
            </a:lvl1pPr>
          </a:lstStyle>
          <a:p>
            <a:r>
              <a:rPr lang="en-US" dirty="0"/>
              <a:t>Click to Edit Master Title Style</a:t>
            </a:r>
          </a:p>
        </p:txBody>
      </p:sp>
      <p:sp>
        <p:nvSpPr>
          <p:cNvPr id="29" name="Slide Number Placeholder 5"/>
          <p:cNvSpPr>
            <a:spLocks noGrp="1"/>
          </p:cNvSpPr>
          <p:nvPr>
            <p:ph type="sldNum" sz="quarter" idx="4"/>
          </p:nvPr>
        </p:nvSpPr>
        <p:spPr>
          <a:xfrm>
            <a:off x="294490" y="6462574"/>
            <a:ext cx="448654" cy="260809"/>
          </a:xfrm>
          <a:prstGeom prst="rect">
            <a:avLst/>
          </a:prstGeom>
        </p:spPr>
        <p:txBody>
          <a:bodyPr vert="horz" wrap="square" lIns="91521" tIns="45761" rIns="91521" bIns="45761" rtlCol="0" anchor="b">
            <a:noAutofit/>
          </a:bodyPr>
          <a:lstStyle>
            <a:lvl1pPr>
              <a:defRPr lang="en-US" sz="1050" b="1" smtClean="0">
                <a:solidFill>
                  <a:schemeClr val="bg1"/>
                </a:solidFill>
              </a:defRPr>
            </a:lvl1pPr>
          </a:lstStyle>
          <a:p>
            <a:fld id="{B071A5F3-A4FF-4CEE-8215-C08835B585C1}" type="slidenum">
              <a:rPr lang="en-US" smtClean="0"/>
              <a:pPr/>
              <a:t>‹#›</a:t>
            </a:fld>
            <a:endParaRPr lang="en-US" dirty="0"/>
          </a:p>
        </p:txBody>
      </p:sp>
      <p:sp>
        <p:nvSpPr>
          <p:cNvPr id="10" name="Footer Placeholder 4"/>
          <p:cNvSpPr>
            <a:spLocks noGrp="1"/>
          </p:cNvSpPr>
          <p:nvPr>
            <p:ph type="ftr" sz="quarter" idx="3"/>
          </p:nvPr>
        </p:nvSpPr>
        <p:spPr>
          <a:xfrm>
            <a:off x="743144" y="6472734"/>
            <a:ext cx="6540464" cy="240489"/>
          </a:xfrm>
          <a:prstGeom prst="rect">
            <a:avLst/>
          </a:prstGeom>
        </p:spPr>
        <p:txBody>
          <a:bodyPr vert="horz" wrap="square" lIns="91521" tIns="45761" rIns="91521" bIns="45761" rtlCol="0" anchor="b">
            <a:noAutofit/>
          </a:bodyPr>
          <a:lstStyle>
            <a:lvl1pPr>
              <a:defRPr lang="en-US" sz="800" smtClean="0">
                <a:solidFill>
                  <a:schemeClr val="bg1"/>
                </a:solidFill>
              </a:defRPr>
            </a:lvl1pPr>
          </a:lstStyle>
          <a:p>
            <a:r>
              <a:rPr lang="en-US"/>
              <a:t>© 2023 NetApp, Inc. All rights reserved.  — NETAPP CONFIDENTIAL — </a:t>
            </a:r>
            <a:endParaRPr lang="en-US" dirty="0"/>
          </a:p>
        </p:txBody>
      </p:sp>
      <p:sp>
        <p:nvSpPr>
          <p:cNvPr id="13" name="Freeform: Shape 12">
            <a:extLst>
              <a:ext uri="{FF2B5EF4-FFF2-40B4-BE49-F238E27FC236}">
                <a16:creationId xmlns:a16="http://schemas.microsoft.com/office/drawing/2014/main" id="{74BC4FA7-0B26-4E4B-93C8-4BE3CBD5AA85}"/>
              </a:ext>
            </a:extLst>
          </p:cNvPr>
          <p:cNvSpPr>
            <a:spLocks noChangeAspect="1" noChangeArrowheads="1"/>
          </p:cNvSpPr>
          <p:nvPr userDrawn="1"/>
        </p:nvSpPr>
        <p:spPr bwMode="auto">
          <a:xfrm>
            <a:off x="10776007" y="6495019"/>
            <a:ext cx="1042416" cy="190644"/>
          </a:xfrm>
          <a:custGeom>
            <a:avLst/>
            <a:gdLst>
              <a:gd name="connsiteX0" fmla="*/ 3294826 w 3504841"/>
              <a:gd name="connsiteY0" fmla="*/ 214318 h 640991"/>
              <a:gd name="connsiteX1" fmla="*/ 3198090 w 3504841"/>
              <a:gd name="connsiteY1" fmla="*/ 323592 h 640991"/>
              <a:gd name="connsiteX2" fmla="*/ 3198090 w 3504841"/>
              <a:gd name="connsiteY2" fmla="*/ 324670 h 640991"/>
              <a:gd name="connsiteX3" fmla="*/ 3294826 w 3504841"/>
              <a:gd name="connsiteY3" fmla="*/ 434304 h 640991"/>
              <a:gd name="connsiteX4" fmla="*/ 3391922 w 3504841"/>
              <a:gd name="connsiteY4" fmla="*/ 324670 h 640991"/>
              <a:gd name="connsiteX5" fmla="*/ 3391922 w 3504841"/>
              <a:gd name="connsiteY5" fmla="*/ 323592 h 640991"/>
              <a:gd name="connsiteX6" fmla="*/ 3294826 w 3504841"/>
              <a:gd name="connsiteY6" fmla="*/ 214318 h 640991"/>
              <a:gd name="connsiteX7" fmla="*/ 2831785 w 3504841"/>
              <a:gd name="connsiteY7" fmla="*/ 214318 h 640991"/>
              <a:gd name="connsiteX8" fmla="*/ 2735408 w 3504841"/>
              <a:gd name="connsiteY8" fmla="*/ 323592 h 640991"/>
              <a:gd name="connsiteX9" fmla="*/ 2735408 w 3504841"/>
              <a:gd name="connsiteY9" fmla="*/ 324670 h 640991"/>
              <a:gd name="connsiteX10" fmla="*/ 2831785 w 3504841"/>
              <a:gd name="connsiteY10" fmla="*/ 434304 h 640991"/>
              <a:gd name="connsiteX11" fmla="*/ 2929240 w 3504841"/>
              <a:gd name="connsiteY11" fmla="*/ 324670 h 640991"/>
              <a:gd name="connsiteX12" fmla="*/ 2929240 w 3504841"/>
              <a:gd name="connsiteY12" fmla="*/ 323592 h 640991"/>
              <a:gd name="connsiteX13" fmla="*/ 2831785 w 3504841"/>
              <a:gd name="connsiteY13" fmla="*/ 214318 h 640991"/>
              <a:gd name="connsiteX14" fmla="*/ 1564332 w 3504841"/>
              <a:gd name="connsiteY14" fmla="*/ 209816 h 640991"/>
              <a:gd name="connsiteX15" fmla="*/ 1478061 w 3504841"/>
              <a:gd name="connsiteY15" fmla="*/ 293948 h 640991"/>
              <a:gd name="connsiteX16" fmla="*/ 1647368 w 3504841"/>
              <a:gd name="connsiteY16" fmla="*/ 293948 h 640991"/>
              <a:gd name="connsiteX17" fmla="*/ 1564332 w 3504841"/>
              <a:gd name="connsiteY17" fmla="*/ 209816 h 640991"/>
              <a:gd name="connsiteX18" fmla="*/ 2327603 w 3504841"/>
              <a:gd name="connsiteY18" fmla="*/ 137236 h 640991"/>
              <a:gd name="connsiteX19" fmla="*/ 2258507 w 3504841"/>
              <a:gd name="connsiteY19" fmla="*/ 305808 h 640991"/>
              <a:gd name="connsiteX20" fmla="*/ 2396699 w 3504841"/>
              <a:gd name="connsiteY20" fmla="*/ 305808 h 640991"/>
              <a:gd name="connsiteX21" fmla="*/ 1564332 w 3504841"/>
              <a:gd name="connsiteY21" fmla="*/ 120650 h 640991"/>
              <a:gd name="connsiteX22" fmla="*/ 1757004 w 3504841"/>
              <a:gd name="connsiteY22" fmla="*/ 335295 h 640991"/>
              <a:gd name="connsiteX23" fmla="*/ 1755925 w 3504841"/>
              <a:gd name="connsiteY23" fmla="*/ 364777 h 640991"/>
              <a:gd name="connsiteX24" fmla="*/ 1480218 w 3504841"/>
              <a:gd name="connsiteY24" fmla="*/ 364777 h 640991"/>
              <a:gd name="connsiteX25" fmla="*/ 1577273 w 3504841"/>
              <a:gd name="connsiteY25" fmla="*/ 442796 h 640991"/>
              <a:gd name="connsiteX26" fmla="*/ 1673968 w 3504841"/>
              <a:gd name="connsiteY26" fmla="*/ 402169 h 640991"/>
              <a:gd name="connsiteX27" fmla="*/ 1737593 w 3504841"/>
              <a:gd name="connsiteY27" fmla="*/ 458976 h 640991"/>
              <a:gd name="connsiteX28" fmla="*/ 1575475 w 3504841"/>
              <a:gd name="connsiteY28" fmla="*/ 533041 h 640991"/>
              <a:gd name="connsiteX29" fmla="*/ 1368425 w 3504841"/>
              <a:gd name="connsiteY29" fmla="*/ 327025 h 640991"/>
              <a:gd name="connsiteX30" fmla="*/ 1368425 w 3504841"/>
              <a:gd name="connsiteY30" fmla="*/ 326306 h 640991"/>
              <a:gd name="connsiteX31" fmla="*/ 1564332 w 3504841"/>
              <a:gd name="connsiteY31" fmla="*/ 120650 h 640991"/>
              <a:gd name="connsiteX32" fmla="*/ 3323955 w 3504841"/>
              <a:gd name="connsiteY32" fmla="*/ 119062 h 640991"/>
              <a:gd name="connsiteX33" fmla="*/ 3504841 w 3504841"/>
              <a:gd name="connsiteY33" fmla="*/ 323592 h 640991"/>
              <a:gd name="connsiteX34" fmla="*/ 3504841 w 3504841"/>
              <a:gd name="connsiteY34" fmla="*/ 324670 h 640991"/>
              <a:gd name="connsiteX35" fmla="*/ 3323955 w 3504841"/>
              <a:gd name="connsiteY35" fmla="*/ 529560 h 640991"/>
              <a:gd name="connsiteX36" fmla="*/ 3200247 w 3504841"/>
              <a:gd name="connsiteY36" fmla="*/ 470609 h 640991"/>
              <a:gd name="connsiteX37" fmla="*/ 3200247 w 3504841"/>
              <a:gd name="connsiteY37" fmla="*/ 640991 h 640991"/>
              <a:gd name="connsiteX38" fmla="*/ 3087688 w 3504841"/>
              <a:gd name="connsiteY38" fmla="*/ 640991 h 640991"/>
              <a:gd name="connsiteX39" fmla="*/ 3087688 w 3504841"/>
              <a:gd name="connsiteY39" fmla="*/ 126251 h 640991"/>
              <a:gd name="connsiteX40" fmla="*/ 3200247 w 3504841"/>
              <a:gd name="connsiteY40" fmla="*/ 126251 h 640991"/>
              <a:gd name="connsiteX41" fmla="*/ 3200247 w 3504841"/>
              <a:gd name="connsiteY41" fmla="*/ 183045 h 640991"/>
              <a:gd name="connsiteX42" fmla="*/ 3323955 w 3504841"/>
              <a:gd name="connsiteY42" fmla="*/ 119062 h 640991"/>
              <a:gd name="connsiteX43" fmla="*/ 2861992 w 3504841"/>
              <a:gd name="connsiteY43" fmla="*/ 119062 h 640991"/>
              <a:gd name="connsiteX44" fmla="*/ 3042879 w 3504841"/>
              <a:gd name="connsiteY44" fmla="*/ 323592 h 640991"/>
              <a:gd name="connsiteX45" fmla="*/ 3042879 w 3504841"/>
              <a:gd name="connsiteY45" fmla="*/ 324670 h 640991"/>
              <a:gd name="connsiteX46" fmla="*/ 2861992 w 3504841"/>
              <a:gd name="connsiteY46" fmla="*/ 529560 h 640991"/>
              <a:gd name="connsiteX47" fmla="*/ 2738285 w 3504841"/>
              <a:gd name="connsiteY47" fmla="*/ 470609 h 640991"/>
              <a:gd name="connsiteX48" fmla="*/ 2738285 w 3504841"/>
              <a:gd name="connsiteY48" fmla="*/ 640991 h 640991"/>
              <a:gd name="connsiteX49" fmla="*/ 2625725 w 3504841"/>
              <a:gd name="connsiteY49" fmla="*/ 640991 h 640991"/>
              <a:gd name="connsiteX50" fmla="*/ 2625725 w 3504841"/>
              <a:gd name="connsiteY50" fmla="*/ 126251 h 640991"/>
              <a:gd name="connsiteX51" fmla="*/ 2738285 w 3504841"/>
              <a:gd name="connsiteY51" fmla="*/ 126251 h 640991"/>
              <a:gd name="connsiteX52" fmla="*/ 2738285 w 3504841"/>
              <a:gd name="connsiteY52" fmla="*/ 183045 h 640991"/>
              <a:gd name="connsiteX53" fmla="*/ 2861992 w 3504841"/>
              <a:gd name="connsiteY53" fmla="*/ 119062 h 640991"/>
              <a:gd name="connsiteX54" fmla="*/ 1828929 w 3504841"/>
              <a:gd name="connsiteY54" fmla="*/ 25400 h 640991"/>
              <a:gd name="connsiteX55" fmla="*/ 1939876 w 3504841"/>
              <a:gd name="connsiteY55" fmla="*/ 25400 h 640991"/>
              <a:gd name="connsiteX56" fmla="*/ 1939876 w 3504841"/>
              <a:gd name="connsiteY56" fmla="*/ 127331 h 640991"/>
              <a:gd name="connsiteX57" fmla="*/ 2033229 w 3504841"/>
              <a:gd name="connsiteY57" fmla="*/ 127331 h 640991"/>
              <a:gd name="connsiteX58" fmla="*/ 2033229 w 3504841"/>
              <a:gd name="connsiteY58" fmla="*/ 223859 h 640991"/>
              <a:gd name="connsiteX59" fmla="*/ 1939876 w 3504841"/>
              <a:gd name="connsiteY59" fmla="*/ 223859 h 640991"/>
              <a:gd name="connsiteX60" fmla="*/ 1939876 w 3504841"/>
              <a:gd name="connsiteY60" fmla="*/ 393143 h 640991"/>
              <a:gd name="connsiteX61" fmla="*/ 1976499 w 3504841"/>
              <a:gd name="connsiteY61" fmla="*/ 431682 h 640991"/>
              <a:gd name="connsiteX62" fmla="*/ 2032152 w 3504841"/>
              <a:gd name="connsiteY62" fmla="*/ 417635 h 640991"/>
              <a:gd name="connsiteX63" fmla="*/ 2032152 w 3504841"/>
              <a:gd name="connsiteY63" fmla="*/ 508040 h 640991"/>
              <a:gd name="connsiteX64" fmla="*/ 1942748 w 3504841"/>
              <a:gd name="connsiteY64" fmla="*/ 531452 h 640991"/>
              <a:gd name="connsiteX65" fmla="*/ 1828929 w 3504841"/>
              <a:gd name="connsiteY65" fmla="*/ 411512 h 640991"/>
              <a:gd name="connsiteX66" fmla="*/ 1828929 w 3504841"/>
              <a:gd name="connsiteY66" fmla="*/ 223859 h 640991"/>
              <a:gd name="connsiteX67" fmla="*/ 1781175 w 3504841"/>
              <a:gd name="connsiteY67" fmla="*/ 223859 h 640991"/>
              <a:gd name="connsiteX68" fmla="*/ 1781175 w 3504841"/>
              <a:gd name="connsiteY68" fmla="*/ 127331 h 640991"/>
              <a:gd name="connsiteX69" fmla="*/ 1828929 w 3504841"/>
              <a:gd name="connsiteY69" fmla="*/ 127331 h 640991"/>
              <a:gd name="connsiteX70" fmla="*/ 852488 w 3504841"/>
              <a:gd name="connsiteY70" fmla="*/ 1587 h 640991"/>
              <a:gd name="connsiteX71" fmla="*/ 958347 w 3504841"/>
              <a:gd name="connsiteY71" fmla="*/ 1587 h 640991"/>
              <a:gd name="connsiteX72" fmla="*/ 1201030 w 3504841"/>
              <a:gd name="connsiteY72" fmla="*/ 324325 h 640991"/>
              <a:gd name="connsiteX73" fmla="*/ 1201030 w 3504841"/>
              <a:gd name="connsiteY73" fmla="*/ 1587 h 640991"/>
              <a:gd name="connsiteX74" fmla="*/ 1314090 w 3504841"/>
              <a:gd name="connsiteY74" fmla="*/ 1587 h 640991"/>
              <a:gd name="connsiteX75" fmla="*/ 1314090 w 3504841"/>
              <a:gd name="connsiteY75" fmla="*/ 523515 h 640991"/>
              <a:gd name="connsiteX76" fmla="*/ 1216513 w 3504841"/>
              <a:gd name="connsiteY76" fmla="*/ 523515 h 640991"/>
              <a:gd name="connsiteX77" fmla="*/ 965548 w 3504841"/>
              <a:gd name="connsiteY77" fmla="*/ 193573 h 640991"/>
              <a:gd name="connsiteX78" fmla="*/ 965548 w 3504841"/>
              <a:gd name="connsiteY78" fmla="*/ 523515 h 640991"/>
              <a:gd name="connsiteX79" fmla="*/ 852488 w 3504841"/>
              <a:gd name="connsiteY79" fmla="*/ 523515 h 640991"/>
              <a:gd name="connsiteX80" fmla="*/ 0 w 3504841"/>
              <a:gd name="connsiteY80" fmla="*/ 1587 h 640991"/>
              <a:gd name="connsiteX81" fmla="*/ 626703 w 3504841"/>
              <a:gd name="connsiteY81" fmla="*/ 1587 h 640991"/>
              <a:gd name="connsiteX82" fmla="*/ 626703 w 3504841"/>
              <a:gd name="connsiteY82" fmla="*/ 523515 h 640991"/>
              <a:gd name="connsiteX83" fmla="*/ 383005 w 3504841"/>
              <a:gd name="connsiteY83" fmla="*/ 523515 h 640991"/>
              <a:gd name="connsiteX84" fmla="*/ 383005 w 3504841"/>
              <a:gd name="connsiteY84" fmla="*/ 209782 h 640991"/>
              <a:gd name="connsiteX85" fmla="*/ 243698 w 3504841"/>
              <a:gd name="connsiteY85" fmla="*/ 209782 h 640991"/>
              <a:gd name="connsiteX86" fmla="*/ 243698 w 3504841"/>
              <a:gd name="connsiteY86" fmla="*/ 523515 h 640991"/>
              <a:gd name="connsiteX87" fmla="*/ 0 w 3504841"/>
              <a:gd name="connsiteY87" fmla="*/ 523515 h 640991"/>
              <a:gd name="connsiteX88" fmla="*/ 2277940 w 3504841"/>
              <a:gd name="connsiteY88" fmla="*/ 0 h 640991"/>
              <a:gd name="connsiteX89" fmla="*/ 2380505 w 3504841"/>
              <a:gd name="connsiteY89" fmla="*/ 0 h 640991"/>
              <a:gd name="connsiteX90" fmla="*/ 2596790 w 3504841"/>
              <a:gd name="connsiteY90" fmla="*/ 521927 h 640991"/>
              <a:gd name="connsiteX91" fmla="*/ 2478031 w 3504841"/>
              <a:gd name="connsiteY91" fmla="*/ 521927 h 640991"/>
              <a:gd name="connsiteX92" fmla="*/ 2430168 w 3504841"/>
              <a:gd name="connsiteY92" fmla="*/ 405223 h 640991"/>
              <a:gd name="connsiteX93" fmla="*/ 2223959 w 3504841"/>
              <a:gd name="connsiteY93" fmla="*/ 405223 h 640991"/>
              <a:gd name="connsiteX94" fmla="*/ 2176095 w 3504841"/>
              <a:gd name="connsiteY94" fmla="*/ 521927 h 640991"/>
              <a:gd name="connsiteX95" fmla="*/ 2060575 w 3504841"/>
              <a:gd name="connsiteY95" fmla="*/ 521927 h 64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3504841" h="640991">
                <a:moveTo>
                  <a:pt x="3294826" y="214318"/>
                </a:moveTo>
                <a:cubicBezTo>
                  <a:pt x="3242322" y="214318"/>
                  <a:pt x="3198090" y="258171"/>
                  <a:pt x="3198090" y="323592"/>
                </a:cubicBezTo>
                <a:lnTo>
                  <a:pt x="3198090" y="324670"/>
                </a:lnTo>
                <a:cubicBezTo>
                  <a:pt x="3198090" y="390451"/>
                  <a:pt x="3242322" y="434304"/>
                  <a:pt x="3294826" y="434304"/>
                </a:cubicBezTo>
                <a:cubicBezTo>
                  <a:pt x="3347689" y="434304"/>
                  <a:pt x="3391922" y="391529"/>
                  <a:pt x="3391922" y="324670"/>
                </a:cubicBezTo>
                <a:lnTo>
                  <a:pt x="3391922" y="323592"/>
                </a:lnTo>
                <a:cubicBezTo>
                  <a:pt x="3391922" y="258171"/>
                  <a:pt x="3347689" y="214318"/>
                  <a:pt x="3294826" y="214318"/>
                </a:cubicBezTo>
                <a:close/>
                <a:moveTo>
                  <a:pt x="2831785" y="214318"/>
                </a:moveTo>
                <a:cubicBezTo>
                  <a:pt x="2778921" y="214318"/>
                  <a:pt x="2735408" y="258171"/>
                  <a:pt x="2735408" y="323592"/>
                </a:cubicBezTo>
                <a:lnTo>
                  <a:pt x="2735408" y="324670"/>
                </a:lnTo>
                <a:cubicBezTo>
                  <a:pt x="2735408" y="390451"/>
                  <a:pt x="2778921" y="434304"/>
                  <a:pt x="2831785" y="434304"/>
                </a:cubicBezTo>
                <a:cubicBezTo>
                  <a:pt x="2885367" y="434304"/>
                  <a:pt x="2929240" y="391529"/>
                  <a:pt x="2929240" y="324670"/>
                </a:cubicBezTo>
                <a:lnTo>
                  <a:pt x="2929240" y="323592"/>
                </a:lnTo>
                <a:cubicBezTo>
                  <a:pt x="2929240" y="258171"/>
                  <a:pt x="2884288" y="214318"/>
                  <a:pt x="2831785" y="214318"/>
                </a:cubicBezTo>
                <a:close/>
                <a:moveTo>
                  <a:pt x="1564332" y="209816"/>
                </a:moveTo>
                <a:cubicBezTo>
                  <a:pt x="1517602" y="209816"/>
                  <a:pt x="1487048" y="243253"/>
                  <a:pt x="1478061" y="293948"/>
                </a:cubicBezTo>
                <a:lnTo>
                  <a:pt x="1647368" y="293948"/>
                </a:lnTo>
                <a:cubicBezTo>
                  <a:pt x="1640179" y="243253"/>
                  <a:pt x="1611062" y="209816"/>
                  <a:pt x="1564332" y="209816"/>
                </a:cubicBezTo>
                <a:close/>
                <a:moveTo>
                  <a:pt x="2327603" y="137236"/>
                </a:moveTo>
                <a:lnTo>
                  <a:pt x="2258507" y="305808"/>
                </a:lnTo>
                <a:lnTo>
                  <a:pt x="2396699" y="305808"/>
                </a:lnTo>
                <a:close/>
                <a:moveTo>
                  <a:pt x="1564332" y="120650"/>
                </a:moveTo>
                <a:cubicBezTo>
                  <a:pt x="1696974" y="120650"/>
                  <a:pt x="1757004" y="223119"/>
                  <a:pt x="1757004" y="335295"/>
                </a:cubicBezTo>
                <a:cubicBezTo>
                  <a:pt x="1757004" y="344283"/>
                  <a:pt x="1755925" y="354710"/>
                  <a:pt x="1755925" y="364777"/>
                </a:cubicBezTo>
                <a:lnTo>
                  <a:pt x="1480218" y="364777"/>
                </a:lnTo>
                <a:cubicBezTo>
                  <a:pt x="1491361" y="415472"/>
                  <a:pt x="1526589" y="442796"/>
                  <a:pt x="1577273" y="442796"/>
                </a:cubicBezTo>
                <a:cubicBezTo>
                  <a:pt x="1615016" y="442796"/>
                  <a:pt x="1642335" y="430572"/>
                  <a:pt x="1673968" y="402169"/>
                </a:cubicBezTo>
                <a:lnTo>
                  <a:pt x="1737593" y="458976"/>
                </a:lnTo>
                <a:cubicBezTo>
                  <a:pt x="1701287" y="504637"/>
                  <a:pt x="1647368" y="533041"/>
                  <a:pt x="1575475" y="533041"/>
                </a:cubicBezTo>
                <a:cubicBezTo>
                  <a:pt x="1455775" y="531962"/>
                  <a:pt x="1368425" y="447830"/>
                  <a:pt x="1368425" y="327025"/>
                </a:cubicBezTo>
                <a:lnTo>
                  <a:pt x="1368425" y="326306"/>
                </a:lnTo>
                <a:cubicBezTo>
                  <a:pt x="1368425" y="213051"/>
                  <a:pt x="1449664" y="120650"/>
                  <a:pt x="1564332" y="120650"/>
                </a:cubicBezTo>
                <a:close/>
                <a:moveTo>
                  <a:pt x="3323955" y="119062"/>
                </a:moveTo>
                <a:cubicBezTo>
                  <a:pt x="3416376" y="119062"/>
                  <a:pt x="3504841" y="190953"/>
                  <a:pt x="3504841" y="323592"/>
                </a:cubicBezTo>
                <a:lnTo>
                  <a:pt x="3504841" y="324670"/>
                </a:lnTo>
                <a:cubicBezTo>
                  <a:pt x="3504841" y="457309"/>
                  <a:pt x="3418533" y="529560"/>
                  <a:pt x="3323955" y="529560"/>
                </a:cubicBezTo>
                <a:cubicBezTo>
                  <a:pt x="3264259" y="529560"/>
                  <a:pt x="3226499" y="502241"/>
                  <a:pt x="3200247" y="470609"/>
                </a:cubicBezTo>
                <a:lnTo>
                  <a:pt x="3200247" y="640991"/>
                </a:lnTo>
                <a:lnTo>
                  <a:pt x="3087688" y="640991"/>
                </a:lnTo>
                <a:lnTo>
                  <a:pt x="3087688" y="126251"/>
                </a:lnTo>
                <a:lnTo>
                  <a:pt x="3200247" y="126251"/>
                </a:lnTo>
                <a:lnTo>
                  <a:pt x="3200247" y="183045"/>
                </a:lnTo>
                <a:cubicBezTo>
                  <a:pt x="3227578" y="146381"/>
                  <a:pt x="3265338" y="119062"/>
                  <a:pt x="3323955" y="119062"/>
                </a:cubicBezTo>
                <a:close/>
                <a:moveTo>
                  <a:pt x="2861992" y="119062"/>
                </a:moveTo>
                <a:cubicBezTo>
                  <a:pt x="2954413" y="119062"/>
                  <a:pt x="3042879" y="190953"/>
                  <a:pt x="3042879" y="323592"/>
                </a:cubicBezTo>
                <a:lnTo>
                  <a:pt x="3042879" y="324670"/>
                </a:lnTo>
                <a:cubicBezTo>
                  <a:pt x="3042879" y="457309"/>
                  <a:pt x="2956571" y="529560"/>
                  <a:pt x="2861992" y="529560"/>
                </a:cubicBezTo>
                <a:cubicBezTo>
                  <a:pt x="2802296" y="529560"/>
                  <a:pt x="2764537" y="502241"/>
                  <a:pt x="2738285" y="470609"/>
                </a:cubicBezTo>
                <a:lnTo>
                  <a:pt x="2738285" y="640991"/>
                </a:lnTo>
                <a:lnTo>
                  <a:pt x="2625725" y="640991"/>
                </a:lnTo>
                <a:lnTo>
                  <a:pt x="2625725" y="126251"/>
                </a:lnTo>
                <a:lnTo>
                  <a:pt x="2738285" y="126251"/>
                </a:lnTo>
                <a:lnTo>
                  <a:pt x="2738285" y="183045"/>
                </a:lnTo>
                <a:cubicBezTo>
                  <a:pt x="2765615" y="146381"/>
                  <a:pt x="2803375" y="119062"/>
                  <a:pt x="2861992" y="119062"/>
                </a:cubicBezTo>
                <a:close/>
                <a:moveTo>
                  <a:pt x="1828929" y="25400"/>
                </a:moveTo>
                <a:lnTo>
                  <a:pt x="1939876" y="25400"/>
                </a:lnTo>
                <a:lnTo>
                  <a:pt x="1939876" y="127331"/>
                </a:lnTo>
                <a:lnTo>
                  <a:pt x="2033229" y="127331"/>
                </a:lnTo>
                <a:lnTo>
                  <a:pt x="2033229" y="223859"/>
                </a:lnTo>
                <a:lnTo>
                  <a:pt x="1939876" y="223859"/>
                </a:lnTo>
                <a:lnTo>
                  <a:pt x="1939876" y="393143"/>
                </a:lnTo>
                <a:cubicBezTo>
                  <a:pt x="1939876" y="419436"/>
                  <a:pt x="1951006" y="431682"/>
                  <a:pt x="1976499" y="431682"/>
                </a:cubicBezTo>
                <a:cubicBezTo>
                  <a:pt x="1996606" y="431682"/>
                  <a:pt x="2015995" y="426640"/>
                  <a:pt x="2032152" y="417635"/>
                </a:cubicBezTo>
                <a:lnTo>
                  <a:pt x="2032152" y="508040"/>
                </a:lnTo>
                <a:cubicBezTo>
                  <a:pt x="2008814" y="522087"/>
                  <a:pt x="1981526" y="531452"/>
                  <a:pt x="1942748" y="531452"/>
                </a:cubicBezTo>
                <a:cubicBezTo>
                  <a:pt x="1874888" y="530371"/>
                  <a:pt x="1828929" y="502998"/>
                  <a:pt x="1828929" y="411512"/>
                </a:cubicBezTo>
                <a:lnTo>
                  <a:pt x="1828929" y="223859"/>
                </a:lnTo>
                <a:lnTo>
                  <a:pt x="1781175" y="223859"/>
                </a:lnTo>
                <a:lnTo>
                  <a:pt x="1781175" y="127331"/>
                </a:lnTo>
                <a:lnTo>
                  <a:pt x="1828929" y="127331"/>
                </a:lnTo>
                <a:close/>
                <a:moveTo>
                  <a:pt x="852488" y="1587"/>
                </a:moveTo>
                <a:lnTo>
                  <a:pt x="958347" y="1587"/>
                </a:lnTo>
                <a:lnTo>
                  <a:pt x="1201030" y="324325"/>
                </a:lnTo>
                <a:lnTo>
                  <a:pt x="1201030" y="1587"/>
                </a:lnTo>
                <a:lnTo>
                  <a:pt x="1314090" y="1587"/>
                </a:lnTo>
                <a:lnTo>
                  <a:pt x="1314090" y="523515"/>
                </a:lnTo>
                <a:lnTo>
                  <a:pt x="1216513" y="523515"/>
                </a:lnTo>
                <a:lnTo>
                  <a:pt x="965548" y="193573"/>
                </a:lnTo>
                <a:lnTo>
                  <a:pt x="965548" y="523515"/>
                </a:lnTo>
                <a:lnTo>
                  <a:pt x="852488" y="523515"/>
                </a:lnTo>
                <a:close/>
                <a:moveTo>
                  <a:pt x="0" y="1587"/>
                </a:moveTo>
                <a:lnTo>
                  <a:pt x="626703" y="1587"/>
                </a:lnTo>
                <a:lnTo>
                  <a:pt x="626703" y="523515"/>
                </a:lnTo>
                <a:lnTo>
                  <a:pt x="383005" y="523515"/>
                </a:lnTo>
                <a:lnTo>
                  <a:pt x="383005" y="209782"/>
                </a:lnTo>
                <a:lnTo>
                  <a:pt x="243698" y="209782"/>
                </a:lnTo>
                <a:lnTo>
                  <a:pt x="243698" y="523515"/>
                </a:lnTo>
                <a:lnTo>
                  <a:pt x="0" y="523515"/>
                </a:lnTo>
                <a:close/>
                <a:moveTo>
                  <a:pt x="2277940" y="0"/>
                </a:moveTo>
                <a:lnTo>
                  <a:pt x="2380505" y="0"/>
                </a:lnTo>
                <a:lnTo>
                  <a:pt x="2596790" y="521927"/>
                </a:lnTo>
                <a:lnTo>
                  <a:pt x="2478031" y="521927"/>
                </a:lnTo>
                <a:lnTo>
                  <a:pt x="2430168" y="405223"/>
                </a:lnTo>
                <a:lnTo>
                  <a:pt x="2223959" y="405223"/>
                </a:lnTo>
                <a:lnTo>
                  <a:pt x="2176095" y="521927"/>
                </a:lnTo>
                <a:lnTo>
                  <a:pt x="2060575" y="521927"/>
                </a:lnTo>
                <a:close/>
              </a:path>
            </a:pathLst>
          </a:custGeom>
          <a:solidFill>
            <a:schemeClr val="bg1"/>
          </a:solidFill>
          <a:ln>
            <a:noFill/>
          </a:ln>
          <a:effectLst/>
        </p:spPr>
        <p:txBody>
          <a:bodyPr wrap="square" anchor="ctr">
            <a:noAutofit/>
          </a:bodyPr>
          <a:lstStyle/>
          <a:p>
            <a:endParaRPr lang="en-US"/>
          </a:p>
        </p:txBody>
      </p:sp>
      <p:pic>
        <p:nvPicPr>
          <p:cNvPr id="15" name="Picture 14">
            <a:extLst>
              <a:ext uri="{FF2B5EF4-FFF2-40B4-BE49-F238E27FC236}">
                <a16:creationId xmlns:a16="http://schemas.microsoft.com/office/drawing/2014/main" id="{D8A3AE34-ABDF-4BC8-A34F-F225B887082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34" y="1"/>
            <a:ext cx="2746361" cy="2289053"/>
          </a:xfrm>
          <a:prstGeom prst="rect">
            <a:avLst/>
          </a:prstGeom>
        </p:spPr>
      </p:pic>
    </p:spTree>
    <p:extLst>
      <p:ext uri="{BB962C8B-B14F-4D97-AF65-F5344CB8AC3E}">
        <p14:creationId xmlns:p14="http://schemas.microsoft.com/office/powerpoint/2010/main" val="2681781720"/>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263031" y="232384"/>
            <a:ext cx="6585395" cy="912741"/>
          </a:xfrm>
        </p:spPr>
        <p:txBody>
          <a:bodyPr wrap="square" lIns="91521">
            <a:noAutofit/>
          </a:bodyPr>
          <a:lstStyle>
            <a:lvl1pPr>
              <a:defRPr sz="3000"/>
            </a:lvl1pPr>
          </a:lstStyle>
          <a:p>
            <a:r>
              <a:rPr lang="en-US" dirty="0"/>
              <a:t>Click to Edit Master Title Style</a:t>
            </a:r>
          </a:p>
        </p:txBody>
      </p:sp>
      <p:sp>
        <p:nvSpPr>
          <p:cNvPr id="50" name="Content Placeholder 39"/>
          <p:cNvSpPr>
            <a:spLocks noGrp="1"/>
          </p:cNvSpPr>
          <p:nvPr>
            <p:ph sz="quarter" idx="15" hasCustomPrompt="1"/>
          </p:nvPr>
        </p:nvSpPr>
        <p:spPr bwMode="gray">
          <a:xfrm>
            <a:off x="263031" y="1733423"/>
            <a:ext cx="5945148" cy="4480055"/>
          </a:xfrm>
        </p:spPr>
        <p:txBody>
          <a:bodyPr wrap="square" lIns="91521">
            <a:noAutofit/>
          </a:bodyPr>
          <a:lstStyle>
            <a:lvl1pPr marL="343205" indent="-343205">
              <a:buClr>
                <a:schemeClr val="accent2"/>
              </a:buClr>
              <a:buFont typeface="+mj-lt"/>
              <a:buAutoNum type="arabicParenR"/>
              <a:defRPr sz="2200">
                <a:solidFill>
                  <a:schemeClr val="bg1"/>
                </a:solidFill>
              </a:defRPr>
            </a:lvl1pPr>
            <a:lvl2pPr marL="572009" indent="-228804">
              <a:buClr>
                <a:schemeClr val="accent2"/>
              </a:buClr>
              <a:buFont typeface="Wingdings" panose="05000000000000000000" pitchFamily="2" charset="2"/>
              <a:buChar char="§"/>
              <a:defRPr sz="1800"/>
            </a:lvl2pPr>
            <a:lvl3pPr marL="800813" indent="-228804">
              <a:buClr>
                <a:schemeClr val="accent2"/>
              </a:buClr>
              <a:buFont typeface="Wingdings" panose="05000000000000000000" pitchFamily="2" charset="2"/>
              <a:buChar char="§"/>
              <a:defRPr sz="1600"/>
            </a:lvl3pPr>
            <a:lvl4pPr marL="1029617" indent="-228804">
              <a:buClr>
                <a:schemeClr val="accent2"/>
              </a:buClr>
              <a:buFont typeface="Wingdings" panose="05000000000000000000" pitchFamily="2" charset="2"/>
              <a:buChar char="§"/>
              <a:defRPr sz="1400"/>
            </a:lvl4pPr>
            <a:lvl5pPr marL="1258421" indent="-228804">
              <a:buClr>
                <a:schemeClr val="accent2"/>
              </a:buClr>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Text Placeholder 2"/>
          <p:cNvSpPr>
            <a:spLocks noGrp="1"/>
          </p:cNvSpPr>
          <p:nvPr>
            <p:ph type="body" idx="10" hasCustomPrompt="1"/>
          </p:nvPr>
        </p:nvSpPr>
        <p:spPr bwMode="gray">
          <a:xfrm>
            <a:off x="263030" y="1106419"/>
            <a:ext cx="6585395" cy="400109"/>
          </a:xfrm>
        </p:spPr>
        <p:txBody>
          <a:bodyPr lIns="91521" tIns="45761" rIns="91521" bIns="45761" anchor="t">
            <a:noAutofit/>
          </a:bodyPr>
          <a:lstStyle>
            <a:lvl1pPr marL="0" indent="0">
              <a:spcBef>
                <a:spcPts val="0"/>
              </a:spcBef>
              <a:spcAft>
                <a:spcPts val="0"/>
              </a:spcAft>
              <a:buNone/>
              <a:defRPr sz="1800" b="0">
                <a:solidFill>
                  <a:schemeClr val="accent2"/>
                </a:solidFill>
              </a:defRPr>
            </a:lvl1pPr>
            <a:lvl2pPr marL="457608" indent="0">
              <a:buNone/>
              <a:defRPr sz="2000" b="1"/>
            </a:lvl2pPr>
            <a:lvl3pPr marL="915216" indent="0">
              <a:buNone/>
              <a:defRPr sz="1900" b="1"/>
            </a:lvl3pPr>
            <a:lvl4pPr marL="1372822" indent="0">
              <a:buNone/>
              <a:defRPr sz="1600" b="1"/>
            </a:lvl4pPr>
            <a:lvl5pPr marL="1830430" indent="0">
              <a:buNone/>
              <a:defRPr sz="1600" b="1"/>
            </a:lvl5pPr>
            <a:lvl6pPr marL="2288038" indent="0">
              <a:buNone/>
              <a:defRPr sz="1600" b="1"/>
            </a:lvl6pPr>
            <a:lvl7pPr marL="2745646" indent="0">
              <a:buNone/>
              <a:defRPr sz="1600" b="1"/>
            </a:lvl7pPr>
            <a:lvl8pPr marL="3203253" indent="0">
              <a:buNone/>
              <a:defRPr sz="1600" b="1"/>
            </a:lvl8pPr>
            <a:lvl9pPr marL="3660861" indent="0">
              <a:buNone/>
              <a:defRPr sz="1600" b="1"/>
            </a:lvl9pPr>
          </a:lstStyle>
          <a:p>
            <a:pPr lvl="0"/>
            <a:r>
              <a:rPr lang="en-US" dirty="0"/>
              <a:t>Click to edit master text styles</a:t>
            </a:r>
          </a:p>
        </p:txBody>
      </p:sp>
      <p:sp>
        <p:nvSpPr>
          <p:cNvPr id="11" name="Slide Number Placeholder 5"/>
          <p:cNvSpPr>
            <a:spLocks noGrp="1"/>
          </p:cNvSpPr>
          <p:nvPr>
            <p:ph type="sldNum" sz="quarter" idx="4"/>
          </p:nvPr>
        </p:nvSpPr>
        <p:spPr>
          <a:xfrm>
            <a:off x="294490" y="6462574"/>
            <a:ext cx="448654" cy="260809"/>
          </a:xfrm>
          <a:prstGeom prst="rect">
            <a:avLst/>
          </a:prstGeom>
        </p:spPr>
        <p:txBody>
          <a:bodyPr vert="horz" wrap="square" lIns="91521" tIns="45761" rIns="91521" bIns="45761" rtlCol="0" anchor="b">
            <a:noAutofit/>
          </a:bodyPr>
          <a:lstStyle>
            <a:lvl1pPr>
              <a:defRPr lang="en-US" sz="1050" b="1" smtClean="0">
                <a:solidFill>
                  <a:schemeClr val="bg1"/>
                </a:solidFill>
              </a:defRPr>
            </a:lvl1pPr>
          </a:lstStyle>
          <a:p>
            <a:fld id="{B071A5F3-A4FF-4CEE-8215-C08835B585C1}" type="slidenum">
              <a:rPr lang="en-US" smtClean="0"/>
              <a:pPr/>
              <a:t>‹#›</a:t>
            </a:fld>
            <a:endParaRPr lang="en-US" dirty="0"/>
          </a:p>
        </p:txBody>
      </p:sp>
      <p:sp>
        <p:nvSpPr>
          <p:cNvPr id="8" name="Footer Placeholder 4"/>
          <p:cNvSpPr>
            <a:spLocks noGrp="1"/>
          </p:cNvSpPr>
          <p:nvPr>
            <p:ph type="ftr" sz="quarter" idx="3"/>
          </p:nvPr>
        </p:nvSpPr>
        <p:spPr>
          <a:xfrm>
            <a:off x="743144" y="6472734"/>
            <a:ext cx="6540464" cy="240489"/>
          </a:xfrm>
          <a:prstGeom prst="rect">
            <a:avLst/>
          </a:prstGeom>
        </p:spPr>
        <p:txBody>
          <a:bodyPr vert="horz" wrap="square" lIns="91521" tIns="45761" rIns="91521" bIns="45761" rtlCol="0" anchor="b">
            <a:noAutofit/>
          </a:bodyPr>
          <a:lstStyle>
            <a:lvl1pPr>
              <a:defRPr lang="en-US" sz="800" smtClean="0">
                <a:solidFill>
                  <a:schemeClr val="bg1"/>
                </a:solidFill>
              </a:defRPr>
            </a:lvl1pPr>
          </a:lstStyle>
          <a:p>
            <a:r>
              <a:rPr lang="en-US"/>
              <a:t>© 2023 NetApp, Inc. All rights reserved.  — NETAPP CONFIDENTIAL — </a:t>
            </a:r>
            <a:endParaRPr lang="en-US" dirty="0"/>
          </a:p>
        </p:txBody>
      </p:sp>
      <p:sp>
        <p:nvSpPr>
          <p:cNvPr id="26" name="Freeform: Shape 25">
            <a:extLst>
              <a:ext uri="{FF2B5EF4-FFF2-40B4-BE49-F238E27FC236}">
                <a16:creationId xmlns:a16="http://schemas.microsoft.com/office/drawing/2014/main" id="{92DCB28F-862A-4D04-8732-CA1C3266BB83}"/>
              </a:ext>
            </a:extLst>
          </p:cNvPr>
          <p:cNvSpPr>
            <a:spLocks noChangeAspect="1" noChangeArrowheads="1"/>
          </p:cNvSpPr>
          <p:nvPr userDrawn="1"/>
        </p:nvSpPr>
        <p:spPr bwMode="auto">
          <a:xfrm>
            <a:off x="10776007" y="6495019"/>
            <a:ext cx="1042416" cy="190644"/>
          </a:xfrm>
          <a:custGeom>
            <a:avLst/>
            <a:gdLst>
              <a:gd name="connsiteX0" fmla="*/ 3294826 w 3504841"/>
              <a:gd name="connsiteY0" fmla="*/ 214318 h 640991"/>
              <a:gd name="connsiteX1" fmla="*/ 3198090 w 3504841"/>
              <a:gd name="connsiteY1" fmla="*/ 323592 h 640991"/>
              <a:gd name="connsiteX2" fmla="*/ 3198090 w 3504841"/>
              <a:gd name="connsiteY2" fmla="*/ 324670 h 640991"/>
              <a:gd name="connsiteX3" fmla="*/ 3294826 w 3504841"/>
              <a:gd name="connsiteY3" fmla="*/ 434304 h 640991"/>
              <a:gd name="connsiteX4" fmla="*/ 3391922 w 3504841"/>
              <a:gd name="connsiteY4" fmla="*/ 324670 h 640991"/>
              <a:gd name="connsiteX5" fmla="*/ 3391922 w 3504841"/>
              <a:gd name="connsiteY5" fmla="*/ 323592 h 640991"/>
              <a:gd name="connsiteX6" fmla="*/ 3294826 w 3504841"/>
              <a:gd name="connsiteY6" fmla="*/ 214318 h 640991"/>
              <a:gd name="connsiteX7" fmla="*/ 2831785 w 3504841"/>
              <a:gd name="connsiteY7" fmla="*/ 214318 h 640991"/>
              <a:gd name="connsiteX8" fmla="*/ 2735408 w 3504841"/>
              <a:gd name="connsiteY8" fmla="*/ 323592 h 640991"/>
              <a:gd name="connsiteX9" fmla="*/ 2735408 w 3504841"/>
              <a:gd name="connsiteY9" fmla="*/ 324670 h 640991"/>
              <a:gd name="connsiteX10" fmla="*/ 2831785 w 3504841"/>
              <a:gd name="connsiteY10" fmla="*/ 434304 h 640991"/>
              <a:gd name="connsiteX11" fmla="*/ 2929240 w 3504841"/>
              <a:gd name="connsiteY11" fmla="*/ 324670 h 640991"/>
              <a:gd name="connsiteX12" fmla="*/ 2929240 w 3504841"/>
              <a:gd name="connsiteY12" fmla="*/ 323592 h 640991"/>
              <a:gd name="connsiteX13" fmla="*/ 2831785 w 3504841"/>
              <a:gd name="connsiteY13" fmla="*/ 214318 h 640991"/>
              <a:gd name="connsiteX14" fmla="*/ 1564332 w 3504841"/>
              <a:gd name="connsiteY14" fmla="*/ 209816 h 640991"/>
              <a:gd name="connsiteX15" fmla="*/ 1478061 w 3504841"/>
              <a:gd name="connsiteY15" fmla="*/ 293948 h 640991"/>
              <a:gd name="connsiteX16" fmla="*/ 1647368 w 3504841"/>
              <a:gd name="connsiteY16" fmla="*/ 293948 h 640991"/>
              <a:gd name="connsiteX17" fmla="*/ 1564332 w 3504841"/>
              <a:gd name="connsiteY17" fmla="*/ 209816 h 640991"/>
              <a:gd name="connsiteX18" fmla="*/ 2327603 w 3504841"/>
              <a:gd name="connsiteY18" fmla="*/ 137236 h 640991"/>
              <a:gd name="connsiteX19" fmla="*/ 2258507 w 3504841"/>
              <a:gd name="connsiteY19" fmla="*/ 305808 h 640991"/>
              <a:gd name="connsiteX20" fmla="*/ 2396699 w 3504841"/>
              <a:gd name="connsiteY20" fmla="*/ 305808 h 640991"/>
              <a:gd name="connsiteX21" fmla="*/ 1564332 w 3504841"/>
              <a:gd name="connsiteY21" fmla="*/ 120650 h 640991"/>
              <a:gd name="connsiteX22" fmla="*/ 1757004 w 3504841"/>
              <a:gd name="connsiteY22" fmla="*/ 335295 h 640991"/>
              <a:gd name="connsiteX23" fmla="*/ 1755925 w 3504841"/>
              <a:gd name="connsiteY23" fmla="*/ 364777 h 640991"/>
              <a:gd name="connsiteX24" fmla="*/ 1480218 w 3504841"/>
              <a:gd name="connsiteY24" fmla="*/ 364777 h 640991"/>
              <a:gd name="connsiteX25" fmla="*/ 1577273 w 3504841"/>
              <a:gd name="connsiteY25" fmla="*/ 442796 h 640991"/>
              <a:gd name="connsiteX26" fmla="*/ 1673968 w 3504841"/>
              <a:gd name="connsiteY26" fmla="*/ 402169 h 640991"/>
              <a:gd name="connsiteX27" fmla="*/ 1737593 w 3504841"/>
              <a:gd name="connsiteY27" fmla="*/ 458976 h 640991"/>
              <a:gd name="connsiteX28" fmla="*/ 1575475 w 3504841"/>
              <a:gd name="connsiteY28" fmla="*/ 533041 h 640991"/>
              <a:gd name="connsiteX29" fmla="*/ 1368425 w 3504841"/>
              <a:gd name="connsiteY29" fmla="*/ 327025 h 640991"/>
              <a:gd name="connsiteX30" fmla="*/ 1368425 w 3504841"/>
              <a:gd name="connsiteY30" fmla="*/ 326306 h 640991"/>
              <a:gd name="connsiteX31" fmla="*/ 1564332 w 3504841"/>
              <a:gd name="connsiteY31" fmla="*/ 120650 h 640991"/>
              <a:gd name="connsiteX32" fmla="*/ 3323955 w 3504841"/>
              <a:gd name="connsiteY32" fmla="*/ 119062 h 640991"/>
              <a:gd name="connsiteX33" fmla="*/ 3504841 w 3504841"/>
              <a:gd name="connsiteY33" fmla="*/ 323592 h 640991"/>
              <a:gd name="connsiteX34" fmla="*/ 3504841 w 3504841"/>
              <a:gd name="connsiteY34" fmla="*/ 324670 h 640991"/>
              <a:gd name="connsiteX35" fmla="*/ 3323955 w 3504841"/>
              <a:gd name="connsiteY35" fmla="*/ 529560 h 640991"/>
              <a:gd name="connsiteX36" fmla="*/ 3200247 w 3504841"/>
              <a:gd name="connsiteY36" fmla="*/ 470609 h 640991"/>
              <a:gd name="connsiteX37" fmla="*/ 3200247 w 3504841"/>
              <a:gd name="connsiteY37" fmla="*/ 640991 h 640991"/>
              <a:gd name="connsiteX38" fmla="*/ 3087688 w 3504841"/>
              <a:gd name="connsiteY38" fmla="*/ 640991 h 640991"/>
              <a:gd name="connsiteX39" fmla="*/ 3087688 w 3504841"/>
              <a:gd name="connsiteY39" fmla="*/ 126251 h 640991"/>
              <a:gd name="connsiteX40" fmla="*/ 3200247 w 3504841"/>
              <a:gd name="connsiteY40" fmla="*/ 126251 h 640991"/>
              <a:gd name="connsiteX41" fmla="*/ 3200247 w 3504841"/>
              <a:gd name="connsiteY41" fmla="*/ 183045 h 640991"/>
              <a:gd name="connsiteX42" fmla="*/ 3323955 w 3504841"/>
              <a:gd name="connsiteY42" fmla="*/ 119062 h 640991"/>
              <a:gd name="connsiteX43" fmla="*/ 2861992 w 3504841"/>
              <a:gd name="connsiteY43" fmla="*/ 119062 h 640991"/>
              <a:gd name="connsiteX44" fmla="*/ 3042879 w 3504841"/>
              <a:gd name="connsiteY44" fmla="*/ 323592 h 640991"/>
              <a:gd name="connsiteX45" fmla="*/ 3042879 w 3504841"/>
              <a:gd name="connsiteY45" fmla="*/ 324670 h 640991"/>
              <a:gd name="connsiteX46" fmla="*/ 2861992 w 3504841"/>
              <a:gd name="connsiteY46" fmla="*/ 529560 h 640991"/>
              <a:gd name="connsiteX47" fmla="*/ 2738285 w 3504841"/>
              <a:gd name="connsiteY47" fmla="*/ 470609 h 640991"/>
              <a:gd name="connsiteX48" fmla="*/ 2738285 w 3504841"/>
              <a:gd name="connsiteY48" fmla="*/ 640991 h 640991"/>
              <a:gd name="connsiteX49" fmla="*/ 2625725 w 3504841"/>
              <a:gd name="connsiteY49" fmla="*/ 640991 h 640991"/>
              <a:gd name="connsiteX50" fmla="*/ 2625725 w 3504841"/>
              <a:gd name="connsiteY50" fmla="*/ 126251 h 640991"/>
              <a:gd name="connsiteX51" fmla="*/ 2738285 w 3504841"/>
              <a:gd name="connsiteY51" fmla="*/ 126251 h 640991"/>
              <a:gd name="connsiteX52" fmla="*/ 2738285 w 3504841"/>
              <a:gd name="connsiteY52" fmla="*/ 183045 h 640991"/>
              <a:gd name="connsiteX53" fmla="*/ 2861992 w 3504841"/>
              <a:gd name="connsiteY53" fmla="*/ 119062 h 640991"/>
              <a:gd name="connsiteX54" fmla="*/ 1828929 w 3504841"/>
              <a:gd name="connsiteY54" fmla="*/ 25400 h 640991"/>
              <a:gd name="connsiteX55" fmla="*/ 1939876 w 3504841"/>
              <a:gd name="connsiteY55" fmla="*/ 25400 h 640991"/>
              <a:gd name="connsiteX56" fmla="*/ 1939876 w 3504841"/>
              <a:gd name="connsiteY56" fmla="*/ 127331 h 640991"/>
              <a:gd name="connsiteX57" fmla="*/ 2033229 w 3504841"/>
              <a:gd name="connsiteY57" fmla="*/ 127331 h 640991"/>
              <a:gd name="connsiteX58" fmla="*/ 2033229 w 3504841"/>
              <a:gd name="connsiteY58" fmla="*/ 223859 h 640991"/>
              <a:gd name="connsiteX59" fmla="*/ 1939876 w 3504841"/>
              <a:gd name="connsiteY59" fmla="*/ 223859 h 640991"/>
              <a:gd name="connsiteX60" fmla="*/ 1939876 w 3504841"/>
              <a:gd name="connsiteY60" fmla="*/ 393143 h 640991"/>
              <a:gd name="connsiteX61" fmla="*/ 1976499 w 3504841"/>
              <a:gd name="connsiteY61" fmla="*/ 431682 h 640991"/>
              <a:gd name="connsiteX62" fmla="*/ 2032152 w 3504841"/>
              <a:gd name="connsiteY62" fmla="*/ 417635 h 640991"/>
              <a:gd name="connsiteX63" fmla="*/ 2032152 w 3504841"/>
              <a:gd name="connsiteY63" fmla="*/ 508040 h 640991"/>
              <a:gd name="connsiteX64" fmla="*/ 1942748 w 3504841"/>
              <a:gd name="connsiteY64" fmla="*/ 531452 h 640991"/>
              <a:gd name="connsiteX65" fmla="*/ 1828929 w 3504841"/>
              <a:gd name="connsiteY65" fmla="*/ 411512 h 640991"/>
              <a:gd name="connsiteX66" fmla="*/ 1828929 w 3504841"/>
              <a:gd name="connsiteY66" fmla="*/ 223859 h 640991"/>
              <a:gd name="connsiteX67" fmla="*/ 1781175 w 3504841"/>
              <a:gd name="connsiteY67" fmla="*/ 223859 h 640991"/>
              <a:gd name="connsiteX68" fmla="*/ 1781175 w 3504841"/>
              <a:gd name="connsiteY68" fmla="*/ 127331 h 640991"/>
              <a:gd name="connsiteX69" fmla="*/ 1828929 w 3504841"/>
              <a:gd name="connsiteY69" fmla="*/ 127331 h 640991"/>
              <a:gd name="connsiteX70" fmla="*/ 852488 w 3504841"/>
              <a:gd name="connsiteY70" fmla="*/ 1587 h 640991"/>
              <a:gd name="connsiteX71" fmla="*/ 958347 w 3504841"/>
              <a:gd name="connsiteY71" fmla="*/ 1587 h 640991"/>
              <a:gd name="connsiteX72" fmla="*/ 1201030 w 3504841"/>
              <a:gd name="connsiteY72" fmla="*/ 324325 h 640991"/>
              <a:gd name="connsiteX73" fmla="*/ 1201030 w 3504841"/>
              <a:gd name="connsiteY73" fmla="*/ 1587 h 640991"/>
              <a:gd name="connsiteX74" fmla="*/ 1314090 w 3504841"/>
              <a:gd name="connsiteY74" fmla="*/ 1587 h 640991"/>
              <a:gd name="connsiteX75" fmla="*/ 1314090 w 3504841"/>
              <a:gd name="connsiteY75" fmla="*/ 523515 h 640991"/>
              <a:gd name="connsiteX76" fmla="*/ 1216513 w 3504841"/>
              <a:gd name="connsiteY76" fmla="*/ 523515 h 640991"/>
              <a:gd name="connsiteX77" fmla="*/ 965548 w 3504841"/>
              <a:gd name="connsiteY77" fmla="*/ 193573 h 640991"/>
              <a:gd name="connsiteX78" fmla="*/ 965548 w 3504841"/>
              <a:gd name="connsiteY78" fmla="*/ 523515 h 640991"/>
              <a:gd name="connsiteX79" fmla="*/ 852488 w 3504841"/>
              <a:gd name="connsiteY79" fmla="*/ 523515 h 640991"/>
              <a:gd name="connsiteX80" fmla="*/ 0 w 3504841"/>
              <a:gd name="connsiteY80" fmla="*/ 1587 h 640991"/>
              <a:gd name="connsiteX81" fmla="*/ 626703 w 3504841"/>
              <a:gd name="connsiteY81" fmla="*/ 1587 h 640991"/>
              <a:gd name="connsiteX82" fmla="*/ 626703 w 3504841"/>
              <a:gd name="connsiteY82" fmla="*/ 523515 h 640991"/>
              <a:gd name="connsiteX83" fmla="*/ 383005 w 3504841"/>
              <a:gd name="connsiteY83" fmla="*/ 523515 h 640991"/>
              <a:gd name="connsiteX84" fmla="*/ 383005 w 3504841"/>
              <a:gd name="connsiteY84" fmla="*/ 209782 h 640991"/>
              <a:gd name="connsiteX85" fmla="*/ 243698 w 3504841"/>
              <a:gd name="connsiteY85" fmla="*/ 209782 h 640991"/>
              <a:gd name="connsiteX86" fmla="*/ 243698 w 3504841"/>
              <a:gd name="connsiteY86" fmla="*/ 523515 h 640991"/>
              <a:gd name="connsiteX87" fmla="*/ 0 w 3504841"/>
              <a:gd name="connsiteY87" fmla="*/ 523515 h 640991"/>
              <a:gd name="connsiteX88" fmla="*/ 2277940 w 3504841"/>
              <a:gd name="connsiteY88" fmla="*/ 0 h 640991"/>
              <a:gd name="connsiteX89" fmla="*/ 2380505 w 3504841"/>
              <a:gd name="connsiteY89" fmla="*/ 0 h 640991"/>
              <a:gd name="connsiteX90" fmla="*/ 2596790 w 3504841"/>
              <a:gd name="connsiteY90" fmla="*/ 521927 h 640991"/>
              <a:gd name="connsiteX91" fmla="*/ 2478031 w 3504841"/>
              <a:gd name="connsiteY91" fmla="*/ 521927 h 640991"/>
              <a:gd name="connsiteX92" fmla="*/ 2430168 w 3504841"/>
              <a:gd name="connsiteY92" fmla="*/ 405223 h 640991"/>
              <a:gd name="connsiteX93" fmla="*/ 2223959 w 3504841"/>
              <a:gd name="connsiteY93" fmla="*/ 405223 h 640991"/>
              <a:gd name="connsiteX94" fmla="*/ 2176095 w 3504841"/>
              <a:gd name="connsiteY94" fmla="*/ 521927 h 640991"/>
              <a:gd name="connsiteX95" fmla="*/ 2060575 w 3504841"/>
              <a:gd name="connsiteY95" fmla="*/ 521927 h 64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3504841" h="640991">
                <a:moveTo>
                  <a:pt x="3294826" y="214318"/>
                </a:moveTo>
                <a:cubicBezTo>
                  <a:pt x="3242322" y="214318"/>
                  <a:pt x="3198090" y="258171"/>
                  <a:pt x="3198090" y="323592"/>
                </a:cubicBezTo>
                <a:lnTo>
                  <a:pt x="3198090" y="324670"/>
                </a:lnTo>
                <a:cubicBezTo>
                  <a:pt x="3198090" y="390451"/>
                  <a:pt x="3242322" y="434304"/>
                  <a:pt x="3294826" y="434304"/>
                </a:cubicBezTo>
                <a:cubicBezTo>
                  <a:pt x="3347689" y="434304"/>
                  <a:pt x="3391922" y="391529"/>
                  <a:pt x="3391922" y="324670"/>
                </a:cubicBezTo>
                <a:lnTo>
                  <a:pt x="3391922" y="323592"/>
                </a:lnTo>
                <a:cubicBezTo>
                  <a:pt x="3391922" y="258171"/>
                  <a:pt x="3347689" y="214318"/>
                  <a:pt x="3294826" y="214318"/>
                </a:cubicBezTo>
                <a:close/>
                <a:moveTo>
                  <a:pt x="2831785" y="214318"/>
                </a:moveTo>
                <a:cubicBezTo>
                  <a:pt x="2778921" y="214318"/>
                  <a:pt x="2735408" y="258171"/>
                  <a:pt x="2735408" y="323592"/>
                </a:cubicBezTo>
                <a:lnTo>
                  <a:pt x="2735408" y="324670"/>
                </a:lnTo>
                <a:cubicBezTo>
                  <a:pt x="2735408" y="390451"/>
                  <a:pt x="2778921" y="434304"/>
                  <a:pt x="2831785" y="434304"/>
                </a:cubicBezTo>
                <a:cubicBezTo>
                  <a:pt x="2885367" y="434304"/>
                  <a:pt x="2929240" y="391529"/>
                  <a:pt x="2929240" y="324670"/>
                </a:cubicBezTo>
                <a:lnTo>
                  <a:pt x="2929240" y="323592"/>
                </a:lnTo>
                <a:cubicBezTo>
                  <a:pt x="2929240" y="258171"/>
                  <a:pt x="2884288" y="214318"/>
                  <a:pt x="2831785" y="214318"/>
                </a:cubicBezTo>
                <a:close/>
                <a:moveTo>
                  <a:pt x="1564332" y="209816"/>
                </a:moveTo>
                <a:cubicBezTo>
                  <a:pt x="1517602" y="209816"/>
                  <a:pt x="1487048" y="243253"/>
                  <a:pt x="1478061" y="293948"/>
                </a:cubicBezTo>
                <a:lnTo>
                  <a:pt x="1647368" y="293948"/>
                </a:lnTo>
                <a:cubicBezTo>
                  <a:pt x="1640179" y="243253"/>
                  <a:pt x="1611062" y="209816"/>
                  <a:pt x="1564332" y="209816"/>
                </a:cubicBezTo>
                <a:close/>
                <a:moveTo>
                  <a:pt x="2327603" y="137236"/>
                </a:moveTo>
                <a:lnTo>
                  <a:pt x="2258507" y="305808"/>
                </a:lnTo>
                <a:lnTo>
                  <a:pt x="2396699" y="305808"/>
                </a:lnTo>
                <a:close/>
                <a:moveTo>
                  <a:pt x="1564332" y="120650"/>
                </a:moveTo>
                <a:cubicBezTo>
                  <a:pt x="1696974" y="120650"/>
                  <a:pt x="1757004" y="223119"/>
                  <a:pt x="1757004" y="335295"/>
                </a:cubicBezTo>
                <a:cubicBezTo>
                  <a:pt x="1757004" y="344283"/>
                  <a:pt x="1755925" y="354710"/>
                  <a:pt x="1755925" y="364777"/>
                </a:cubicBezTo>
                <a:lnTo>
                  <a:pt x="1480218" y="364777"/>
                </a:lnTo>
                <a:cubicBezTo>
                  <a:pt x="1491361" y="415472"/>
                  <a:pt x="1526589" y="442796"/>
                  <a:pt x="1577273" y="442796"/>
                </a:cubicBezTo>
                <a:cubicBezTo>
                  <a:pt x="1615016" y="442796"/>
                  <a:pt x="1642335" y="430572"/>
                  <a:pt x="1673968" y="402169"/>
                </a:cubicBezTo>
                <a:lnTo>
                  <a:pt x="1737593" y="458976"/>
                </a:lnTo>
                <a:cubicBezTo>
                  <a:pt x="1701287" y="504637"/>
                  <a:pt x="1647368" y="533041"/>
                  <a:pt x="1575475" y="533041"/>
                </a:cubicBezTo>
                <a:cubicBezTo>
                  <a:pt x="1455775" y="531962"/>
                  <a:pt x="1368425" y="447830"/>
                  <a:pt x="1368425" y="327025"/>
                </a:cubicBezTo>
                <a:lnTo>
                  <a:pt x="1368425" y="326306"/>
                </a:lnTo>
                <a:cubicBezTo>
                  <a:pt x="1368425" y="213051"/>
                  <a:pt x="1449664" y="120650"/>
                  <a:pt x="1564332" y="120650"/>
                </a:cubicBezTo>
                <a:close/>
                <a:moveTo>
                  <a:pt x="3323955" y="119062"/>
                </a:moveTo>
                <a:cubicBezTo>
                  <a:pt x="3416376" y="119062"/>
                  <a:pt x="3504841" y="190953"/>
                  <a:pt x="3504841" y="323592"/>
                </a:cubicBezTo>
                <a:lnTo>
                  <a:pt x="3504841" y="324670"/>
                </a:lnTo>
                <a:cubicBezTo>
                  <a:pt x="3504841" y="457309"/>
                  <a:pt x="3418533" y="529560"/>
                  <a:pt x="3323955" y="529560"/>
                </a:cubicBezTo>
                <a:cubicBezTo>
                  <a:pt x="3264259" y="529560"/>
                  <a:pt x="3226499" y="502241"/>
                  <a:pt x="3200247" y="470609"/>
                </a:cubicBezTo>
                <a:lnTo>
                  <a:pt x="3200247" y="640991"/>
                </a:lnTo>
                <a:lnTo>
                  <a:pt x="3087688" y="640991"/>
                </a:lnTo>
                <a:lnTo>
                  <a:pt x="3087688" y="126251"/>
                </a:lnTo>
                <a:lnTo>
                  <a:pt x="3200247" y="126251"/>
                </a:lnTo>
                <a:lnTo>
                  <a:pt x="3200247" y="183045"/>
                </a:lnTo>
                <a:cubicBezTo>
                  <a:pt x="3227578" y="146381"/>
                  <a:pt x="3265338" y="119062"/>
                  <a:pt x="3323955" y="119062"/>
                </a:cubicBezTo>
                <a:close/>
                <a:moveTo>
                  <a:pt x="2861992" y="119062"/>
                </a:moveTo>
                <a:cubicBezTo>
                  <a:pt x="2954413" y="119062"/>
                  <a:pt x="3042879" y="190953"/>
                  <a:pt x="3042879" y="323592"/>
                </a:cubicBezTo>
                <a:lnTo>
                  <a:pt x="3042879" y="324670"/>
                </a:lnTo>
                <a:cubicBezTo>
                  <a:pt x="3042879" y="457309"/>
                  <a:pt x="2956571" y="529560"/>
                  <a:pt x="2861992" y="529560"/>
                </a:cubicBezTo>
                <a:cubicBezTo>
                  <a:pt x="2802296" y="529560"/>
                  <a:pt x="2764537" y="502241"/>
                  <a:pt x="2738285" y="470609"/>
                </a:cubicBezTo>
                <a:lnTo>
                  <a:pt x="2738285" y="640991"/>
                </a:lnTo>
                <a:lnTo>
                  <a:pt x="2625725" y="640991"/>
                </a:lnTo>
                <a:lnTo>
                  <a:pt x="2625725" y="126251"/>
                </a:lnTo>
                <a:lnTo>
                  <a:pt x="2738285" y="126251"/>
                </a:lnTo>
                <a:lnTo>
                  <a:pt x="2738285" y="183045"/>
                </a:lnTo>
                <a:cubicBezTo>
                  <a:pt x="2765615" y="146381"/>
                  <a:pt x="2803375" y="119062"/>
                  <a:pt x="2861992" y="119062"/>
                </a:cubicBezTo>
                <a:close/>
                <a:moveTo>
                  <a:pt x="1828929" y="25400"/>
                </a:moveTo>
                <a:lnTo>
                  <a:pt x="1939876" y="25400"/>
                </a:lnTo>
                <a:lnTo>
                  <a:pt x="1939876" y="127331"/>
                </a:lnTo>
                <a:lnTo>
                  <a:pt x="2033229" y="127331"/>
                </a:lnTo>
                <a:lnTo>
                  <a:pt x="2033229" y="223859"/>
                </a:lnTo>
                <a:lnTo>
                  <a:pt x="1939876" y="223859"/>
                </a:lnTo>
                <a:lnTo>
                  <a:pt x="1939876" y="393143"/>
                </a:lnTo>
                <a:cubicBezTo>
                  <a:pt x="1939876" y="419436"/>
                  <a:pt x="1951006" y="431682"/>
                  <a:pt x="1976499" y="431682"/>
                </a:cubicBezTo>
                <a:cubicBezTo>
                  <a:pt x="1996606" y="431682"/>
                  <a:pt x="2015995" y="426640"/>
                  <a:pt x="2032152" y="417635"/>
                </a:cubicBezTo>
                <a:lnTo>
                  <a:pt x="2032152" y="508040"/>
                </a:lnTo>
                <a:cubicBezTo>
                  <a:pt x="2008814" y="522087"/>
                  <a:pt x="1981526" y="531452"/>
                  <a:pt x="1942748" y="531452"/>
                </a:cubicBezTo>
                <a:cubicBezTo>
                  <a:pt x="1874888" y="530371"/>
                  <a:pt x="1828929" y="502998"/>
                  <a:pt x="1828929" y="411512"/>
                </a:cubicBezTo>
                <a:lnTo>
                  <a:pt x="1828929" y="223859"/>
                </a:lnTo>
                <a:lnTo>
                  <a:pt x="1781175" y="223859"/>
                </a:lnTo>
                <a:lnTo>
                  <a:pt x="1781175" y="127331"/>
                </a:lnTo>
                <a:lnTo>
                  <a:pt x="1828929" y="127331"/>
                </a:lnTo>
                <a:close/>
                <a:moveTo>
                  <a:pt x="852488" y="1587"/>
                </a:moveTo>
                <a:lnTo>
                  <a:pt x="958347" y="1587"/>
                </a:lnTo>
                <a:lnTo>
                  <a:pt x="1201030" y="324325"/>
                </a:lnTo>
                <a:lnTo>
                  <a:pt x="1201030" y="1587"/>
                </a:lnTo>
                <a:lnTo>
                  <a:pt x="1314090" y="1587"/>
                </a:lnTo>
                <a:lnTo>
                  <a:pt x="1314090" y="523515"/>
                </a:lnTo>
                <a:lnTo>
                  <a:pt x="1216513" y="523515"/>
                </a:lnTo>
                <a:lnTo>
                  <a:pt x="965548" y="193573"/>
                </a:lnTo>
                <a:lnTo>
                  <a:pt x="965548" y="523515"/>
                </a:lnTo>
                <a:lnTo>
                  <a:pt x="852488" y="523515"/>
                </a:lnTo>
                <a:close/>
                <a:moveTo>
                  <a:pt x="0" y="1587"/>
                </a:moveTo>
                <a:lnTo>
                  <a:pt x="626703" y="1587"/>
                </a:lnTo>
                <a:lnTo>
                  <a:pt x="626703" y="523515"/>
                </a:lnTo>
                <a:lnTo>
                  <a:pt x="383005" y="523515"/>
                </a:lnTo>
                <a:lnTo>
                  <a:pt x="383005" y="209782"/>
                </a:lnTo>
                <a:lnTo>
                  <a:pt x="243698" y="209782"/>
                </a:lnTo>
                <a:lnTo>
                  <a:pt x="243698" y="523515"/>
                </a:lnTo>
                <a:lnTo>
                  <a:pt x="0" y="523515"/>
                </a:lnTo>
                <a:close/>
                <a:moveTo>
                  <a:pt x="2277940" y="0"/>
                </a:moveTo>
                <a:lnTo>
                  <a:pt x="2380505" y="0"/>
                </a:lnTo>
                <a:lnTo>
                  <a:pt x="2596790" y="521927"/>
                </a:lnTo>
                <a:lnTo>
                  <a:pt x="2478031" y="521927"/>
                </a:lnTo>
                <a:lnTo>
                  <a:pt x="2430168" y="405223"/>
                </a:lnTo>
                <a:lnTo>
                  <a:pt x="2223959" y="405223"/>
                </a:lnTo>
                <a:lnTo>
                  <a:pt x="2176095" y="521927"/>
                </a:lnTo>
                <a:lnTo>
                  <a:pt x="2060575" y="521927"/>
                </a:lnTo>
                <a:close/>
              </a:path>
            </a:pathLst>
          </a:custGeom>
          <a:solidFill>
            <a:schemeClr val="bg1"/>
          </a:solidFill>
          <a:ln>
            <a:noFill/>
          </a:ln>
          <a:effectLst/>
        </p:spPr>
        <p:txBody>
          <a:bodyPr wrap="square" anchor="ctr">
            <a:noAutofit/>
          </a:bodyPr>
          <a:lstStyle/>
          <a:p>
            <a:endParaRPr lang="en-US"/>
          </a:p>
        </p:txBody>
      </p:sp>
      <p:grpSp>
        <p:nvGrpSpPr>
          <p:cNvPr id="7" name="Group 6">
            <a:extLst>
              <a:ext uri="{FF2B5EF4-FFF2-40B4-BE49-F238E27FC236}">
                <a16:creationId xmlns:a16="http://schemas.microsoft.com/office/drawing/2014/main" id="{D60E3753-A2D4-42F6-B1A2-0A82F583FE21}"/>
              </a:ext>
            </a:extLst>
          </p:cNvPr>
          <p:cNvGrpSpPr>
            <a:grpSpLocks noChangeAspect="1"/>
          </p:cNvGrpSpPr>
          <p:nvPr userDrawn="1"/>
        </p:nvGrpSpPr>
        <p:grpSpPr>
          <a:xfrm>
            <a:off x="8850381" y="0"/>
            <a:ext cx="3341619" cy="2466608"/>
            <a:chOff x="8850381" y="0"/>
            <a:chExt cx="3341619" cy="2466608"/>
          </a:xfrm>
        </p:grpSpPr>
        <p:sp>
          <p:nvSpPr>
            <p:cNvPr id="35" name="Rectangle 34">
              <a:extLst>
                <a:ext uri="{FF2B5EF4-FFF2-40B4-BE49-F238E27FC236}">
                  <a16:creationId xmlns:a16="http://schemas.microsoft.com/office/drawing/2014/main" id="{09D52545-D092-45C3-A2C1-27AD55300BE0}"/>
                </a:ext>
              </a:extLst>
            </p:cNvPr>
            <p:cNvSpPr>
              <a:spLocks noChangeAspect="1"/>
            </p:cNvSpPr>
            <p:nvPr userDrawn="1"/>
          </p:nvSpPr>
          <p:spPr>
            <a:xfrm>
              <a:off x="11094434" y="1371600"/>
              <a:ext cx="1097566" cy="1095008"/>
            </a:xfrm>
            <a:prstGeom prst="rect">
              <a:avLst/>
            </a:prstGeom>
            <a:solidFill>
              <a:srgbClr val="126E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5216">
                <a:lnSpc>
                  <a:spcPct val="95000"/>
                </a:lnSpc>
              </a:pPr>
              <a:endParaRPr lang="en-US" sz="1900" dirty="0" err="1">
                <a:solidFill>
                  <a:srgbClr val="5A5A5A"/>
                </a:solidFill>
              </a:endParaRPr>
            </a:p>
          </p:txBody>
        </p:sp>
        <p:sp>
          <p:nvSpPr>
            <p:cNvPr id="36" name="Rectangle 35">
              <a:extLst>
                <a:ext uri="{FF2B5EF4-FFF2-40B4-BE49-F238E27FC236}">
                  <a16:creationId xmlns:a16="http://schemas.microsoft.com/office/drawing/2014/main" id="{F0399FC7-9926-4352-9BBD-01C075E644BC}"/>
                </a:ext>
              </a:extLst>
            </p:cNvPr>
            <p:cNvSpPr>
              <a:spLocks noChangeAspect="1"/>
            </p:cNvSpPr>
            <p:nvPr userDrawn="1"/>
          </p:nvSpPr>
          <p:spPr>
            <a:xfrm>
              <a:off x="11094434" y="0"/>
              <a:ext cx="649393" cy="647879"/>
            </a:xfrm>
            <a:prstGeom prst="rect">
              <a:avLst/>
            </a:prstGeom>
            <a:solidFill>
              <a:srgbClr val="4ABBA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5216">
                <a:lnSpc>
                  <a:spcPct val="95000"/>
                </a:lnSpc>
              </a:pPr>
              <a:endParaRPr lang="en-US" sz="1900" dirty="0" err="1">
                <a:solidFill>
                  <a:srgbClr val="5A5A5A"/>
                </a:solidFill>
              </a:endParaRPr>
            </a:p>
          </p:txBody>
        </p:sp>
        <p:sp>
          <p:nvSpPr>
            <p:cNvPr id="37" name="Rectangle 36">
              <a:extLst>
                <a:ext uri="{FF2B5EF4-FFF2-40B4-BE49-F238E27FC236}">
                  <a16:creationId xmlns:a16="http://schemas.microsoft.com/office/drawing/2014/main" id="{BB8ECE35-0B8D-4C1A-8028-7741757EF6D1}"/>
                </a:ext>
              </a:extLst>
            </p:cNvPr>
            <p:cNvSpPr>
              <a:spLocks noChangeAspect="1"/>
            </p:cNvSpPr>
            <p:nvPr userDrawn="1"/>
          </p:nvSpPr>
          <p:spPr>
            <a:xfrm>
              <a:off x="8850381" y="0"/>
              <a:ext cx="1375147" cy="1371941"/>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5216">
                <a:lnSpc>
                  <a:spcPct val="95000"/>
                </a:lnSpc>
              </a:pPr>
              <a:endParaRPr lang="en-US" sz="1900" dirty="0" err="1">
                <a:solidFill>
                  <a:srgbClr val="5A5A5A"/>
                </a:solidFill>
              </a:endParaRPr>
            </a:p>
          </p:txBody>
        </p:sp>
        <p:sp>
          <p:nvSpPr>
            <p:cNvPr id="38" name="Rectangle 37">
              <a:extLst>
                <a:ext uri="{FF2B5EF4-FFF2-40B4-BE49-F238E27FC236}">
                  <a16:creationId xmlns:a16="http://schemas.microsoft.com/office/drawing/2014/main" id="{7CEB1309-1E1E-41F4-9DBF-A2EEC5B63B14}"/>
                </a:ext>
              </a:extLst>
            </p:cNvPr>
            <p:cNvSpPr>
              <a:spLocks noChangeAspect="1"/>
            </p:cNvSpPr>
            <p:nvPr userDrawn="1"/>
          </p:nvSpPr>
          <p:spPr>
            <a:xfrm>
              <a:off x="9730598" y="1371941"/>
              <a:ext cx="494930" cy="493776"/>
            </a:xfrm>
            <a:prstGeom prst="rect">
              <a:avLst/>
            </a:prstGeom>
            <a:solidFill>
              <a:srgbClr val="A2E1D7"/>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5216">
                <a:lnSpc>
                  <a:spcPct val="95000"/>
                </a:lnSpc>
              </a:pPr>
              <a:endParaRPr lang="en-US" sz="1900" dirty="0" err="1">
                <a:solidFill>
                  <a:srgbClr val="5A5A5A"/>
                </a:solidFill>
              </a:endParaRPr>
            </a:p>
          </p:txBody>
        </p:sp>
        <p:pic>
          <p:nvPicPr>
            <p:cNvPr id="46" name="Picture 45">
              <a:extLst>
                <a:ext uri="{FF2B5EF4-FFF2-40B4-BE49-F238E27FC236}">
                  <a16:creationId xmlns:a16="http://schemas.microsoft.com/office/drawing/2014/main" id="{123241F7-025B-4A86-A53A-E7C86D4ECE9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25719" y="647879"/>
              <a:ext cx="868680" cy="724032"/>
            </a:xfrm>
            <a:prstGeom prst="rect">
              <a:avLst/>
            </a:prstGeom>
          </p:spPr>
        </p:pic>
      </p:grpSp>
    </p:spTree>
    <p:extLst>
      <p:ext uri="{BB962C8B-B14F-4D97-AF65-F5344CB8AC3E}">
        <p14:creationId xmlns:p14="http://schemas.microsoft.com/office/powerpoint/2010/main" val="2969893092"/>
      </p:ext>
    </p:extLst>
  </p:cSld>
  <p:clrMapOvr>
    <a:masterClrMapping/>
  </p:clrMapOvr>
  <p:transition spd="med">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2 Column">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263031" y="232384"/>
            <a:ext cx="11661637" cy="912741"/>
          </a:xfrm>
        </p:spPr>
        <p:txBody>
          <a:bodyPr wrap="square" lIns="91521">
            <a:noAutofit/>
          </a:bodyPr>
          <a:lstStyle>
            <a:lvl1pPr>
              <a:defRPr sz="3000"/>
            </a:lvl1pPr>
          </a:lstStyle>
          <a:p>
            <a:r>
              <a:rPr lang="en-US" dirty="0"/>
              <a:t>Click to Edit Master Title Style</a:t>
            </a:r>
          </a:p>
        </p:txBody>
      </p:sp>
      <p:sp>
        <p:nvSpPr>
          <p:cNvPr id="50" name="Content Placeholder 39"/>
          <p:cNvSpPr>
            <a:spLocks noGrp="1"/>
          </p:cNvSpPr>
          <p:nvPr>
            <p:ph sz="quarter" idx="15" hasCustomPrompt="1"/>
          </p:nvPr>
        </p:nvSpPr>
        <p:spPr bwMode="gray">
          <a:xfrm>
            <a:off x="263032" y="1733423"/>
            <a:ext cx="5743093" cy="4480055"/>
          </a:xfrm>
        </p:spPr>
        <p:txBody>
          <a:bodyPr wrap="square" lIns="91521">
            <a:noAutofit/>
          </a:bodyPr>
          <a:lstStyle>
            <a:lvl1pPr marL="343205" indent="-343205">
              <a:buClr>
                <a:schemeClr val="accent2"/>
              </a:buClr>
              <a:buFont typeface="+mj-lt"/>
              <a:buAutoNum type="arabicParenR"/>
              <a:defRPr sz="2200">
                <a:solidFill>
                  <a:schemeClr val="bg1"/>
                </a:solidFill>
              </a:defRPr>
            </a:lvl1pPr>
            <a:lvl2pPr marL="572009" indent="-228804">
              <a:buClr>
                <a:schemeClr val="accent2"/>
              </a:buClr>
              <a:buFont typeface="Wingdings" panose="05000000000000000000" pitchFamily="2" charset="2"/>
              <a:buChar char="§"/>
              <a:defRPr sz="1800"/>
            </a:lvl2pPr>
            <a:lvl3pPr marL="800813" indent="-228804">
              <a:buClr>
                <a:schemeClr val="accent2"/>
              </a:buClr>
              <a:buFont typeface="Wingdings" panose="05000000000000000000" pitchFamily="2" charset="2"/>
              <a:buChar char="§"/>
              <a:defRPr sz="1600"/>
            </a:lvl3pPr>
            <a:lvl4pPr marL="1029617" indent="-228804">
              <a:buClr>
                <a:schemeClr val="accent2"/>
              </a:buClr>
              <a:buFont typeface="Wingdings" panose="05000000000000000000" pitchFamily="2" charset="2"/>
              <a:buChar char="§"/>
              <a:defRPr sz="1400"/>
            </a:lvl4pPr>
            <a:lvl5pPr marL="1258421" indent="-228804">
              <a:buClr>
                <a:schemeClr val="accent2"/>
              </a:buClr>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Text Placeholder 2"/>
          <p:cNvSpPr>
            <a:spLocks noGrp="1"/>
          </p:cNvSpPr>
          <p:nvPr>
            <p:ph type="body" idx="10" hasCustomPrompt="1"/>
          </p:nvPr>
        </p:nvSpPr>
        <p:spPr bwMode="gray">
          <a:xfrm>
            <a:off x="263030" y="1106419"/>
            <a:ext cx="11661637" cy="400109"/>
          </a:xfrm>
        </p:spPr>
        <p:txBody>
          <a:bodyPr lIns="91521" tIns="45761" rIns="91521" bIns="45761" anchor="t">
            <a:noAutofit/>
          </a:bodyPr>
          <a:lstStyle>
            <a:lvl1pPr marL="0" indent="0">
              <a:spcBef>
                <a:spcPts val="0"/>
              </a:spcBef>
              <a:spcAft>
                <a:spcPts val="0"/>
              </a:spcAft>
              <a:buNone/>
              <a:defRPr sz="1800" b="0">
                <a:solidFill>
                  <a:schemeClr val="accent2"/>
                </a:solidFill>
              </a:defRPr>
            </a:lvl1pPr>
            <a:lvl2pPr marL="457608" indent="0">
              <a:buNone/>
              <a:defRPr sz="2000" b="1"/>
            </a:lvl2pPr>
            <a:lvl3pPr marL="915216" indent="0">
              <a:buNone/>
              <a:defRPr sz="1900" b="1"/>
            </a:lvl3pPr>
            <a:lvl4pPr marL="1372822" indent="0">
              <a:buNone/>
              <a:defRPr sz="1600" b="1"/>
            </a:lvl4pPr>
            <a:lvl5pPr marL="1830430" indent="0">
              <a:buNone/>
              <a:defRPr sz="1600" b="1"/>
            </a:lvl5pPr>
            <a:lvl6pPr marL="2288038" indent="0">
              <a:buNone/>
              <a:defRPr sz="1600" b="1"/>
            </a:lvl6pPr>
            <a:lvl7pPr marL="2745646" indent="0">
              <a:buNone/>
              <a:defRPr sz="1600" b="1"/>
            </a:lvl7pPr>
            <a:lvl8pPr marL="3203253" indent="0">
              <a:buNone/>
              <a:defRPr sz="1600" b="1"/>
            </a:lvl8pPr>
            <a:lvl9pPr marL="3660861" indent="0">
              <a:buNone/>
              <a:defRPr sz="1600" b="1"/>
            </a:lvl9pPr>
          </a:lstStyle>
          <a:p>
            <a:pPr lvl="0"/>
            <a:r>
              <a:rPr lang="en-US" dirty="0"/>
              <a:t>Click to edit master text styles</a:t>
            </a:r>
          </a:p>
        </p:txBody>
      </p:sp>
      <p:sp>
        <p:nvSpPr>
          <p:cNvPr id="11" name="Slide Number Placeholder 5"/>
          <p:cNvSpPr>
            <a:spLocks noGrp="1"/>
          </p:cNvSpPr>
          <p:nvPr>
            <p:ph type="sldNum" sz="quarter" idx="4"/>
          </p:nvPr>
        </p:nvSpPr>
        <p:spPr>
          <a:xfrm>
            <a:off x="294490" y="6462574"/>
            <a:ext cx="448654" cy="260809"/>
          </a:xfrm>
          <a:prstGeom prst="rect">
            <a:avLst/>
          </a:prstGeom>
        </p:spPr>
        <p:txBody>
          <a:bodyPr vert="horz" wrap="square" lIns="91521" tIns="45761" rIns="91521" bIns="45761" rtlCol="0" anchor="b">
            <a:noAutofit/>
          </a:bodyPr>
          <a:lstStyle>
            <a:lvl1pPr>
              <a:defRPr lang="en-US" sz="1050" b="1" smtClean="0">
                <a:solidFill>
                  <a:schemeClr val="bg1"/>
                </a:solidFill>
              </a:defRPr>
            </a:lvl1pPr>
          </a:lstStyle>
          <a:p>
            <a:fld id="{B071A5F3-A4FF-4CEE-8215-C08835B585C1}" type="slidenum">
              <a:rPr lang="en-US" smtClean="0"/>
              <a:pPr/>
              <a:t>‹#›</a:t>
            </a:fld>
            <a:endParaRPr lang="en-US" dirty="0"/>
          </a:p>
        </p:txBody>
      </p:sp>
      <p:sp>
        <p:nvSpPr>
          <p:cNvPr id="8" name="Footer Placeholder 4"/>
          <p:cNvSpPr>
            <a:spLocks noGrp="1"/>
          </p:cNvSpPr>
          <p:nvPr>
            <p:ph type="ftr" sz="quarter" idx="3"/>
          </p:nvPr>
        </p:nvSpPr>
        <p:spPr>
          <a:xfrm>
            <a:off x="743144" y="6472734"/>
            <a:ext cx="6540464" cy="240489"/>
          </a:xfrm>
          <a:prstGeom prst="rect">
            <a:avLst/>
          </a:prstGeom>
        </p:spPr>
        <p:txBody>
          <a:bodyPr vert="horz" wrap="square" lIns="91521" tIns="45761" rIns="91521" bIns="45761" rtlCol="0" anchor="b">
            <a:noAutofit/>
          </a:bodyPr>
          <a:lstStyle>
            <a:lvl1pPr>
              <a:defRPr lang="en-US" sz="800" smtClean="0">
                <a:solidFill>
                  <a:schemeClr val="bg1"/>
                </a:solidFill>
              </a:defRPr>
            </a:lvl1pPr>
          </a:lstStyle>
          <a:p>
            <a:r>
              <a:rPr lang="en-US"/>
              <a:t>© 2023 NetApp, Inc. All rights reserved.  — NETAPP CONFIDENTIAL — </a:t>
            </a:r>
            <a:endParaRPr lang="en-US" dirty="0"/>
          </a:p>
        </p:txBody>
      </p:sp>
      <p:sp>
        <p:nvSpPr>
          <p:cNvPr id="14" name="Content Placeholder 39"/>
          <p:cNvSpPr>
            <a:spLocks noGrp="1"/>
          </p:cNvSpPr>
          <p:nvPr>
            <p:ph sz="quarter" idx="16" hasCustomPrompt="1"/>
          </p:nvPr>
        </p:nvSpPr>
        <p:spPr bwMode="gray">
          <a:xfrm>
            <a:off x="6181576" y="1733423"/>
            <a:ext cx="5743093" cy="4480055"/>
          </a:xfrm>
        </p:spPr>
        <p:txBody>
          <a:bodyPr wrap="square" lIns="91521">
            <a:noAutofit/>
          </a:bodyPr>
          <a:lstStyle>
            <a:lvl1pPr marL="343205" indent="-343205">
              <a:buClr>
                <a:schemeClr val="accent2"/>
              </a:buClr>
              <a:buFont typeface="+mj-lt"/>
              <a:buAutoNum type="arabicParenR" startAt="5"/>
              <a:defRPr sz="2200">
                <a:solidFill>
                  <a:schemeClr val="bg1"/>
                </a:solidFill>
              </a:defRPr>
            </a:lvl1pPr>
            <a:lvl2pPr marL="572009" indent="-228804">
              <a:buClr>
                <a:schemeClr val="accent2"/>
              </a:buClr>
              <a:buFont typeface="Wingdings" panose="05000000000000000000" pitchFamily="2" charset="2"/>
              <a:buChar char="§"/>
              <a:defRPr sz="1800"/>
            </a:lvl2pPr>
            <a:lvl3pPr marL="800813" indent="-228804">
              <a:buClr>
                <a:schemeClr val="accent2"/>
              </a:buClr>
              <a:buFont typeface="Wingdings" panose="05000000000000000000" pitchFamily="2" charset="2"/>
              <a:buChar char="§"/>
              <a:defRPr sz="1600"/>
            </a:lvl3pPr>
            <a:lvl4pPr marL="1029617" indent="-228804">
              <a:buClr>
                <a:schemeClr val="accent2"/>
              </a:buClr>
              <a:buFont typeface="Wingdings" panose="05000000000000000000" pitchFamily="2" charset="2"/>
              <a:buChar char="§"/>
              <a:defRPr sz="1400"/>
            </a:lvl4pPr>
            <a:lvl5pPr marL="1258421" indent="-228804">
              <a:buClr>
                <a:schemeClr val="accent2"/>
              </a:buClr>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reeform: Shape 9">
            <a:extLst>
              <a:ext uri="{FF2B5EF4-FFF2-40B4-BE49-F238E27FC236}">
                <a16:creationId xmlns:a16="http://schemas.microsoft.com/office/drawing/2014/main" id="{A960FAD7-8475-4783-B6A2-5F649DED43D3}"/>
              </a:ext>
            </a:extLst>
          </p:cNvPr>
          <p:cNvSpPr>
            <a:spLocks noChangeAspect="1" noChangeArrowheads="1"/>
          </p:cNvSpPr>
          <p:nvPr userDrawn="1"/>
        </p:nvSpPr>
        <p:spPr bwMode="auto">
          <a:xfrm>
            <a:off x="10776007" y="6495019"/>
            <a:ext cx="1042416" cy="190644"/>
          </a:xfrm>
          <a:custGeom>
            <a:avLst/>
            <a:gdLst>
              <a:gd name="connsiteX0" fmla="*/ 3294826 w 3504841"/>
              <a:gd name="connsiteY0" fmla="*/ 214318 h 640991"/>
              <a:gd name="connsiteX1" fmla="*/ 3198090 w 3504841"/>
              <a:gd name="connsiteY1" fmla="*/ 323592 h 640991"/>
              <a:gd name="connsiteX2" fmla="*/ 3198090 w 3504841"/>
              <a:gd name="connsiteY2" fmla="*/ 324670 h 640991"/>
              <a:gd name="connsiteX3" fmla="*/ 3294826 w 3504841"/>
              <a:gd name="connsiteY3" fmla="*/ 434304 h 640991"/>
              <a:gd name="connsiteX4" fmla="*/ 3391922 w 3504841"/>
              <a:gd name="connsiteY4" fmla="*/ 324670 h 640991"/>
              <a:gd name="connsiteX5" fmla="*/ 3391922 w 3504841"/>
              <a:gd name="connsiteY5" fmla="*/ 323592 h 640991"/>
              <a:gd name="connsiteX6" fmla="*/ 3294826 w 3504841"/>
              <a:gd name="connsiteY6" fmla="*/ 214318 h 640991"/>
              <a:gd name="connsiteX7" fmla="*/ 2831785 w 3504841"/>
              <a:gd name="connsiteY7" fmla="*/ 214318 h 640991"/>
              <a:gd name="connsiteX8" fmla="*/ 2735408 w 3504841"/>
              <a:gd name="connsiteY8" fmla="*/ 323592 h 640991"/>
              <a:gd name="connsiteX9" fmla="*/ 2735408 w 3504841"/>
              <a:gd name="connsiteY9" fmla="*/ 324670 h 640991"/>
              <a:gd name="connsiteX10" fmla="*/ 2831785 w 3504841"/>
              <a:gd name="connsiteY10" fmla="*/ 434304 h 640991"/>
              <a:gd name="connsiteX11" fmla="*/ 2929240 w 3504841"/>
              <a:gd name="connsiteY11" fmla="*/ 324670 h 640991"/>
              <a:gd name="connsiteX12" fmla="*/ 2929240 w 3504841"/>
              <a:gd name="connsiteY12" fmla="*/ 323592 h 640991"/>
              <a:gd name="connsiteX13" fmla="*/ 2831785 w 3504841"/>
              <a:gd name="connsiteY13" fmla="*/ 214318 h 640991"/>
              <a:gd name="connsiteX14" fmla="*/ 1564332 w 3504841"/>
              <a:gd name="connsiteY14" fmla="*/ 209816 h 640991"/>
              <a:gd name="connsiteX15" fmla="*/ 1478061 w 3504841"/>
              <a:gd name="connsiteY15" fmla="*/ 293948 h 640991"/>
              <a:gd name="connsiteX16" fmla="*/ 1647368 w 3504841"/>
              <a:gd name="connsiteY16" fmla="*/ 293948 h 640991"/>
              <a:gd name="connsiteX17" fmla="*/ 1564332 w 3504841"/>
              <a:gd name="connsiteY17" fmla="*/ 209816 h 640991"/>
              <a:gd name="connsiteX18" fmla="*/ 2327603 w 3504841"/>
              <a:gd name="connsiteY18" fmla="*/ 137236 h 640991"/>
              <a:gd name="connsiteX19" fmla="*/ 2258507 w 3504841"/>
              <a:gd name="connsiteY19" fmla="*/ 305808 h 640991"/>
              <a:gd name="connsiteX20" fmla="*/ 2396699 w 3504841"/>
              <a:gd name="connsiteY20" fmla="*/ 305808 h 640991"/>
              <a:gd name="connsiteX21" fmla="*/ 1564332 w 3504841"/>
              <a:gd name="connsiteY21" fmla="*/ 120650 h 640991"/>
              <a:gd name="connsiteX22" fmla="*/ 1757004 w 3504841"/>
              <a:gd name="connsiteY22" fmla="*/ 335295 h 640991"/>
              <a:gd name="connsiteX23" fmla="*/ 1755925 w 3504841"/>
              <a:gd name="connsiteY23" fmla="*/ 364777 h 640991"/>
              <a:gd name="connsiteX24" fmla="*/ 1480218 w 3504841"/>
              <a:gd name="connsiteY24" fmla="*/ 364777 h 640991"/>
              <a:gd name="connsiteX25" fmla="*/ 1577273 w 3504841"/>
              <a:gd name="connsiteY25" fmla="*/ 442796 h 640991"/>
              <a:gd name="connsiteX26" fmla="*/ 1673968 w 3504841"/>
              <a:gd name="connsiteY26" fmla="*/ 402169 h 640991"/>
              <a:gd name="connsiteX27" fmla="*/ 1737593 w 3504841"/>
              <a:gd name="connsiteY27" fmla="*/ 458976 h 640991"/>
              <a:gd name="connsiteX28" fmla="*/ 1575475 w 3504841"/>
              <a:gd name="connsiteY28" fmla="*/ 533041 h 640991"/>
              <a:gd name="connsiteX29" fmla="*/ 1368425 w 3504841"/>
              <a:gd name="connsiteY29" fmla="*/ 327025 h 640991"/>
              <a:gd name="connsiteX30" fmla="*/ 1368425 w 3504841"/>
              <a:gd name="connsiteY30" fmla="*/ 326306 h 640991"/>
              <a:gd name="connsiteX31" fmla="*/ 1564332 w 3504841"/>
              <a:gd name="connsiteY31" fmla="*/ 120650 h 640991"/>
              <a:gd name="connsiteX32" fmla="*/ 3323955 w 3504841"/>
              <a:gd name="connsiteY32" fmla="*/ 119062 h 640991"/>
              <a:gd name="connsiteX33" fmla="*/ 3504841 w 3504841"/>
              <a:gd name="connsiteY33" fmla="*/ 323592 h 640991"/>
              <a:gd name="connsiteX34" fmla="*/ 3504841 w 3504841"/>
              <a:gd name="connsiteY34" fmla="*/ 324670 h 640991"/>
              <a:gd name="connsiteX35" fmla="*/ 3323955 w 3504841"/>
              <a:gd name="connsiteY35" fmla="*/ 529560 h 640991"/>
              <a:gd name="connsiteX36" fmla="*/ 3200247 w 3504841"/>
              <a:gd name="connsiteY36" fmla="*/ 470609 h 640991"/>
              <a:gd name="connsiteX37" fmla="*/ 3200247 w 3504841"/>
              <a:gd name="connsiteY37" fmla="*/ 640991 h 640991"/>
              <a:gd name="connsiteX38" fmla="*/ 3087688 w 3504841"/>
              <a:gd name="connsiteY38" fmla="*/ 640991 h 640991"/>
              <a:gd name="connsiteX39" fmla="*/ 3087688 w 3504841"/>
              <a:gd name="connsiteY39" fmla="*/ 126251 h 640991"/>
              <a:gd name="connsiteX40" fmla="*/ 3200247 w 3504841"/>
              <a:gd name="connsiteY40" fmla="*/ 126251 h 640991"/>
              <a:gd name="connsiteX41" fmla="*/ 3200247 w 3504841"/>
              <a:gd name="connsiteY41" fmla="*/ 183045 h 640991"/>
              <a:gd name="connsiteX42" fmla="*/ 3323955 w 3504841"/>
              <a:gd name="connsiteY42" fmla="*/ 119062 h 640991"/>
              <a:gd name="connsiteX43" fmla="*/ 2861992 w 3504841"/>
              <a:gd name="connsiteY43" fmla="*/ 119062 h 640991"/>
              <a:gd name="connsiteX44" fmla="*/ 3042879 w 3504841"/>
              <a:gd name="connsiteY44" fmla="*/ 323592 h 640991"/>
              <a:gd name="connsiteX45" fmla="*/ 3042879 w 3504841"/>
              <a:gd name="connsiteY45" fmla="*/ 324670 h 640991"/>
              <a:gd name="connsiteX46" fmla="*/ 2861992 w 3504841"/>
              <a:gd name="connsiteY46" fmla="*/ 529560 h 640991"/>
              <a:gd name="connsiteX47" fmla="*/ 2738285 w 3504841"/>
              <a:gd name="connsiteY47" fmla="*/ 470609 h 640991"/>
              <a:gd name="connsiteX48" fmla="*/ 2738285 w 3504841"/>
              <a:gd name="connsiteY48" fmla="*/ 640991 h 640991"/>
              <a:gd name="connsiteX49" fmla="*/ 2625725 w 3504841"/>
              <a:gd name="connsiteY49" fmla="*/ 640991 h 640991"/>
              <a:gd name="connsiteX50" fmla="*/ 2625725 w 3504841"/>
              <a:gd name="connsiteY50" fmla="*/ 126251 h 640991"/>
              <a:gd name="connsiteX51" fmla="*/ 2738285 w 3504841"/>
              <a:gd name="connsiteY51" fmla="*/ 126251 h 640991"/>
              <a:gd name="connsiteX52" fmla="*/ 2738285 w 3504841"/>
              <a:gd name="connsiteY52" fmla="*/ 183045 h 640991"/>
              <a:gd name="connsiteX53" fmla="*/ 2861992 w 3504841"/>
              <a:gd name="connsiteY53" fmla="*/ 119062 h 640991"/>
              <a:gd name="connsiteX54" fmla="*/ 1828929 w 3504841"/>
              <a:gd name="connsiteY54" fmla="*/ 25400 h 640991"/>
              <a:gd name="connsiteX55" fmla="*/ 1939876 w 3504841"/>
              <a:gd name="connsiteY55" fmla="*/ 25400 h 640991"/>
              <a:gd name="connsiteX56" fmla="*/ 1939876 w 3504841"/>
              <a:gd name="connsiteY56" fmla="*/ 127331 h 640991"/>
              <a:gd name="connsiteX57" fmla="*/ 2033229 w 3504841"/>
              <a:gd name="connsiteY57" fmla="*/ 127331 h 640991"/>
              <a:gd name="connsiteX58" fmla="*/ 2033229 w 3504841"/>
              <a:gd name="connsiteY58" fmla="*/ 223859 h 640991"/>
              <a:gd name="connsiteX59" fmla="*/ 1939876 w 3504841"/>
              <a:gd name="connsiteY59" fmla="*/ 223859 h 640991"/>
              <a:gd name="connsiteX60" fmla="*/ 1939876 w 3504841"/>
              <a:gd name="connsiteY60" fmla="*/ 393143 h 640991"/>
              <a:gd name="connsiteX61" fmla="*/ 1976499 w 3504841"/>
              <a:gd name="connsiteY61" fmla="*/ 431682 h 640991"/>
              <a:gd name="connsiteX62" fmla="*/ 2032152 w 3504841"/>
              <a:gd name="connsiteY62" fmla="*/ 417635 h 640991"/>
              <a:gd name="connsiteX63" fmla="*/ 2032152 w 3504841"/>
              <a:gd name="connsiteY63" fmla="*/ 508040 h 640991"/>
              <a:gd name="connsiteX64" fmla="*/ 1942748 w 3504841"/>
              <a:gd name="connsiteY64" fmla="*/ 531452 h 640991"/>
              <a:gd name="connsiteX65" fmla="*/ 1828929 w 3504841"/>
              <a:gd name="connsiteY65" fmla="*/ 411512 h 640991"/>
              <a:gd name="connsiteX66" fmla="*/ 1828929 w 3504841"/>
              <a:gd name="connsiteY66" fmla="*/ 223859 h 640991"/>
              <a:gd name="connsiteX67" fmla="*/ 1781175 w 3504841"/>
              <a:gd name="connsiteY67" fmla="*/ 223859 h 640991"/>
              <a:gd name="connsiteX68" fmla="*/ 1781175 w 3504841"/>
              <a:gd name="connsiteY68" fmla="*/ 127331 h 640991"/>
              <a:gd name="connsiteX69" fmla="*/ 1828929 w 3504841"/>
              <a:gd name="connsiteY69" fmla="*/ 127331 h 640991"/>
              <a:gd name="connsiteX70" fmla="*/ 852488 w 3504841"/>
              <a:gd name="connsiteY70" fmla="*/ 1587 h 640991"/>
              <a:gd name="connsiteX71" fmla="*/ 958347 w 3504841"/>
              <a:gd name="connsiteY71" fmla="*/ 1587 h 640991"/>
              <a:gd name="connsiteX72" fmla="*/ 1201030 w 3504841"/>
              <a:gd name="connsiteY72" fmla="*/ 324325 h 640991"/>
              <a:gd name="connsiteX73" fmla="*/ 1201030 w 3504841"/>
              <a:gd name="connsiteY73" fmla="*/ 1587 h 640991"/>
              <a:gd name="connsiteX74" fmla="*/ 1314090 w 3504841"/>
              <a:gd name="connsiteY74" fmla="*/ 1587 h 640991"/>
              <a:gd name="connsiteX75" fmla="*/ 1314090 w 3504841"/>
              <a:gd name="connsiteY75" fmla="*/ 523515 h 640991"/>
              <a:gd name="connsiteX76" fmla="*/ 1216513 w 3504841"/>
              <a:gd name="connsiteY76" fmla="*/ 523515 h 640991"/>
              <a:gd name="connsiteX77" fmla="*/ 965548 w 3504841"/>
              <a:gd name="connsiteY77" fmla="*/ 193573 h 640991"/>
              <a:gd name="connsiteX78" fmla="*/ 965548 w 3504841"/>
              <a:gd name="connsiteY78" fmla="*/ 523515 h 640991"/>
              <a:gd name="connsiteX79" fmla="*/ 852488 w 3504841"/>
              <a:gd name="connsiteY79" fmla="*/ 523515 h 640991"/>
              <a:gd name="connsiteX80" fmla="*/ 0 w 3504841"/>
              <a:gd name="connsiteY80" fmla="*/ 1587 h 640991"/>
              <a:gd name="connsiteX81" fmla="*/ 626703 w 3504841"/>
              <a:gd name="connsiteY81" fmla="*/ 1587 h 640991"/>
              <a:gd name="connsiteX82" fmla="*/ 626703 w 3504841"/>
              <a:gd name="connsiteY82" fmla="*/ 523515 h 640991"/>
              <a:gd name="connsiteX83" fmla="*/ 383005 w 3504841"/>
              <a:gd name="connsiteY83" fmla="*/ 523515 h 640991"/>
              <a:gd name="connsiteX84" fmla="*/ 383005 w 3504841"/>
              <a:gd name="connsiteY84" fmla="*/ 209782 h 640991"/>
              <a:gd name="connsiteX85" fmla="*/ 243698 w 3504841"/>
              <a:gd name="connsiteY85" fmla="*/ 209782 h 640991"/>
              <a:gd name="connsiteX86" fmla="*/ 243698 w 3504841"/>
              <a:gd name="connsiteY86" fmla="*/ 523515 h 640991"/>
              <a:gd name="connsiteX87" fmla="*/ 0 w 3504841"/>
              <a:gd name="connsiteY87" fmla="*/ 523515 h 640991"/>
              <a:gd name="connsiteX88" fmla="*/ 2277940 w 3504841"/>
              <a:gd name="connsiteY88" fmla="*/ 0 h 640991"/>
              <a:gd name="connsiteX89" fmla="*/ 2380505 w 3504841"/>
              <a:gd name="connsiteY89" fmla="*/ 0 h 640991"/>
              <a:gd name="connsiteX90" fmla="*/ 2596790 w 3504841"/>
              <a:gd name="connsiteY90" fmla="*/ 521927 h 640991"/>
              <a:gd name="connsiteX91" fmla="*/ 2478031 w 3504841"/>
              <a:gd name="connsiteY91" fmla="*/ 521927 h 640991"/>
              <a:gd name="connsiteX92" fmla="*/ 2430168 w 3504841"/>
              <a:gd name="connsiteY92" fmla="*/ 405223 h 640991"/>
              <a:gd name="connsiteX93" fmla="*/ 2223959 w 3504841"/>
              <a:gd name="connsiteY93" fmla="*/ 405223 h 640991"/>
              <a:gd name="connsiteX94" fmla="*/ 2176095 w 3504841"/>
              <a:gd name="connsiteY94" fmla="*/ 521927 h 640991"/>
              <a:gd name="connsiteX95" fmla="*/ 2060575 w 3504841"/>
              <a:gd name="connsiteY95" fmla="*/ 521927 h 64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3504841" h="640991">
                <a:moveTo>
                  <a:pt x="3294826" y="214318"/>
                </a:moveTo>
                <a:cubicBezTo>
                  <a:pt x="3242322" y="214318"/>
                  <a:pt x="3198090" y="258171"/>
                  <a:pt x="3198090" y="323592"/>
                </a:cubicBezTo>
                <a:lnTo>
                  <a:pt x="3198090" y="324670"/>
                </a:lnTo>
                <a:cubicBezTo>
                  <a:pt x="3198090" y="390451"/>
                  <a:pt x="3242322" y="434304"/>
                  <a:pt x="3294826" y="434304"/>
                </a:cubicBezTo>
                <a:cubicBezTo>
                  <a:pt x="3347689" y="434304"/>
                  <a:pt x="3391922" y="391529"/>
                  <a:pt x="3391922" y="324670"/>
                </a:cubicBezTo>
                <a:lnTo>
                  <a:pt x="3391922" y="323592"/>
                </a:lnTo>
                <a:cubicBezTo>
                  <a:pt x="3391922" y="258171"/>
                  <a:pt x="3347689" y="214318"/>
                  <a:pt x="3294826" y="214318"/>
                </a:cubicBezTo>
                <a:close/>
                <a:moveTo>
                  <a:pt x="2831785" y="214318"/>
                </a:moveTo>
                <a:cubicBezTo>
                  <a:pt x="2778921" y="214318"/>
                  <a:pt x="2735408" y="258171"/>
                  <a:pt x="2735408" y="323592"/>
                </a:cubicBezTo>
                <a:lnTo>
                  <a:pt x="2735408" y="324670"/>
                </a:lnTo>
                <a:cubicBezTo>
                  <a:pt x="2735408" y="390451"/>
                  <a:pt x="2778921" y="434304"/>
                  <a:pt x="2831785" y="434304"/>
                </a:cubicBezTo>
                <a:cubicBezTo>
                  <a:pt x="2885367" y="434304"/>
                  <a:pt x="2929240" y="391529"/>
                  <a:pt x="2929240" y="324670"/>
                </a:cubicBezTo>
                <a:lnTo>
                  <a:pt x="2929240" y="323592"/>
                </a:lnTo>
                <a:cubicBezTo>
                  <a:pt x="2929240" y="258171"/>
                  <a:pt x="2884288" y="214318"/>
                  <a:pt x="2831785" y="214318"/>
                </a:cubicBezTo>
                <a:close/>
                <a:moveTo>
                  <a:pt x="1564332" y="209816"/>
                </a:moveTo>
                <a:cubicBezTo>
                  <a:pt x="1517602" y="209816"/>
                  <a:pt x="1487048" y="243253"/>
                  <a:pt x="1478061" y="293948"/>
                </a:cubicBezTo>
                <a:lnTo>
                  <a:pt x="1647368" y="293948"/>
                </a:lnTo>
                <a:cubicBezTo>
                  <a:pt x="1640179" y="243253"/>
                  <a:pt x="1611062" y="209816"/>
                  <a:pt x="1564332" y="209816"/>
                </a:cubicBezTo>
                <a:close/>
                <a:moveTo>
                  <a:pt x="2327603" y="137236"/>
                </a:moveTo>
                <a:lnTo>
                  <a:pt x="2258507" y="305808"/>
                </a:lnTo>
                <a:lnTo>
                  <a:pt x="2396699" y="305808"/>
                </a:lnTo>
                <a:close/>
                <a:moveTo>
                  <a:pt x="1564332" y="120650"/>
                </a:moveTo>
                <a:cubicBezTo>
                  <a:pt x="1696974" y="120650"/>
                  <a:pt x="1757004" y="223119"/>
                  <a:pt x="1757004" y="335295"/>
                </a:cubicBezTo>
                <a:cubicBezTo>
                  <a:pt x="1757004" y="344283"/>
                  <a:pt x="1755925" y="354710"/>
                  <a:pt x="1755925" y="364777"/>
                </a:cubicBezTo>
                <a:lnTo>
                  <a:pt x="1480218" y="364777"/>
                </a:lnTo>
                <a:cubicBezTo>
                  <a:pt x="1491361" y="415472"/>
                  <a:pt x="1526589" y="442796"/>
                  <a:pt x="1577273" y="442796"/>
                </a:cubicBezTo>
                <a:cubicBezTo>
                  <a:pt x="1615016" y="442796"/>
                  <a:pt x="1642335" y="430572"/>
                  <a:pt x="1673968" y="402169"/>
                </a:cubicBezTo>
                <a:lnTo>
                  <a:pt x="1737593" y="458976"/>
                </a:lnTo>
                <a:cubicBezTo>
                  <a:pt x="1701287" y="504637"/>
                  <a:pt x="1647368" y="533041"/>
                  <a:pt x="1575475" y="533041"/>
                </a:cubicBezTo>
                <a:cubicBezTo>
                  <a:pt x="1455775" y="531962"/>
                  <a:pt x="1368425" y="447830"/>
                  <a:pt x="1368425" y="327025"/>
                </a:cubicBezTo>
                <a:lnTo>
                  <a:pt x="1368425" y="326306"/>
                </a:lnTo>
                <a:cubicBezTo>
                  <a:pt x="1368425" y="213051"/>
                  <a:pt x="1449664" y="120650"/>
                  <a:pt x="1564332" y="120650"/>
                </a:cubicBezTo>
                <a:close/>
                <a:moveTo>
                  <a:pt x="3323955" y="119062"/>
                </a:moveTo>
                <a:cubicBezTo>
                  <a:pt x="3416376" y="119062"/>
                  <a:pt x="3504841" y="190953"/>
                  <a:pt x="3504841" y="323592"/>
                </a:cubicBezTo>
                <a:lnTo>
                  <a:pt x="3504841" y="324670"/>
                </a:lnTo>
                <a:cubicBezTo>
                  <a:pt x="3504841" y="457309"/>
                  <a:pt x="3418533" y="529560"/>
                  <a:pt x="3323955" y="529560"/>
                </a:cubicBezTo>
                <a:cubicBezTo>
                  <a:pt x="3264259" y="529560"/>
                  <a:pt x="3226499" y="502241"/>
                  <a:pt x="3200247" y="470609"/>
                </a:cubicBezTo>
                <a:lnTo>
                  <a:pt x="3200247" y="640991"/>
                </a:lnTo>
                <a:lnTo>
                  <a:pt x="3087688" y="640991"/>
                </a:lnTo>
                <a:lnTo>
                  <a:pt x="3087688" y="126251"/>
                </a:lnTo>
                <a:lnTo>
                  <a:pt x="3200247" y="126251"/>
                </a:lnTo>
                <a:lnTo>
                  <a:pt x="3200247" y="183045"/>
                </a:lnTo>
                <a:cubicBezTo>
                  <a:pt x="3227578" y="146381"/>
                  <a:pt x="3265338" y="119062"/>
                  <a:pt x="3323955" y="119062"/>
                </a:cubicBezTo>
                <a:close/>
                <a:moveTo>
                  <a:pt x="2861992" y="119062"/>
                </a:moveTo>
                <a:cubicBezTo>
                  <a:pt x="2954413" y="119062"/>
                  <a:pt x="3042879" y="190953"/>
                  <a:pt x="3042879" y="323592"/>
                </a:cubicBezTo>
                <a:lnTo>
                  <a:pt x="3042879" y="324670"/>
                </a:lnTo>
                <a:cubicBezTo>
                  <a:pt x="3042879" y="457309"/>
                  <a:pt x="2956571" y="529560"/>
                  <a:pt x="2861992" y="529560"/>
                </a:cubicBezTo>
                <a:cubicBezTo>
                  <a:pt x="2802296" y="529560"/>
                  <a:pt x="2764537" y="502241"/>
                  <a:pt x="2738285" y="470609"/>
                </a:cubicBezTo>
                <a:lnTo>
                  <a:pt x="2738285" y="640991"/>
                </a:lnTo>
                <a:lnTo>
                  <a:pt x="2625725" y="640991"/>
                </a:lnTo>
                <a:lnTo>
                  <a:pt x="2625725" y="126251"/>
                </a:lnTo>
                <a:lnTo>
                  <a:pt x="2738285" y="126251"/>
                </a:lnTo>
                <a:lnTo>
                  <a:pt x="2738285" y="183045"/>
                </a:lnTo>
                <a:cubicBezTo>
                  <a:pt x="2765615" y="146381"/>
                  <a:pt x="2803375" y="119062"/>
                  <a:pt x="2861992" y="119062"/>
                </a:cubicBezTo>
                <a:close/>
                <a:moveTo>
                  <a:pt x="1828929" y="25400"/>
                </a:moveTo>
                <a:lnTo>
                  <a:pt x="1939876" y="25400"/>
                </a:lnTo>
                <a:lnTo>
                  <a:pt x="1939876" y="127331"/>
                </a:lnTo>
                <a:lnTo>
                  <a:pt x="2033229" y="127331"/>
                </a:lnTo>
                <a:lnTo>
                  <a:pt x="2033229" y="223859"/>
                </a:lnTo>
                <a:lnTo>
                  <a:pt x="1939876" y="223859"/>
                </a:lnTo>
                <a:lnTo>
                  <a:pt x="1939876" y="393143"/>
                </a:lnTo>
                <a:cubicBezTo>
                  <a:pt x="1939876" y="419436"/>
                  <a:pt x="1951006" y="431682"/>
                  <a:pt x="1976499" y="431682"/>
                </a:cubicBezTo>
                <a:cubicBezTo>
                  <a:pt x="1996606" y="431682"/>
                  <a:pt x="2015995" y="426640"/>
                  <a:pt x="2032152" y="417635"/>
                </a:cubicBezTo>
                <a:lnTo>
                  <a:pt x="2032152" y="508040"/>
                </a:lnTo>
                <a:cubicBezTo>
                  <a:pt x="2008814" y="522087"/>
                  <a:pt x="1981526" y="531452"/>
                  <a:pt x="1942748" y="531452"/>
                </a:cubicBezTo>
                <a:cubicBezTo>
                  <a:pt x="1874888" y="530371"/>
                  <a:pt x="1828929" y="502998"/>
                  <a:pt x="1828929" y="411512"/>
                </a:cubicBezTo>
                <a:lnTo>
                  <a:pt x="1828929" y="223859"/>
                </a:lnTo>
                <a:lnTo>
                  <a:pt x="1781175" y="223859"/>
                </a:lnTo>
                <a:lnTo>
                  <a:pt x="1781175" y="127331"/>
                </a:lnTo>
                <a:lnTo>
                  <a:pt x="1828929" y="127331"/>
                </a:lnTo>
                <a:close/>
                <a:moveTo>
                  <a:pt x="852488" y="1587"/>
                </a:moveTo>
                <a:lnTo>
                  <a:pt x="958347" y="1587"/>
                </a:lnTo>
                <a:lnTo>
                  <a:pt x="1201030" y="324325"/>
                </a:lnTo>
                <a:lnTo>
                  <a:pt x="1201030" y="1587"/>
                </a:lnTo>
                <a:lnTo>
                  <a:pt x="1314090" y="1587"/>
                </a:lnTo>
                <a:lnTo>
                  <a:pt x="1314090" y="523515"/>
                </a:lnTo>
                <a:lnTo>
                  <a:pt x="1216513" y="523515"/>
                </a:lnTo>
                <a:lnTo>
                  <a:pt x="965548" y="193573"/>
                </a:lnTo>
                <a:lnTo>
                  <a:pt x="965548" y="523515"/>
                </a:lnTo>
                <a:lnTo>
                  <a:pt x="852488" y="523515"/>
                </a:lnTo>
                <a:close/>
                <a:moveTo>
                  <a:pt x="0" y="1587"/>
                </a:moveTo>
                <a:lnTo>
                  <a:pt x="626703" y="1587"/>
                </a:lnTo>
                <a:lnTo>
                  <a:pt x="626703" y="523515"/>
                </a:lnTo>
                <a:lnTo>
                  <a:pt x="383005" y="523515"/>
                </a:lnTo>
                <a:lnTo>
                  <a:pt x="383005" y="209782"/>
                </a:lnTo>
                <a:lnTo>
                  <a:pt x="243698" y="209782"/>
                </a:lnTo>
                <a:lnTo>
                  <a:pt x="243698" y="523515"/>
                </a:lnTo>
                <a:lnTo>
                  <a:pt x="0" y="523515"/>
                </a:lnTo>
                <a:close/>
                <a:moveTo>
                  <a:pt x="2277940" y="0"/>
                </a:moveTo>
                <a:lnTo>
                  <a:pt x="2380505" y="0"/>
                </a:lnTo>
                <a:lnTo>
                  <a:pt x="2596790" y="521927"/>
                </a:lnTo>
                <a:lnTo>
                  <a:pt x="2478031" y="521927"/>
                </a:lnTo>
                <a:lnTo>
                  <a:pt x="2430168" y="405223"/>
                </a:lnTo>
                <a:lnTo>
                  <a:pt x="2223959" y="405223"/>
                </a:lnTo>
                <a:lnTo>
                  <a:pt x="2176095" y="521927"/>
                </a:lnTo>
                <a:lnTo>
                  <a:pt x="2060575" y="521927"/>
                </a:lnTo>
                <a:close/>
              </a:path>
            </a:pathLst>
          </a:custGeom>
          <a:solidFill>
            <a:schemeClr val="bg1"/>
          </a:solidFill>
          <a:ln>
            <a:noFill/>
          </a:ln>
          <a:effectLst/>
        </p:spPr>
        <p:txBody>
          <a:bodyPr wrap="square" anchor="ctr">
            <a:noAutofit/>
          </a:bodyPr>
          <a:lstStyle/>
          <a:p>
            <a:endParaRPr lang="en-US"/>
          </a:p>
        </p:txBody>
      </p:sp>
    </p:spTree>
    <p:extLst>
      <p:ext uri="{BB962C8B-B14F-4D97-AF65-F5344CB8AC3E}">
        <p14:creationId xmlns:p14="http://schemas.microsoft.com/office/powerpoint/2010/main" val="66368877"/>
      </p:ext>
    </p:extLst>
  </p:cSld>
  <p:clrMapOvr>
    <a:masterClrMapping/>
  </p:clrMapOvr>
  <p:transition spd="med">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3031" y="240330"/>
            <a:ext cx="11661637" cy="904795"/>
          </a:xfrm>
        </p:spPr>
        <p:txBody>
          <a:bodyPr wrap="square" lIns="91521">
            <a:noAutofit/>
          </a:bodyPr>
          <a:lstStyle>
            <a:lvl1pPr>
              <a:defRPr sz="3000"/>
            </a:lvl1pPr>
          </a:lstStyle>
          <a:p>
            <a:r>
              <a:rPr lang="en-US" dirty="0"/>
              <a:t>Click to Edit Master Title Style</a:t>
            </a:r>
          </a:p>
        </p:txBody>
      </p:sp>
      <p:sp>
        <p:nvSpPr>
          <p:cNvPr id="48" name="Content Placeholder 3"/>
          <p:cNvSpPr>
            <a:spLocks noGrp="1"/>
          </p:cNvSpPr>
          <p:nvPr>
            <p:ph sz="quarter" idx="14" hasCustomPrompt="1"/>
          </p:nvPr>
        </p:nvSpPr>
        <p:spPr>
          <a:xfrm>
            <a:off x="263031" y="1733552"/>
            <a:ext cx="11661637" cy="4479925"/>
          </a:xfrm>
        </p:spPr>
        <p:txBody>
          <a:bodyPr wrap="square" lIns="91521">
            <a:noAutofit/>
          </a:bodyPr>
          <a:lstStyle>
            <a:lvl1pPr>
              <a:buClr>
                <a:schemeClr val="accent2"/>
              </a:buClr>
              <a:defRPr/>
            </a:lvl1pPr>
            <a:lvl2pPr>
              <a:buClr>
                <a:schemeClr val="accent2"/>
              </a:buClr>
              <a:defRPr/>
            </a:lvl2pPr>
            <a:lvl3pPr>
              <a:buClr>
                <a:schemeClr val="accent2"/>
              </a:buClr>
              <a:defRPr/>
            </a:lvl3pPr>
            <a:lvl4pPr>
              <a:buClr>
                <a:schemeClr val="accent2"/>
              </a:buClr>
              <a:defRPr/>
            </a:lvl4pPr>
            <a:lvl5pPr>
              <a:buClr>
                <a:schemeClr val="accent2"/>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9" name="Text Placeholder 2"/>
          <p:cNvSpPr>
            <a:spLocks noGrp="1"/>
          </p:cNvSpPr>
          <p:nvPr>
            <p:ph type="body" idx="10" hasCustomPrompt="1"/>
          </p:nvPr>
        </p:nvSpPr>
        <p:spPr bwMode="gray">
          <a:xfrm>
            <a:off x="263031" y="1106419"/>
            <a:ext cx="11661637" cy="400109"/>
          </a:xfrm>
        </p:spPr>
        <p:txBody>
          <a:bodyPr lIns="91521" tIns="45761" rIns="91521" bIns="45761" anchor="t">
            <a:noAutofit/>
          </a:bodyPr>
          <a:lstStyle>
            <a:lvl1pPr marL="0" indent="0">
              <a:spcBef>
                <a:spcPts val="0"/>
              </a:spcBef>
              <a:spcAft>
                <a:spcPts val="0"/>
              </a:spcAft>
              <a:buNone/>
              <a:defRPr sz="1800" b="0">
                <a:solidFill>
                  <a:schemeClr val="accent2"/>
                </a:solidFill>
              </a:defRPr>
            </a:lvl1pPr>
            <a:lvl2pPr marL="457608" indent="0">
              <a:buNone/>
              <a:defRPr sz="2000" b="1"/>
            </a:lvl2pPr>
            <a:lvl3pPr marL="915216" indent="0">
              <a:buNone/>
              <a:defRPr sz="1900" b="1"/>
            </a:lvl3pPr>
            <a:lvl4pPr marL="1372822" indent="0">
              <a:buNone/>
              <a:defRPr sz="1600" b="1"/>
            </a:lvl4pPr>
            <a:lvl5pPr marL="1830430" indent="0">
              <a:buNone/>
              <a:defRPr sz="1600" b="1"/>
            </a:lvl5pPr>
            <a:lvl6pPr marL="2288038" indent="0">
              <a:buNone/>
              <a:defRPr sz="1600" b="1"/>
            </a:lvl6pPr>
            <a:lvl7pPr marL="2745646" indent="0">
              <a:buNone/>
              <a:defRPr sz="1600" b="1"/>
            </a:lvl7pPr>
            <a:lvl8pPr marL="3203253" indent="0">
              <a:buNone/>
              <a:defRPr sz="1600" b="1"/>
            </a:lvl8pPr>
            <a:lvl9pPr marL="3660861" indent="0">
              <a:buNone/>
              <a:defRPr sz="1600" b="1"/>
            </a:lvl9pPr>
          </a:lstStyle>
          <a:p>
            <a:pPr lvl="0"/>
            <a:r>
              <a:rPr lang="en-US" dirty="0"/>
              <a:t>Click to edit master text styles</a:t>
            </a:r>
          </a:p>
        </p:txBody>
      </p:sp>
      <p:sp>
        <p:nvSpPr>
          <p:cNvPr id="11" name="Slide Number Placeholder 5"/>
          <p:cNvSpPr>
            <a:spLocks noGrp="1"/>
          </p:cNvSpPr>
          <p:nvPr>
            <p:ph type="sldNum" sz="quarter" idx="4"/>
          </p:nvPr>
        </p:nvSpPr>
        <p:spPr>
          <a:xfrm>
            <a:off x="294490" y="6462574"/>
            <a:ext cx="448654" cy="260809"/>
          </a:xfrm>
          <a:prstGeom prst="rect">
            <a:avLst/>
          </a:prstGeom>
        </p:spPr>
        <p:txBody>
          <a:bodyPr vert="horz" wrap="square" lIns="91521" tIns="45761" rIns="91521" bIns="45761" rtlCol="0" anchor="b">
            <a:noAutofit/>
          </a:bodyPr>
          <a:lstStyle>
            <a:lvl1pPr>
              <a:defRPr lang="en-US" sz="1050" b="1" smtClean="0">
                <a:solidFill>
                  <a:schemeClr val="bg1"/>
                </a:solidFill>
              </a:defRPr>
            </a:lvl1pPr>
          </a:lstStyle>
          <a:p>
            <a:fld id="{B071A5F3-A4FF-4CEE-8215-C08835B585C1}" type="slidenum">
              <a:rPr lang="en-US" smtClean="0"/>
              <a:pPr/>
              <a:t>‹#›</a:t>
            </a:fld>
            <a:endParaRPr lang="en-US" dirty="0"/>
          </a:p>
        </p:txBody>
      </p:sp>
      <p:sp>
        <p:nvSpPr>
          <p:cNvPr id="8" name="Footer Placeholder 4"/>
          <p:cNvSpPr>
            <a:spLocks noGrp="1"/>
          </p:cNvSpPr>
          <p:nvPr>
            <p:ph type="ftr" sz="quarter" idx="3"/>
          </p:nvPr>
        </p:nvSpPr>
        <p:spPr>
          <a:xfrm>
            <a:off x="743144" y="6472734"/>
            <a:ext cx="6540464" cy="240489"/>
          </a:xfrm>
          <a:prstGeom prst="rect">
            <a:avLst/>
          </a:prstGeom>
        </p:spPr>
        <p:txBody>
          <a:bodyPr vert="horz" wrap="square" lIns="91521" tIns="45761" rIns="91521" bIns="45761" rtlCol="0" anchor="b">
            <a:noAutofit/>
          </a:bodyPr>
          <a:lstStyle>
            <a:lvl1pPr>
              <a:defRPr lang="en-US" sz="800" smtClean="0">
                <a:solidFill>
                  <a:schemeClr val="bg1"/>
                </a:solidFill>
              </a:defRPr>
            </a:lvl1pPr>
          </a:lstStyle>
          <a:p>
            <a:r>
              <a:rPr lang="en-US"/>
              <a:t>© 2023 NetApp, Inc. All rights reserved.  — NETAPP CONFIDENTIAL — </a:t>
            </a:r>
            <a:endParaRPr lang="en-US" dirty="0"/>
          </a:p>
        </p:txBody>
      </p:sp>
      <p:sp>
        <p:nvSpPr>
          <p:cNvPr id="9" name="Freeform: Shape 8">
            <a:extLst>
              <a:ext uri="{FF2B5EF4-FFF2-40B4-BE49-F238E27FC236}">
                <a16:creationId xmlns:a16="http://schemas.microsoft.com/office/drawing/2014/main" id="{559476FB-D41F-4589-8903-38E589A37303}"/>
              </a:ext>
            </a:extLst>
          </p:cNvPr>
          <p:cNvSpPr>
            <a:spLocks noChangeAspect="1" noChangeArrowheads="1"/>
          </p:cNvSpPr>
          <p:nvPr userDrawn="1"/>
        </p:nvSpPr>
        <p:spPr bwMode="auto">
          <a:xfrm>
            <a:off x="10776007" y="6495019"/>
            <a:ext cx="1042416" cy="190644"/>
          </a:xfrm>
          <a:custGeom>
            <a:avLst/>
            <a:gdLst>
              <a:gd name="connsiteX0" fmla="*/ 3294826 w 3504841"/>
              <a:gd name="connsiteY0" fmla="*/ 214318 h 640991"/>
              <a:gd name="connsiteX1" fmla="*/ 3198090 w 3504841"/>
              <a:gd name="connsiteY1" fmla="*/ 323592 h 640991"/>
              <a:gd name="connsiteX2" fmla="*/ 3198090 w 3504841"/>
              <a:gd name="connsiteY2" fmla="*/ 324670 h 640991"/>
              <a:gd name="connsiteX3" fmla="*/ 3294826 w 3504841"/>
              <a:gd name="connsiteY3" fmla="*/ 434304 h 640991"/>
              <a:gd name="connsiteX4" fmla="*/ 3391922 w 3504841"/>
              <a:gd name="connsiteY4" fmla="*/ 324670 h 640991"/>
              <a:gd name="connsiteX5" fmla="*/ 3391922 w 3504841"/>
              <a:gd name="connsiteY5" fmla="*/ 323592 h 640991"/>
              <a:gd name="connsiteX6" fmla="*/ 3294826 w 3504841"/>
              <a:gd name="connsiteY6" fmla="*/ 214318 h 640991"/>
              <a:gd name="connsiteX7" fmla="*/ 2831785 w 3504841"/>
              <a:gd name="connsiteY7" fmla="*/ 214318 h 640991"/>
              <a:gd name="connsiteX8" fmla="*/ 2735408 w 3504841"/>
              <a:gd name="connsiteY8" fmla="*/ 323592 h 640991"/>
              <a:gd name="connsiteX9" fmla="*/ 2735408 w 3504841"/>
              <a:gd name="connsiteY9" fmla="*/ 324670 h 640991"/>
              <a:gd name="connsiteX10" fmla="*/ 2831785 w 3504841"/>
              <a:gd name="connsiteY10" fmla="*/ 434304 h 640991"/>
              <a:gd name="connsiteX11" fmla="*/ 2929240 w 3504841"/>
              <a:gd name="connsiteY11" fmla="*/ 324670 h 640991"/>
              <a:gd name="connsiteX12" fmla="*/ 2929240 w 3504841"/>
              <a:gd name="connsiteY12" fmla="*/ 323592 h 640991"/>
              <a:gd name="connsiteX13" fmla="*/ 2831785 w 3504841"/>
              <a:gd name="connsiteY13" fmla="*/ 214318 h 640991"/>
              <a:gd name="connsiteX14" fmla="*/ 1564332 w 3504841"/>
              <a:gd name="connsiteY14" fmla="*/ 209816 h 640991"/>
              <a:gd name="connsiteX15" fmla="*/ 1478061 w 3504841"/>
              <a:gd name="connsiteY15" fmla="*/ 293948 h 640991"/>
              <a:gd name="connsiteX16" fmla="*/ 1647368 w 3504841"/>
              <a:gd name="connsiteY16" fmla="*/ 293948 h 640991"/>
              <a:gd name="connsiteX17" fmla="*/ 1564332 w 3504841"/>
              <a:gd name="connsiteY17" fmla="*/ 209816 h 640991"/>
              <a:gd name="connsiteX18" fmla="*/ 2327603 w 3504841"/>
              <a:gd name="connsiteY18" fmla="*/ 137236 h 640991"/>
              <a:gd name="connsiteX19" fmla="*/ 2258507 w 3504841"/>
              <a:gd name="connsiteY19" fmla="*/ 305808 h 640991"/>
              <a:gd name="connsiteX20" fmla="*/ 2396699 w 3504841"/>
              <a:gd name="connsiteY20" fmla="*/ 305808 h 640991"/>
              <a:gd name="connsiteX21" fmla="*/ 1564332 w 3504841"/>
              <a:gd name="connsiteY21" fmla="*/ 120650 h 640991"/>
              <a:gd name="connsiteX22" fmla="*/ 1757004 w 3504841"/>
              <a:gd name="connsiteY22" fmla="*/ 335295 h 640991"/>
              <a:gd name="connsiteX23" fmla="*/ 1755925 w 3504841"/>
              <a:gd name="connsiteY23" fmla="*/ 364777 h 640991"/>
              <a:gd name="connsiteX24" fmla="*/ 1480218 w 3504841"/>
              <a:gd name="connsiteY24" fmla="*/ 364777 h 640991"/>
              <a:gd name="connsiteX25" fmla="*/ 1577273 w 3504841"/>
              <a:gd name="connsiteY25" fmla="*/ 442796 h 640991"/>
              <a:gd name="connsiteX26" fmla="*/ 1673968 w 3504841"/>
              <a:gd name="connsiteY26" fmla="*/ 402169 h 640991"/>
              <a:gd name="connsiteX27" fmla="*/ 1737593 w 3504841"/>
              <a:gd name="connsiteY27" fmla="*/ 458976 h 640991"/>
              <a:gd name="connsiteX28" fmla="*/ 1575475 w 3504841"/>
              <a:gd name="connsiteY28" fmla="*/ 533041 h 640991"/>
              <a:gd name="connsiteX29" fmla="*/ 1368425 w 3504841"/>
              <a:gd name="connsiteY29" fmla="*/ 327025 h 640991"/>
              <a:gd name="connsiteX30" fmla="*/ 1368425 w 3504841"/>
              <a:gd name="connsiteY30" fmla="*/ 326306 h 640991"/>
              <a:gd name="connsiteX31" fmla="*/ 1564332 w 3504841"/>
              <a:gd name="connsiteY31" fmla="*/ 120650 h 640991"/>
              <a:gd name="connsiteX32" fmla="*/ 3323955 w 3504841"/>
              <a:gd name="connsiteY32" fmla="*/ 119062 h 640991"/>
              <a:gd name="connsiteX33" fmla="*/ 3504841 w 3504841"/>
              <a:gd name="connsiteY33" fmla="*/ 323592 h 640991"/>
              <a:gd name="connsiteX34" fmla="*/ 3504841 w 3504841"/>
              <a:gd name="connsiteY34" fmla="*/ 324670 h 640991"/>
              <a:gd name="connsiteX35" fmla="*/ 3323955 w 3504841"/>
              <a:gd name="connsiteY35" fmla="*/ 529560 h 640991"/>
              <a:gd name="connsiteX36" fmla="*/ 3200247 w 3504841"/>
              <a:gd name="connsiteY36" fmla="*/ 470609 h 640991"/>
              <a:gd name="connsiteX37" fmla="*/ 3200247 w 3504841"/>
              <a:gd name="connsiteY37" fmla="*/ 640991 h 640991"/>
              <a:gd name="connsiteX38" fmla="*/ 3087688 w 3504841"/>
              <a:gd name="connsiteY38" fmla="*/ 640991 h 640991"/>
              <a:gd name="connsiteX39" fmla="*/ 3087688 w 3504841"/>
              <a:gd name="connsiteY39" fmla="*/ 126251 h 640991"/>
              <a:gd name="connsiteX40" fmla="*/ 3200247 w 3504841"/>
              <a:gd name="connsiteY40" fmla="*/ 126251 h 640991"/>
              <a:gd name="connsiteX41" fmla="*/ 3200247 w 3504841"/>
              <a:gd name="connsiteY41" fmla="*/ 183045 h 640991"/>
              <a:gd name="connsiteX42" fmla="*/ 3323955 w 3504841"/>
              <a:gd name="connsiteY42" fmla="*/ 119062 h 640991"/>
              <a:gd name="connsiteX43" fmla="*/ 2861992 w 3504841"/>
              <a:gd name="connsiteY43" fmla="*/ 119062 h 640991"/>
              <a:gd name="connsiteX44" fmla="*/ 3042879 w 3504841"/>
              <a:gd name="connsiteY44" fmla="*/ 323592 h 640991"/>
              <a:gd name="connsiteX45" fmla="*/ 3042879 w 3504841"/>
              <a:gd name="connsiteY45" fmla="*/ 324670 h 640991"/>
              <a:gd name="connsiteX46" fmla="*/ 2861992 w 3504841"/>
              <a:gd name="connsiteY46" fmla="*/ 529560 h 640991"/>
              <a:gd name="connsiteX47" fmla="*/ 2738285 w 3504841"/>
              <a:gd name="connsiteY47" fmla="*/ 470609 h 640991"/>
              <a:gd name="connsiteX48" fmla="*/ 2738285 w 3504841"/>
              <a:gd name="connsiteY48" fmla="*/ 640991 h 640991"/>
              <a:gd name="connsiteX49" fmla="*/ 2625725 w 3504841"/>
              <a:gd name="connsiteY49" fmla="*/ 640991 h 640991"/>
              <a:gd name="connsiteX50" fmla="*/ 2625725 w 3504841"/>
              <a:gd name="connsiteY50" fmla="*/ 126251 h 640991"/>
              <a:gd name="connsiteX51" fmla="*/ 2738285 w 3504841"/>
              <a:gd name="connsiteY51" fmla="*/ 126251 h 640991"/>
              <a:gd name="connsiteX52" fmla="*/ 2738285 w 3504841"/>
              <a:gd name="connsiteY52" fmla="*/ 183045 h 640991"/>
              <a:gd name="connsiteX53" fmla="*/ 2861992 w 3504841"/>
              <a:gd name="connsiteY53" fmla="*/ 119062 h 640991"/>
              <a:gd name="connsiteX54" fmla="*/ 1828929 w 3504841"/>
              <a:gd name="connsiteY54" fmla="*/ 25400 h 640991"/>
              <a:gd name="connsiteX55" fmla="*/ 1939876 w 3504841"/>
              <a:gd name="connsiteY55" fmla="*/ 25400 h 640991"/>
              <a:gd name="connsiteX56" fmla="*/ 1939876 w 3504841"/>
              <a:gd name="connsiteY56" fmla="*/ 127331 h 640991"/>
              <a:gd name="connsiteX57" fmla="*/ 2033229 w 3504841"/>
              <a:gd name="connsiteY57" fmla="*/ 127331 h 640991"/>
              <a:gd name="connsiteX58" fmla="*/ 2033229 w 3504841"/>
              <a:gd name="connsiteY58" fmla="*/ 223859 h 640991"/>
              <a:gd name="connsiteX59" fmla="*/ 1939876 w 3504841"/>
              <a:gd name="connsiteY59" fmla="*/ 223859 h 640991"/>
              <a:gd name="connsiteX60" fmla="*/ 1939876 w 3504841"/>
              <a:gd name="connsiteY60" fmla="*/ 393143 h 640991"/>
              <a:gd name="connsiteX61" fmla="*/ 1976499 w 3504841"/>
              <a:gd name="connsiteY61" fmla="*/ 431682 h 640991"/>
              <a:gd name="connsiteX62" fmla="*/ 2032152 w 3504841"/>
              <a:gd name="connsiteY62" fmla="*/ 417635 h 640991"/>
              <a:gd name="connsiteX63" fmla="*/ 2032152 w 3504841"/>
              <a:gd name="connsiteY63" fmla="*/ 508040 h 640991"/>
              <a:gd name="connsiteX64" fmla="*/ 1942748 w 3504841"/>
              <a:gd name="connsiteY64" fmla="*/ 531452 h 640991"/>
              <a:gd name="connsiteX65" fmla="*/ 1828929 w 3504841"/>
              <a:gd name="connsiteY65" fmla="*/ 411512 h 640991"/>
              <a:gd name="connsiteX66" fmla="*/ 1828929 w 3504841"/>
              <a:gd name="connsiteY66" fmla="*/ 223859 h 640991"/>
              <a:gd name="connsiteX67" fmla="*/ 1781175 w 3504841"/>
              <a:gd name="connsiteY67" fmla="*/ 223859 h 640991"/>
              <a:gd name="connsiteX68" fmla="*/ 1781175 w 3504841"/>
              <a:gd name="connsiteY68" fmla="*/ 127331 h 640991"/>
              <a:gd name="connsiteX69" fmla="*/ 1828929 w 3504841"/>
              <a:gd name="connsiteY69" fmla="*/ 127331 h 640991"/>
              <a:gd name="connsiteX70" fmla="*/ 852488 w 3504841"/>
              <a:gd name="connsiteY70" fmla="*/ 1587 h 640991"/>
              <a:gd name="connsiteX71" fmla="*/ 958347 w 3504841"/>
              <a:gd name="connsiteY71" fmla="*/ 1587 h 640991"/>
              <a:gd name="connsiteX72" fmla="*/ 1201030 w 3504841"/>
              <a:gd name="connsiteY72" fmla="*/ 324325 h 640991"/>
              <a:gd name="connsiteX73" fmla="*/ 1201030 w 3504841"/>
              <a:gd name="connsiteY73" fmla="*/ 1587 h 640991"/>
              <a:gd name="connsiteX74" fmla="*/ 1314090 w 3504841"/>
              <a:gd name="connsiteY74" fmla="*/ 1587 h 640991"/>
              <a:gd name="connsiteX75" fmla="*/ 1314090 w 3504841"/>
              <a:gd name="connsiteY75" fmla="*/ 523515 h 640991"/>
              <a:gd name="connsiteX76" fmla="*/ 1216513 w 3504841"/>
              <a:gd name="connsiteY76" fmla="*/ 523515 h 640991"/>
              <a:gd name="connsiteX77" fmla="*/ 965548 w 3504841"/>
              <a:gd name="connsiteY77" fmla="*/ 193573 h 640991"/>
              <a:gd name="connsiteX78" fmla="*/ 965548 w 3504841"/>
              <a:gd name="connsiteY78" fmla="*/ 523515 h 640991"/>
              <a:gd name="connsiteX79" fmla="*/ 852488 w 3504841"/>
              <a:gd name="connsiteY79" fmla="*/ 523515 h 640991"/>
              <a:gd name="connsiteX80" fmla="*/ 0 w 3504841"/>
              <a:gd name="connsiteY80" fmla="*/ 1587 h 640991"/>
              <a:gd name="connsiteX81" fmla="*/ 626703 w 3504841"/>
              <a:gd name="connsiteY81" fmla="*/ 1587 h 640991"/>
              <a:gd name="connsiteX82" fmla="*/ 626703 w 3504841"/>
              <a:gd name="connsiteY82" fmla="*/ 523515 h 640991"/>
              <a:gd name="connsiteX83" fmla="*/ 383005 w 3504841"/>
              <a:gd name="connsiteY83" fmla="*/ 523515 h 640991"/>
              <a:gd name="connsiteX84" fmla="*/ 383005 w 3504841"/>
              <a:gd name="connsiteY84" fmla="*/ 209782 h 640991"/>
              <a:gd name="connsiteX85" fmla="*/ 243698 w 3504841"/>
              <a:gd name="connsiteY85" fmla="*/ 209782 h 640991"/>
              <a:gd name="connsiteX86" fmla="*/ 243698 w 3504841"/>
              <a:gd name="connsiteY86" fmla="*/ 523515 h 640991"/>
              <a:gd name="connsiteX87" fmla="*/ 0 w 3504841"/>
              <a:gd name="connsiteY87" fmla="*/ 523515 h 640991"/>
              <a:gd name="connsiteX88" fmla="*/ 2277940 w 3504841"/>
              <a:gd name="connsiteY88" fmla="*/ 0 h 640991"/>
              <a:gd name="connsiteX89" fmla="*/ 2380505 w 3504841"/>
              <a:gd name="connsiteY89" fmla="*/ 0 h 640991"/>
              <a:gd name="connsiteX90" fmla="*/ 2596790 w 3504841"/>
              <a:gd name="connsiteY90" fmla="*/ 521927 h 640991"/>
              <a:gd name="connsiteX91" fmla="*/ 2478031 w 3504841"/>
              <a:gd name="connsiteY91" fmla="*/ 521927 h 640991"/>
              <a:gd name="connsiteX92" fmla="*/ 2430168 w 3504841"/>
              <a:gd name="connsiteY92" fmla="*/ 405223 h 640991"/>
              <a:gd name="connsiteX93" fmla="*/ 2223959 w 3504841"/>
              <a:gd name="connsiteY93" fmla="*/ 405223 h 640991"/>
              <a:gd name="connsiteX94" fmla="*/ 2176095 w 3504841"/>
              <a:gd name="connsiteY94" fmla="*/ 521927 h 640991"/>
              <a:gd name="connsiteX95" fmla="*/ 2060575 w 3504841"/>
              <a:gd name="connsiteY95" fmla="*/ 521927 h 64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3504841" h="640991">
                <a:moveTo>
                  <a:pt x="3294826" y="214318"/>
                </a:moveTo>
                <a:cubicBezTo>
                  <a:pt x="3242322" y="214318"/>
                  <a:pt x="3198090" y="258171"/>
                  <a:pt x="3198090" y="323592"/>
                </a:cubicBezTo>
                <a:lnTo>
                  <a:pt x="3198090" y="324670"/>
                </a:lnTo>
                <a:cubicBezTo>
                  <a:pt x="3198090" y="390451"/>
                  <a:pt x="3242322" y="434304"/>
                  <a:pt x="3294826" y="434304"/>
                </a:cubicBezTo>
                <a:cubicBezTo>
                  <a:pt x="3347689" y="434304"/>
                  <a:pt x="3391922" y="391529"/>
                  <a:pt x="3391922" y="324670"/>
                </a:cubicBezTo>
                <a:lnTo>
                  <a:pt x="3391922" y="323592"/>
                </a:lnTo>
                <a:cubicBezTo>
                  <a:pt x="3391922" y="258171"/>
                  <a:pt x="3347689" y="214318"/>
                  <a:pt x="3294826" y="214318"/>
                </a:cubicBezTo>
                <a:close/>
                <a:moveTo>
                  <a:pt x="2831785" y="214318"/>
                </a:moveTo>
                <a:cubicBezTo>
                  <a:pt x="2778921" y="214318"/>
                  <a:pt x="2735408" y="258171"/>
                  <a:pt x="2735408" y="323592"/>
                </a:cubicBezTo>
                <a:lnTo>
                  <a:pt x="2735408" y="324670"/>
                </a:lnTo>
                <a:cubicBezTo>
                  <a:pt x="2735408" y="390451"/>
                  <a:pt x="2778921" y="434304"/>
                  <a:pt x="2831785" y="434304"/>
                </a:cubicBezTo>
                <a:cubicBezTo>
                  <a:pt x="2885367" y="434304"/>
                  <a:pt x="2929240" y="391529"/>
                  <a:pt x="2929240" y="324670"/>
                </a:cubicBezTo>
                <a:lnTo>
                  <a:pt x="2929240" y="323592"/>
                </a:lnTo>
                <a:cubicBezTo>
                  <a:pt x="2929240" y="258171"/>
                  <a:pt x="2884288" y="214318"/>
                  <a:pt x="2831785" y="214318"/>
                </a:cubicBezTo>
                <a:close/>
                <a:moveTo>
                  <a:pt x="1564332" y="209816"/>
                </a:moveTo>
                <a:cubicBezTo>
                  <a:pt x="1517602" y="209816"/>
                  <a:pt x="1487048" y="243253"/>
                  <a:pt x="1478061" y="293948"/>
                </a:cubicBezTo>
                <a:lnTo>
                  <a:pt x="1647368" y="293948"/>
                </a:lnTo>
                <a:cubicBezTo>
                  <a:pt x="1640179" y="243253"/>
                  <a:pt x="1611062" y="209816"/>
                  <a:pt x="1564332" y="209816"/>
                </a:cubicBezTo>
                <a:close/>
                <a:moveTo>
                  <a:pt x="2327603" y="137236"/>
                </a:moveTo>
                <a:lnTo>
                  <a:pt x="2258507" y="305808"/>
                </a:lnTo>
                <a:lnTo>
                  <a:pt x="2396699" y="305808"/>
                </a:lnTo>
                <a:close/>
                <a:moveTo>
                  <a:pt x="1564332" y="120650"/>
                </a:moveTo>
                <a:cubicBezTo>
                  <a:pt x="1696974" y="120650"/>
                  <a:pt x="1757004" y="223119"/>
                  <a:pt x="1757004" y="335295"/>
                </a:cubicBezTo>
                <a:cubicBezTo>
                  <a:pt x="1757004" y="344283"/>
                  <a:pt x="1755925" y="354710"/>
                  <a:pt x="1755925" y="364777"/>
                </a:cubicBezTo>
                <a:lnTo>
                  <a:pt x="1480218" y="364777"/>
                </a:lnTo>
                <a:cubicBezTo>
                  <a:pt x="1491361" y="415472"/>
                  <a:pt x="1526589" y="442796"/>
                  <a:pt x="1577273" y="442796"/>
                </a:cubicBezTo>
                <a:cubicBezTo>
                  <a:pt x="1615016" y="442796"/>
                  <a:pt x="1642335" y="430572"/>
                  <a:pt x="1673968" y="402169"/>
                </a:cubicBezTo>
                <a:lnTo>
                  <a:pt x="1737593" y="458976"/>
                </a:lnTo>
                <a:cubicBezTo>
                  <a:pt x="1701287" y="504637"/>
                  <a:pt x="1647368" y="533041"/>
                  <a:pt x="1575475" y="533041"/>
                </a:cubicBezTo>
                <a:cubicBezTo>
                  <a:pt x="1455775" y="531962"/>
                  <a:pt x="1368425" y="447830"/>
                  <a:pt x="1368425" y="327025"/>
                </a:cubicBezTo>
                <a:lnTo>
                  <a:pt x="1368425" y="326306"/>
                </a:lnTo>
                <a:cubicBezTo>
                  <a:pt x="1368425" y="213051"/>
                  <a:pt x="1449664" y="120650"/>
                  <a:pt x="1564332" y="120650"/>
                </a:cubicBezTo>
                <a:close/>
                <a:moveTo>
                  <a:pt x="3323955" y="119062"/>
                </a:moveTo>
                <a:cubicBezTo>
                  <a:pt x="3416376" y="119062"/>
                  <a:pt x="3504841" y="190953"/>
                  <a:pt x="3504841" y="323592"/>
                </a:cubicBezTo>
                <a:lnTo>
                  <a:pt x="3504841" y="324670"/>
                </a:lnTo>
                <a:cubicBezTo>
                  <a:pt x="3504841" y="457309"/>
                  <a:pt x="3418533" y="529560"/>
                  <a:pt x="3323955" y="529560"/>
                </a:cubicBezTo>
                <a:cubicBezTo>
                  <a:pt x="3264259" y="529560"/>
                  <a:pt x="3226499" y="502241"/>
                  <a:pt x="3200247" y="470609"/>
                </a:cubicBezTo>
                <a:lnTo>
                  <a:pt x="3200247" y="640991"/>
                </a:lnTo>
                <a:lnTo>
                  <a:pt x="3087688" y="640991"/>
                </a:lnTo>
                <a:lnTo>
                  <a:pt x="3087688" y="126251"/>
                </a:lnTo>
                <a:lnTo>
                  <a:pt x="3200247" y="126251"/>
                </a:lnTo>
                <a:lnTo>
                  <a:pt x="3200247" y="183045"/>
                </a:lnTo>
                <a:cubicBezTo>
                  <a:pt x="3227578" y="146381"/>
                  <a:pt x="3265338" y="119062"/>
                  <a:pt x="3323955" y="119062"/>
                </a:cubicBezTo>
                <a:close/>
                <a:moveTo>
                  <a:pt x="2861992" y="119062"/>
                </a:moveTo>
                <a:cubicBezTo>
                  <a:pt x="2954413" y="119062"/>
                  <a:pt x="3042879" y="190953"/>
                  <a:pt x="3042879" y="323592"/>
                </a:cubicBezTo>
                <a:lnTo>
                  <a:pt x="3042879" y="324670"/>
                </a:lnTo>
                <a:cubicBezTo>
                  <a:pt x="3042879" y="457309"/>
                  <a:pt x="2956571" y="529560"/>
                  <a:pt x="2861992" y="529560"/>
                </a:cubicBezTo>
                <a:cubicBezTo>
                  <a:pt x="2802296" y="529560"/>
                  <a:pt x="2764537" y="502241"/>
                  <a:pt x="2738285" y="470609"/>
                </a:cubicBezTo>
                <a:lnTo>
                  <a:pt x="2738285" y="640991"/>
                </a:lnTo>
                <a:lnTo>
                  <a:pt x="2625725" y="640991"/>
                </a:lnTo>
                <a:lnTo>
                  <a:pt x="2625725" y="126251"/>
                </a:lnTo>
                <a:lnTo>
                  <a:pt x="2738285" y="126251"/>
                </a:lnTo>
                <a:lnTo>
                  <a:pt x="2738285" y="183045"/>
                </a:lnTo>
                <a:cubicBezTo>
                  <a:pt x="2765615" y="146381"/>
                  <a:pt x="2803375" y="119062"/>
                  <a:pt x="2861992" y="119062"/>
                </a:cubicBezTo>
                <a:close/>
                <a:moveTo>
                  <a:pt x="1828929" y="25400"/>
                </a:moveTo>
                <a:lnTo>
                  <a:pt x="1939876" y="25400"/>
                </a:lnTo>
                <a:lnTo>
                  <a:pt x="1939876" y="127331"/>
                </a:lnTo>
                <a:lnTo>
                  <a:pt x="2033229" y="127331"/>
                </a:lnTo>
                <a:lnTo>
                  <a:pt x="2033229" y="223859"/>
                </a:lnTo>
                <a:lnTo>
                  <a:pt x="1939876" y="223859"/>
                </a:lnTo>
                <a:lnTo>
                  <a:pt x="1939876" y="393143"/>
                </a:lnTo>
                <a:cubicBezTo>
                  <a:pt x="1939876" y="419436"/>
                  <a:pt x="1951006" y="431682"/>
                  <a:pt x="1976499" y="431682"/>
                </a:cubicBezTo>
                <a:cubicBezTo>
                  <a:pt x="1996606" y="431682"/>
                  <a:pt x="2015995" y="426640"/>
                  <a:pt x="2032152" y="417635"/>
                </a:cubicBezTo>
                <a:lnTo>
                  <a:pt x="2032152" y="508040"/>
                </a:lnTo>
                <a:cubicBezTo>
                  <a:pt x="2008814" y="522087"/>
                  <a:pt x="1981526" y="531452"/>
                  <a:pt x="1942748" y="531452"/>
                </a:cubicBezTo>
                <a:cubicBezTo>
                  <a:pt x="1874888" y="530371"/>
                  <a:pt x="1828929" y="502998"/>
                  <a:pt x="1828929" y="411512"/>
                </a:cubicBezTo>
                <a:lnTo>
                  <a:pt x="1828929" y="223859"/>
                </a:lnTo>
                <a:lnTo>
                  <a:pt x="1781175" y="223859"/>
                </a:lnTo>
                <a:lnTo>
                  <a:pt x="1781175" y="127331"/>
                </a:lnTo>
                <a:lnTo>
                  <a:pt x="1828929" y="127331"/>
                </a:lnTo>
                <a:close/>
                <a:moveTo>
                  <a:pt x="852488" y="1587"/>
                </a:moveTo>
                <a:lnTo>
                  <a:pt x="958347" y="1587"/>
                </a:lnTo>
                <a:lnTo>
                  <a:pt x="1201030" y="324325"/>
                </a:lnTo>
                <a:lnTo>
                  <a:pt x="1201030" y="1587"/>
                </a:lnTo>
                <a:lnTo>
                  <a:pt x="1314090" y="1587"/>
                </a:lnTo>
                <a:lnTo>
                  <a:pt x="1314090" y="523515"/>
                </a:lnTo>
                <a:lnTo>
                  <a:pt x="1216513" y="523515"/>
                </a:lnTo>
                <a:lnTo>
                  <a:pt x="965548" y="193573"/>
                </a:lnTo>
                <a:lnTo>
                  <a:pt x="965548" y="523515"/>
                </a:lnTo>
                <a:lnTo>
                  <a:pt x="852488" y="523515"/>
                </a:lnTo>
                <a:close/>
                <a:moveTo>
                  <a:pt x="0" y="1587"/>
                </a:moveTo>
                <a:lnTo>
                  <a:pt x="626703" y="1587"/>
                </a:lnTo>
                <a:lnTo>
                  <a:pt x="626703" y="523515"/>
                </a:lnTo>
                <a:lnTo>
                  <a:pt x="383005" y="523515"/>
                </a:lnTo>
                <a:lnTo>
                  <a:pt x="383005" y="209782"/>
                </a:lnTo>
                <a:lnTo>
                  <a:pt x="243698" y="209782"/>
                </a:lnTo>
                <a:lnTo>
                  <a:pt x="243698" y="523515"/>
                </a:lnTo>
                <a:lnTo>
                  <a:pt x="0" y="523515"/>
                </a:lnTo>
                <a:close/>
                <a:moveTo>
                  <a:pt x="2277940" y="0"/>
                </a:moveTo>
                <a:lnTo>
                  <a:pt x="2380505" y="0"/>
                </a:lnTo>
                <a:lnTo>
                  <a:pt x="2596790" y="521927"/>
                </a:lnTo>
                <a:lnTo>
                  <a:pt x="2478031" y="521927"/>
                </a:lnTo>
                <a:lnTo>
                  <a:pt x="2430168" y="405223"/>
                </a:lnTo>
                <a:lnTo>
                  <a:pt x="2223959" y="405223"/>
                </a:lnTo>
                <a:lnTo>
                  <a:pt x="2176095" y="521927"/>
                </a:lnTo>
                <a:lnTo>
                  <a:pt x="2060575" y="521927"/>
                </a:lnTo>
                <a:close/>
              </a:path>
            </a:pathLst>
          </a:custGeom>
          <a:solidFill>
            <a:schemeClr val="bg1"/>
          </a:solidFill>
          <a:ln>
            <a:noFill/>
          </a:ln>
          <a:effectLst/>
        </p:spPr>
        <p:txBody>
          <a:bodyPr wrap="square" anchor="ctr">
            <a:noAutofit/>
          </a:bodyPr>
          <a:lstStyle/>
          <a:p>
            <a:endParaRPr lang="en-US"/>
          </a:p>
        </p:txBody>
      </p:sp>
    </p:spTree>
    <p:extLst>
      <p:ext uri="{BB962C8B-B14F-4D97-AF65-F5344CB8AC3E}">
        <p14:creationId xmlns:p14="http://schemas.microsoft.com/office/powerpoint/2010/main" val="692425247"/>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No Subtitle, No Sourc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3031" y="240330"/>
            <a:ext cx="11661637" cy="904795"/>
          </a:xfrm>
        </p:spPr>
        <p:txBody>
          <a:bodyPr wrap="square" lIns="91521">
            <a:noAutofit/>
          </a:bodyPr>
          <a:lstStyle>
            <a:lvl1pPr>
              <a:defRPr sz="3000"/>
            </a:lvl1pPr>
          </a:lstStyle>
          <a:p>
            <a:r>
              <a:rPr lang="en-US" dirty="0"/>
              <a:t>Click to Edit Master Title Style</a:t>
            </a:r>
          </a:p>
        </p:txBody>
      </p:sp>
      <p:sp>
        <p:nvSpPr>
          <p:cNvPr id="48" name="Content Placeholder 3"/>
          <p:cNvSpPr>
            <a:spLocks noGrp="1"/>
          </p:cNvSpPr>
          <p:nvPr>
            <p:ph sz="quarter" idx="14" hasCustomPrompt="1"/>
          </p:nvPr>
        </p:nvSpPr>
        <p:spPr>
          <a:xfrm>
            <a:off x="263031" y="1735709"/>
            <a:ext cx="11661637" cy="4479897"/>
          </a:xfrm>
        </p:spPr>
        <p:txBody>
          <a:bodyPr wrap="square" lIns="91521">
            <a:noAutofit/>
          </a:bodyPr>
          <a:lstStyle>
            <a:lvl1pPr>
              <a:buClr>
                <a:schemeClr val="accent2"/>
              </a:buClr>
              <a:defRPr/>
            </a:lvl1pPr>
            <a:lvl2pPr>
              <a:buClr>
                <a:schemeClr val="accent2"/>
              </a:buClr>
              <a:defRPr/>
            </a:lvl2pPr>
            <a:lvl3pPr>
              <a:buClr>
                <a:schemeClr val="accent2"/>
              </a:buClr>
              <a:defRPr/>
            </a:lvl3pPr>
            <a:lvl4pPr>
              <a:buClr>
                <a:schemeClr val="accent2"/>
              </a:buClr>
              <a:defRPr/>
            </a:lvl4pPr>
            <a:lvl5pPr>
              <a:buClr>
                <a:schemeClr val="accent2"/>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p:cNvSpPr>
            <a:spLocks noGrp="1"/>
          </p:cNvSpPr>
          <p:nvPr>
            <p:ph type="sldNum" sz="quarter" idx="4"/>
          </p:nvPr>
        </p:nvSpPr>
        <p:spPr>
          <a:xfrm>
            <a:off x="294490" y="6462574"/>
            <a:ext cx="448654" cy="260809"/>
          </a:xfrm>
          <a:prstGeom prst="rect">
            <a:avLst/>
          </a:prstGeom>
        </p:spPr>
        <p:txBody>
          <a:bodyPr vert="horz" wrap="square" lIns="91521" tIns="45761" rIns="91521" bIns="45761" rtlCol="0" anchor="b">
            <a:noAutofit/>
          </a:bodyPr>
          <a:lstStyle>
            <a:lvl1pPr>
              <a:defRPr lang="en-US" sz="1050" b="1" smtClean="0">
                <a:solidFill>
                  <a:schemeClr val="bg1"/>
                </a:solidFill>
              </a:defRPr>
            </a:lvl1pPr>
          </a:lstStyle>
          <a:p>
            <a:fld id="{B071A5F3-A4FF-4CEE-8215-C08835B585C1}" type="slidenum">
              <a:rPr lang="en-US" smtClean="0"/>
              <a:pPr/>
              <a:t>‹#›</a:t>
            </a:fld>
            <a:endParaRPr lang="en-US" dirty="0"/>
          </a:p>
        </p:txBody>
      </p:sp>
      <p:sp>
        <p:nvSpPr>
          <p:cNvPr id="8" name="Footer Placeholder 4"/>
          <p:cNvSpPr>
            <a:spLocks noGrp="1"/>
          </p:cNvSpPr>
          <p:nvPr>
            <p:ph type="ftr" sz="quarter" idx="3"/>
          </p:nvPr>
        </p:nvSpPr>
        <p:spPr>
          <a:xfrm>
            <a:off x="743144" y="6472734"/>
            <a:ext cx="6540464" cy="240489"/>
          </a:xfrm>
          <a:prstGeom prst="rect">
            <a:avLst/>
          </a:prstGeom>
        </p:spPr>
        <p:txBody>
          <a:bodyPr vert="horz" wrap="square" lIns="91521" tIns="45761" rIns="91521" bIns="45761" rtlCol="0" anchor="b">
            <a:noAutofit/>
          </a:bodyPr>
          <a:lstStyle>
            <a:lvl1pPr>
              <a:defRPr lang="en-US" sz="800" smtClean="0">
                <a:solidFill>
                  <a:schemeClr val="bg1"/>
                </a:solidFill>
              </a:defRPr>
            </a:lvl1pPr>
          </a:lstStyle>
          <a:p>
            <a:r>
              <a:rPr lang="en-US"/>
              <a:t>© 2023 NetApp, Inc. All rights reserved.  — NETAPP CONFIDENTIAL — </a:t>
            </a:r>
            <a:endParaRPr lang="en-US" dirty="0"/>
          </a:p>
        </p:txBody>
      </p:sp>
      <p:sp>
        <p:nvSpPr>
          <p:cNvPr id="7" name="Freeform: Shape 6">
            <a:extLst>
              <a:ext uri="{FF2B5EF4-FFF2-40B4-BE49-F238E27FC236}">
                <a16:creationId xmlns:a16="http://schemas.microsoft.com/office/drawing/2014/main" id="{8B785AAE-D62B-45A3-88F7-E74D5D64459E}"/>
              </a:ext>
            </a:extLst>
          </p:cNvPr>
          <p:cNvSpPr>
            <a:spLocks noChangeAspect="1" noChangeArrowheads="1"/>
          </p:cNvSpPr>
          <p:nvPr userDrawn="1"/>
        </p:nvSpPr>
        <p:spPr bwMode="auto">
          <a:xfrm>
            <a:off x="10776007" y="6495019"/>
            <a:ext cx="1042416" cy="190644"/>
          </a:xfrm>
          <a:custGeom>
            <a:avLst/>
            <a:gdLst>
              <a:gd name="connsiteX0" fmla="*/ 3294826 w 3504841"/>
              <a:gd name="connsiteY0" fmla="*/ 214318 h 640991"/>
              <a:gd name="connsiteX1" fmla="*/ 3198090 w 3504841"/>
              <a:gd name="connsiteY1" fmla="*/ 323592 h 640991"/>
              <a:gd name="connsiteX2" fmla="*/ 3198090 w 3504841"/>
              <a:gd name="connsiteY2" fmla="*/ 324670 h 640991"/>
              <a:gd name="connsiteX3" fmla="*/ 3294826 w 3504841"/>
              <a:gd name="connsiteY3" fmla="*/ 434304 h 640991"/>
              <a:gd name="connsiteX4" fmla="*/ 3391922 w 3504841"/>
              <a:gd name="connsiteY4" fmla="*/ 324670 h 640991"/>
              <a:gd name="connsiteX5" fmla="*/ 3391922 w 3504841"/>
              <a:gd name="connsiteY5" fmla="*/ 323592 h 640991"/>
              <a:gd name="connsiteX6" fmla="*/ 3294826 w 3504841"/>
              <a:gd name="connsiteY6" fmla="*/ 214318 h 640991"/>
              <a:gd name="connsiteX7" fmla="*/ 2831785 w 3504841"/>
              <a:gd name="connsiteY7" fmla="*/ 214318 h 640991"/>
              <a:gd name="connsiteX8" fmla="*/ 2735408 w 3504841"/>
              <a:gd name="connsiteY8" fmla="*/ 323592 h 640991"/>
              <a:gd name="connsiteX9" fmla="*/ 2735408 w 3504841"/>
              <a:gd name="connsiteY9" fmla="*/ 324670 h 640991"/>
              <a:gd name="connsiteX10" fmla="*/ 2831785 w 3504841"/>
              <a:gd name="connsiteY10" fmla="*/ 434304 h 640991"/>
              <a:gd name="connsiteX11" fmla="*/ 2929240 w 3504841"/>
              <a:gd name="connsiteY11" fmla="*/ 324670 h 640991"/>
              <a:gd name="connsiteX12" fmla="*/ 2929240 w 3504841"/>
              <a:gd name="connsiteY12" fmla="*/ 323592 h 640991"/>
              <a:gd name="connsiteX13" fmla="*/ 2831785 w 3504841"/>
              <a:gd name="connsiteY13" fmla="*/ 214318 h 640991"/>
              <a:gd name="connsiteX14" fmla="*/ 1564332 w 3504841"/>
              <a:gd name="connsiteY14" fmla="*/ 209816 h 640991"/>
              <a:gd name="connsiteX15" fmla="*/ 1478061 w 3504841"/>
              <a:gd name="connsiteY15" fmla="*/ 293948 h 640991"/>
              <a:gd name="connsiteX16" fmla="*/ 1647368 w 3504841"/>
              <a:gd name="connsiteY16" fmla="*/ 293948 h 640991"/>
              <a:gd name="connsiteX17" fmla="*/ 1564332 w 3504841"/>
              <a:gd name="connsiteY17" fmla="*/ 209816 h 640991"/>
              <a:gd name="connsiteX18" fmla="*/ 2327603 w 3504841"/>
              <a:gd name="connsiteY18" fmla="*/ 137236 h 640991"/>
              <a:gd name="connsiteX19" fmla="*/ 2258507 w 3504841"/>
              <a:gd name="connsiteY19" fmla="*/ 305808 h 640991"/>
              <a:gd name="connsiteX20" fmla="*/ 2396699 w 3504841"/>
              <a:gd name="connsiteY20" fmla="*/ 305808 h 640991"/>
              <a:gd name="connsiteX21" fmla="*/ 1564332 w 3504841"/>
              <a:gd name="connsiteY21" fmla="*/ 120650 h 640991"/>
              <a:gd name="connsiteX22" fmla="*/ 1757004 w 3504841"/>
              <a:gd name="connsiteY22" fmla="*/ 335295 h 640991"/>
              <a:gd name="connsiteX23" fmla="*/ 1755925 w 3504841"/>
              <a:gd name="connsiteY23" fmla="*/ 364777 h 640991"/>
              <a:gd name="connsiteX24" fmla="*/ 1480218 w 3504841"/>
              <a:gd name="connsiteY24" fmla="*/ 364777 h 640991"/>
              <a:gd name="connsiteX25" fmla="*/ 1577273 w 3504841"/>
              <a:gd name="connsiteY25" fmla="*/ 442796 h 640991"/>
              <a:gd name="connsiteX26" fmla="*/ 1673968 w 3504841"/>
              <a:gd name="connsiteY26" fmla="*/ 402169 h 640991"/>
              <a:gd name="connsiteX27" fmla="*/ 1737593 w 3504841"/>
              <a:gd name="connsiteY27" fmla="*/ 458976 h 640991"/>
              <a:gd name="connsiteX28" fmla="*/ 1575475 w 3504841"/>
              <a:gd name="connsiteY28" fmla="*/ 533041 h 640991"/>
              <a:gd name="connsiteX29" fmla="*/ 1368425 w 3504841"/>
              <a:gd name="connsiteY29" fmla="*/ 327025 h 640991"/>
              <a:gd name="connsiteX30" fmla="*/ 1368425 w 3504841"/>
              <a:gd name="connsiteY30" fmla="*/ 326306 h 640991"/>
              <a:gd name="connsiteX31" fmla="*/ 1564332 w 3504841"/>
              <a:gd name="connsiteY31" fmla="*/ 120650 h 640991"/>
              <a:gd name="connsiteX32" fmla="*/ 3323955 w 3504841"/>
              <a:gd name="connsiteY32" fmla="*/ 119062 h 640991"/>
              <a:gd name="connsiteX33" fmla="*/ 3504841 w 3504841"/>
              <a:gd name="connsiteY33" fmla="*/ 323592 h 640991"/>
              <a:gd name="connsiteX34" fmla="*/ 3504841 w 3504841"/>
              <a:gd name="connsiteY34" fmla="*/ 324670 h 640991"/>
              <a:gd name="connsiteX35" fmla="*/ 3323955 w 3504841"/>
              <a:gd name="connsiteY35" fmla="*/ 529560 h 640991"/>
              <a:gd name="connsiteX36" fmla="*/ 3200247 w 3504841"/>
              <a:gd name="connsiteY36" fmla="*/ 470609 h 640991"/>
              <a:gd name="connsiteX37" fmla="*/ 3200247 w 3504841"/>
              <a:gd name="connsiteY37" fmla="*/ 640991 h 640991"/>
              <a:gd name="connsiteX38" fmla="*/ 3087688 w 3504841"/>
              <a:gd name="connsiteY38" fmla="*/ 640991 h 640991"/>
              <a:gd name="connsiteX39" fmla="*/ 3087688 w 3504841"/>
              <a:gd name="connsiteY39" fmla="*/ 126251 h 640991"/>
              <a:gd name="connsiteX40" fmla="*/ 3200247 w 3504841"/>
              <a:gd name="connsiteY40" fmla="*/ 126251 h 640991"/>
              <a:gd name="connsiteX41" fmla="*/ 3200247 w 3504841"/>
              <a:gd name="connsiteY41" fmla="*/ 183045 h 640991"/>
              <a:gd name="connsiteX42" fmla="*/ 3323955 w 3504841"/>
              <a:gd name="connsiteY42" fmla="*/ 119062 h 640991"/>
              <a:gd name="connsiteX43" fmla="*/ 2861992 w 3504841"/>
              <a:gd name="connsiteY43" fmla="*/ 119062 h 640991"/>
              <a:gd name="connsiteX44" fmla="*/ 3042879 w 3504841"/>
              <a:gd name="connsiteY44" fmla="*/ 323592 h 640991"/>
              <a:gd name="connsiteX45" fmla="*/ 3042879 w 3504841"/>
              <a:gd name="connsiteY45" fmla="*/ 324670 h 640991"/>
              <a:gd name="connsiteX46" fmla="*/ 2861992 w 3504841"/>
              <a:gd name="connsiteY46" fmla="*/ 529560 h 640991"/>
              <a:gd name="connsiteX47" fmla="*/ 2738285 w 3504841"/>
              <a:gd name="connsiteY47" fmla="*/ 470609 h 640991"/>
              <a:gd name="connsiteX48" fmla="*/ 2738285 w 3504841"/>
              <a:gd name="connsiteY48" fmla="*/ 640991 h 640991"/>
              <a:gd name="connsiteX49" fmla="*/ 2625725 w 3504841"/>
              <a:gd name="connsiteY49" fmla="*/ 640991 h 640991"/>
              <a:gd name="connsiteX50" fmla="*/ 2625725 w 3504841"/>
              <a:gd name="connsiteY50" fmla="*/ 126251 h 640991"/>
              <a:gd name="connsiteX51" fmla="*/ 2738285 w 3504841"/>
              <a:gd name="connsiteY51" fmla="*/ 126251 h 640991"/>
              <a:gd name="connsiteX52" fmla="*/ 2738285 w 3504841"/>
              <a:gd name="connsiteY52" fmla="*/ 183045 h 640991"/>
              <a:gd name="connsiteX53" fmla="*/ 2861992 w 3504841"/>
              <a:gd name="connsiteY53" fmla="*/ 119062 h 640991"/>
              <a:gd name="connsiteX54" fmla="*/ 1828929 w 3504841"/>
              <a:gd name="connsiteY54" fmla="*/ 25400 h 640991"/>
              <a:gd name="connsiteX55" fmla="*/ 1939876 w 3504841"/>
              <a:gd name="connsiteY55" fmla="*/ 25400 h 640991"/>
              <a:gd name="connsiteX56" fmla="*/ 1939876 w 3504841"/>
              <a:gd name="connsiteY56" fmla="*/ 127331 h 640991"/>
              <a:gd name="connsiteX57" fmla="*/ 2033229 w 3504841"/>
              <a:gd name="connsiteY57" fmla="*/ 127331 h 640991"/>
              <a:gd name="connsiteX58" fmla="*/ 2033229 w 3504841"/>
              <a:gd name="connsiteY58" fmla="*/ 223859 h 640991"/>
              <a:gd name="connsiteX59" fmla="*/ 1939876 w 3504841"/>
              <a:gd name="connsiteY59" fmla="*/ 223859 h 640991"/>
              <a:gd name="connsiteX60" fmla="*/ 1939876 w 3504841"/>
              <a:gd name="connsiteY60" fmla="*/ 393143 h 640991"/>
              <a:gd name="connsiteX61" fmla="*/ 1976499 w 3504841"/>
              <a:gd name="connsiteY61" fmla="*/ 431682 h 640991"/>
              <a:gd name="connsiteX62" fmla="*/ 2032152 w 3504841"/>
              <a:gd name="connsiteY62" fmla="*/ 417635 h 640991"/>
              <a:gd name="connsiteX63" fmla="*/ 2032152 w 3504841"/>
              <a:gd name="connsiteY63" fmla="*/ 508040 h 640991"/>
              <a:gd name="connsiteX64" fmla="*/ 1942748 w 3504841"/>
              <a:gd name="connsiteY64" fmla="*/ 531452 h 640991"/>
              <a:gd name="connsiteX65" fmla="*/ 1828929 w 3504841"/>
              <a:gd name="connsiteY65" fmla="*/ 411512 h 640991"/>
              <a:gd name="connsiteX66" fmla="*/ 1828929 w 3504841"/>
              <a:gd name="connsiteY66" fmla="*/ 223859 h 640991"/>
              <a:gd name="connsiteX67" fmla="*/ 1781175 w 3504841"/>
              <a:gd name="connsiteY67" fmla="*/ 223859 h 640991"/>
              <a:gd name="connsiteX68" fmla="*/ 1781175 w 3504841"/>
              <a:gd name="connsiteY68" fmla="*/ 127331 h 640991"/>
              <a:gd name="connsiteX69" fmla="*/ 1828929 w 3504841"/>
              <a:gd name="connsiteY69" fmla="*/ 127331 h 640991"/>
              <a:gd name="connsiteX70" fmla="*/ 852488 w 3504841"/>
              <a:gd name="connsiteY70" fmla="*/ 1587 h 640991"/>
              <a:gd name="connsiteX71" fmla="*/ 958347 w 3504841"/>
              <a:gd name="connsiteY71" fmla="*/ 1587 h 640991"/>
              <a:gd name="connsiteX72" fmla="*/ 1201030 w 3504841"/>
              <a:gd name="connsiteY72" fmla="*/ 324325 h 640991"/>
              <a:gd name="connsiteX73" fmla="*/ 1201030 w 3504841"/>
              <a:gd name="connsiteY73" fmla="*/ 1587 h 640991"/>
              <a:gd name="connsiteX74" fmla="*/ 1314090 w 3504841"/>
              <a:gd name="connsiteY74" fmla="*/ 1587 h 640991"/>
              <a:gd name="connsiteX75" fmla="*/ 1314090 w 3504841"/>
              <a:gd name="connsiteY75" fmla="*/ 523515 h 640991"/>
              <a:gd name="connsiteX76" fmla="*/ 1216513 w 3504841"/>
              <a:gd name="connsiteY76" fmla="*/ 523515 h 640991"/>
              <a:gd name="connsiteX77" fmla="*/ 965548 w 3504841"/>
              <a:gd name="connsiteY77" fmla="*/ 193573 h 640991"/>
              <a:gd name="connsiteX78" fmla="*/ 965548 w 3504841"/>
              <a:gd name="connsiteY78" fmla="*/ 523515 h 640991"/>
              <a:gd name="connsiteX79" fmla="*/ 852488 w 3504841"/>
              <a:gd name="connsiteY79" fmla="*/ 523515 h 640991"/>
              <a:gd name="connsiteX80" fmla="*/ 0 w 3504841"/>
              <a:gd name="connsiteY80" fmla="*/ 1587 h 640991"/>
              <a:gd name="connsiteX81" fmla="*/ 626703 w 3504841"/>
              <a:gd name="connsiteY81" fmla="*/ 1587 h 640991"/>
              <a:gd name="connsiteX82" fmla="*/ 626703 w 3504841"/>
              <a:gd name="connsiteY82" fmla="*/ 523515 h 640991"/>
              <a:gd name="connsiteX83" fmla="*/ 383005 w 3504841"/>
              <a:gd name="connsiteY83" fmla="*/ 523515 h 640991"/>
              <a:gd name="connsiteX84" fmla="*/ 383005 w 3504841"/>
              <a:gd name="connsiteY84" fmla="*/ 209782 h 640991"/>
              <a:gd name="connsiteX85" fmla="*/ 243698 w 3504841"/>
              <a:gd name="connsiteY85" fmla="*/ 209782 h 640991"/>
              <a:gd name="connsiteX86" fmla="*/ 243698 w 3504841"/>
              <a:gd name="connsiteY86" fmla="*/ 523515 h 640991"/>
              <a:gd name="connsiteX87" fmla="*/ 0 w 3504841"/>
              <a:gd name="connsiteY87" fmla="*/ 523515 h 640991"/>
              <a:gd name="connsiteX88" fmla="*/ 2277940 w 3504841"/>
              <a:gd name="connsiteY88" fmla="*/ 0 h 640991"/>
              <a:gd name="connsiteX89" fmla="*/ 2380505 w 3504841"/>
              <a:gd name="connsiteY89" fmla="*/ 0 h 640991"/>
              <a:gd name="connsiteX90" fmla="*/ 2596790 w 3504841"/>
              <a:gd name="connsiteY90" fmla="*/ 521927 h 640991"/>
              <a:gd name="connsiteX91" fmla="*/ 2478031 w 3504841"/>
              <a:gd name="connsiteY91" fmla="*/ 521927 h 640991"/>
              <a:gd name="connsiteX92" fmla="*/ 2430168 w 3504841"/>
              <a:gd name="connsiteY92" fmla="*/ 405223 h 640991"/>
              <a:gd name="connsiteX93" fmla="*/ 2223959 w 3504841"/>
              <a:gd name="connsiteY93" fmla="*/ 405223 h 640991"/>
              <a:gd name="connsiteX94" fmla="*/ 2176095 w 3504841"/>
              <a:gd name="connsiteY94" fmla="*/ 521927 h 640991"/>
              <a:gd name="connsiteX95" fmla="*/ 2060575 w 3504841"/>
              <a:gd name="connsiteY95" fmla="*/ 521927 h 64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3504841" h="640991">
                <a:moveTo>
                  <a:pt x="3294826" y="214318"/>
                </a:moveTo>
                <a:cubicBezTo>
                  <a:pt x="3242322" y="214318"/>
                  <a:pt x="3198090" y="258171"/>
                  <a:pt x="3198090" y="323592"/>
                </a:cubicBezTo>
                <a:lnTo>
                  <a:pt x="3198090" y="324670"/>
                </a:lnTo>
                <a:cubicBezTo>
                  <a:pt x="3198090" y="390451"/>
                  <a:pt x="3242322" y="434304"/>
                  <a:pt x="3294826" y="434304"/>
                </a:cubicBezTo>
                <a:cubicBezTo>
                  <a:pt x="3347689" y="434304"/>
                  <a:pt x="3391922" y="391529"/>
                  <a:pt x="3391922" y="324670"/>
                </a:cubicBezTo>
                <a:lnTo>
                  <a:pt x="3391922" y="323592"/>
                </a:lnTo>
                <a:cubicBezTo>
                  <a:pt x="3391922" y="258171"/>
                  <a:pt x="3347689" y="214318"/>
                  <a:pt x="3294826" y="214318"/>
                </a:cubicBezTo>
                <a:close/>
                <a:moveTo>
                  <a:pt x="2831785" y="214318"/>
                </a:moveTo>
                <a:cubicBezTo>
                  <a:pt x="2778921" y="214318"/>
                  <a:pt x="2735408" y="258171"/>
                  <a:pt x="2735408" y="323592"/>
                </a:cubicBezTo>
                <a:lnTo>
                  <a:pt x="2735408" y="324670"/>
                </a:lnTo>
                <a:cubicBezTo>
                  <a:pt x="2735408" y="390451"/>
                  <a:pt x="2778921" y="434304"/>
                  <a:pt x="2831785" y="434304"/>
                </a:cubicBezTo>
                <a:cubicBezTo>
                  <a:pt x="2885367" y="434304"/>
                  <a:pt x="2929240" y="391529"/>
                  <a:pt x="2929240" y="324670"/>
                </a:cubicBezTo>
                <a:lnTo>
                  <a:pt x="2929240" y="323592"/>
                </a:lnTo>
                <a:cubicBezTo>
                  <a:pt x="2929240" y="258171"/>
                  <a:pt x="2884288" y="214318"/>
                  <a:pt x="2831785" y="214318"/>
                </a:cubicBezTo>
                <a:close/>
                <a:moveTo>
                  <a:pt x="1564332" y="209816"/>
                </a:moveTo>
                <a:cubicBezTo>
                  <a:pt x="1517602" y="209816"/>
                  <a:pt x="1487048" y="243253"/>
                  <a:pt x="1478061" y="293948"/>
                </a:cubicBezTo>
                <a:lnTo>
                  <a:pt x="1647368" y="293948"/>
                </a:lnTo>
                <a:cubicBezTo>
                  <a:pt x="1640179" y="243253"/>
                  <a:pt x="1611062" y="209816"/>
                  <a:pt x="1564332" y="209816"/>
                </a:cubicBezTo>
                <a:close/>
                <a:moveTo>
                  <a:pt x="2327603" y="137236"/>
                </a:moveTo>
                <a:lnTo>
                  <a:pt x="2258507" y="305808"/>
                </a:lnTo>
                <a:lnTo>
                  <a:pt x="2396699" y="305808"/>
                </a:lnTo>
                <a:close/>
                <a:moveTo>
                  <a:pt x="1564332" y="120650"/>
                </a:moveTo>
                <a:cubicBezTo>
                  <a:pt x="1696974" y="120650"/>
                  <a:pt x="1757004" y="223119"/>
                  <a:pt x="1757004" y="335295"/>
                </a:cubicBezTo>
                <a:cubicBezTo>
                  <a:pt x="1757004" y="344283"/>
                  <a:pt x="1755925" y="354710"/>
                  <a:pt x="1755925" y="364777"/>
                </a:cubicBezTo>
                <a:lnTo>
                  <a:pt x="1480218" y="364777"/>
                </a:lnTo>
                <a:cubicBezTo>
                  <a:pt x="1491361" y="415472"/>
                  <a:pt x="1526589" y="442796"/>
                  <a:pt x="1577273" y="442796"/>
                </a:cubicBezTo>
                <a:cubicBezTo>
                  <a:pt x="1615016" y="442796"/>
                  <a:pt x="1642335" y="430572"/>
                  <a:pt x="1673968" y="402169"/>
                </a:cubicBezTo>
                <a:lnTo>
                  <a:pt x="1737593" y="458976"/>
                </a:lnTo>
                <a:cubicBezTo>
                  <a:pt x="1701287" y="504637"/>
                  <a:pt x="1647368" y="533041"/>
                  <a:pt x="1575475" y="533041"/>
                </a:cubicBezTo>
                <a:cubicBezTo>
                  <a:pt x="1455775" y="531962"/>
                  <a:pt x="1368425" y="447830"/>
                  <a:pt x="1368425" y="327025"/>
                </a:cubicBezTo>
                <a:lnTo>
                  <a:pt x="1368425" y="326306"/>
                </a:lnTo>
                <a:cubicBezTo>
                  <a:pt x="1368425" y="213051"/>
                  <a:pt x="1449664" y="120650"/>
                  <a:pt x="1564332" y="120650"/>
                </a:cubicBezTo>
                <a:close/>
                <a:moveTo>
                  <a:pt x="3323955" y="119062"/>
                </a:moveTo>
                <a:cubicBezTo>
                  <a:pt x="3416376" y="119062"/>
                  <a:pt x="3504841" y="190953"/>
                  <a:pt x="3504841" y="323592"/>
                </a:cubicBezTo>
                <a:lnTo>
                  <a:pt x="3504841" y="324670"/>
                </a:lnTo>
                <a:cubicBezTo>
                  <a:pt x="3504841" y="457309"/>
                  <a:pt x="3418533" y="529560"/>
                  <a:pt x="3323955" y="529560"/>
                </a:cubicBezTo>
                <a:cubicBezTo>
                  <a:pt x="3264259" y="529560"/>
                  <a:pt x="3226499" y="502241"/>
                  <a:pt x="3200247" y="470609"/>
                </a:cubicBezTo>
                <a:lnTo>
                  <a:pt x="3200247" y="640991"/>
                </a:lnTo>
                <a:lnTo>
                  <a:pt x="3087688" y="640991"/>
                </a:lnTo>
                <a:lnTo>
                  <a:pt x="3087688" y="126251"/>
                </a:lnTo>
                <a:lnTo>
                  <a:pt x="3200247" y="126251"/>
                </a:lnTo>
                <a:lnTo>
                  <a:pt x="3200247" y="183045"/>
                </a:lnTo>
                <a:cubicBezTo>
                  <a:pt x="3227578" y="146381"/>
                  <a:pt x="3265338" y="119062"/>
                  <a:pt x="3323955" y="119062"/>
                </a:cubicBezTo>
                <a:close/>
                <a:moveTo>
                  <a:pt x="2861992" y="119062"/>
                </a:moveTo>
                <a:cubicBezTo>
                  <a:pt x="2954413" y="119062"/>
                  <a:pt x="3042879" y="190953"/>
                  <a:pt x="3042879" y="323592"/>
                </a:cubicBezTo>
                <a:lnTo>
                  <a:pt x="3042879" y="324670"/>
                </a:lnTo>
                <a:cubicBezTo>
                  <a:pt x="3042879" y="457309"/>
                  <a:pt x="2956571" y="529560"/>
                  <a:pt x="2861992" y="529560"/>
                </a:cubicBezTo>
                <a:cubicBezTo>
                  <a:pt x="2802296" y="529560"/>
                  <a:pt x="2764537" y="502241"/>
                  <a:pt x="2738285" y="470609"/>
                </a:cubicBezTo>
                <a:lnTo>
                  <a:pt x="2738285" y="640991"/>
                </a:lnTo>
                <a:lnTo>
                  <a:pt x="2625725" y="640991"/>
                </a:lnTo>
                <a:lnTo>
                  <a:pt x="2625725" y="126251"/>
                </a:lnTo>
                <a:lnTo>
                  <a:pt x="2738285" y="126251"/>
                </a:lnTo>
                <a:lnTo>
                  <a:pt x="2738285" y="183045"/>
                </a:lnTo>
                <a:cubicBezTo>
                  <a:pt x="2765615" y="146381"/>
                  <a:pt x="2803375" y="119062"/>
                  <a:pt x="2861992" y="119062"/>
                </a:cubicBezTo>
                <a:close/>
                <a:moveTo>
                  <a:pt x="1828929" y="25400"/>
                </a:moveTo>
                <a:lnTo>
                  <a:pt x="1939876" y="25400"/>
                </a:lnTo>
                <a:lnTo>
                  <a:pt x="1939876" y="127331"/>
                </a:lnTo>
                <a:lnTo>
                  <a:pt x="2033229" y="127331"/>
                </a:lnTo>
                <a:lnTo>
                  <a:pt x="2033229" y="223859"/>
                </a:lnTo>
                <a:lnTo>
                  <a:pt x="1939876" y="223859"/>
                </a:lnTo>
                <a:lnTo>
                  <a:pt x="1939876" y="393143"/>
                </a:lnTo>
                <a:cubicBezTo>
                  <a:pt x="1939876" y="419436"/>
                  <a:pt x="1951006" y="431682"/>
                  <a:pt x="1976499" y="431682"/>
                </a:cubicBezTo>
                <a:cubicBezTo>
                  <a:pt x="1996606" y="431682"/>
                  <a:pt x="2015995" y="426640"/>
                  <a:pt x="2032152" y="417635"/>
                </a:cubicBezTo>
                <a:lnTo>
                  <a:pt x="2032152" y="508040"/>
                </a:lnTo>
                <a:cubicBezTo>
                  <a:pt x="2008814" y="522087"/>
                  <a:pt x="1981526" y="531452"/>
                  <a:pt x="1942748" y="531452"/>
                </a:cubicBezTo>
                <a:cubicBezTo>
                  <a:pt x="1874888" y="530371"/>
                  <a:pt x="1828929" y="502998"/>
                  <a:pt x="1828929" y="411512"/>
                </a:cubicBezTo>
                <a:lnTo>
                  <a:pt x="1828929" y="223859"/>
                </a:lnTo>
                <a:lnTo>
                  <a:pt x="1781175" y="223859"/>
                </a:lnTo>
                <a:lnTo>
                  <a:pt x="1781175" y="127331"/>
                </a:lnTo>
                <a:lnTo>
                  <a:pt x="1828929" y="127331"/>
                </a:lnTo>
                <a:close/>
                <a:moveTo>
                  <a:pt x="852488" y="1587"/>
                </a:moveTo>
                <a:lnTo>
                  <a:pt x="958347" y="1587"/>
                </a:lnTo>
                <a:lnTo>
                  <a:pt x="1201030" y="324325"/>
                </a:lnTo>
                <a:lnTo>
                  <a:pt x="1201030" y="1587"/>
                </a:lnTo>
                <a:lnTo>
                  <a:pt x="1314090" y="1587"/>
                </a:lnTo>
                <a:lnTo>
                  <a:pt x="1314090" y="523515"/>
                </a:lnTo>
                <a:lnTo>
                  <a:pt x="1216513" y="523515"/>
                </a:lnTo>
                <a:lnTo>
                  <a:pt x="965548" y="193573"/>
                </a:lnTo>
                <a:lnTo>
                  <a:pt x="965548" y="523515"/>
                </a:lnTo>
                <a:lnTo>
                  <a:pt x="852488" y="523515"/>
                </a:lnTo>
                <a:close/>
                <a:moveTo>
                  <a:pt x="0" y="1587"/>
                </a:moveTo>
                <a:lnTo>
                  <a:pt x="626703" y="1587"/>
                </a:lnTo>
                <a:lnTo>
                  <a:pt x="626703" y="523515"/>
                </a:lnTo>
                <a:lnTo>
                  <a:pt x="383005" y="523515"/>
                </a:lnTo>
                <a:lnTo>
                  <a:pt x="383005" y="209782"/>
                </a:lnTo>
                <a:lnTo>
                  <a:pt x="243698" y="209782"/>
                </a:lnTo>
                <a:lnTo>
                  <a:pt x="243698" y="523515"/>
                </a:lnTo>
                <a:lnTo>
                  <a:pt x="0" y="523515"/>
                </a:lnTo>
                <a:close/>
                <a:moveTo>
                  <a:pt x="2277940" y="0"/>
                </a:moveTo>
                <a:lnTo>
                  <a:pt x="2380505" y="0"/>
                </a:lnTo>
                <a:lnTo>
                  <a:pt x="2596790" y="521927"/>
                </a:lnTo>
                <a:lnTo>
                  <a:pt x="2478031" y="521927"/>
                </a:lnTo>
                <a:lnTo>
                  <a:pt x="2430168" y="405223"/>
                </a:lnTo>
                <a:lnTo>
                  <a:pt x="2223959" y="405223"/>
                </a:lnTo>
                <a:lnTo>
                  <a:pt x="2176095" y="521927"/>
                </a:lnTo>
                <a:lnTo>
                  <a:pt x="2060575" y="521927"/>
                </a:lnTo>
                <a:close/>
              </a:path>
            </a:pathLst>
          </a:custGeom>
          <a:solidFill>
            <a:schemeClr val="bg1"/>
          </a:solidFill>
          <a:ln>
            <a:noFill/>
          </a:ln>
          <a:effectLst/>
        </p:spPr>
        <p:txBody>
          <a:bodyPr wrap="square" anchor="ctr">
            <a:noAutofit/>
          </a:bodyPr>
          <a:lstStyle/>
          <a:p>
            <a:endParaRPr lang="en-US"/>
          </a:p>
        </p:txBody>
      </p:sp>
    </p:spTree>
    <p:extLst>
      <p:ext uri="{BB962C8B-B14F-4D97-AF65-F5344CB8AC3E}">
        <p14:creationId xmlns:p14="http://schemas.microsoft.com/office/powerpoint/2010/main" val="1505342600"/>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with Sourc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3031" y="240330"/>
            <a:ext cx="11661637" cy="904795"/>
          </a:xfrm>
        </p:spPr>
        <p:txBody>
          <a:bodyPr wrap="square" lIns="91521">
            <a:noAutofit/>
          </a:bodyPr>
          <a:lstStyle>
            <a:lvl1pPr>
              <a:defRPr sz="3000"/>
            </a:lvl1pPr>
          </a:lstStyle>
          <a:p>
            <a:r>
              <a:rPr lang="en-US" dirty="0"/>
              <a:t>Click to Edit Master Title Style</a:t>
            </a:r>
          </a:p>
        </p:txBody>
      </p:sp>
      <p:sp>
        <p:nvSpPr>
          <p:cNvPr id="48" name="Content Placeholder 3"/>
          <p:cNvSpPr>
            <a:spLocks noGrp="1"/>
          </p:cNvSpPr>
          <p:nvPr>
            <p:ph sz="quarter" idx="14" hasCustomPrompt="1"/>
          </p:nvPr>
        </p:nvSpPr>
        <p:spPr>
          <a:xfrm>
            <a:off x="263031" y="1733552"/>
            <a:ext cx="11661637" cy="4479925"/>
          </a:xfrm>
        </p:spPr>
        <p:txBody>
          <a:bodyPr wrap="square" lIns="91521">
            <a:noAutofit/>
          </a:bodyPr>
          <a:lstStyle>
            <a:lvl1pPr>
              <a:buClr>
                <a:schemeClr val="accent2"/>
              </a:buClr>
              <a:defRPr/>
            </a:lvl1pPr>
            <a:lvl2pPr>
              <a:buClr>
                <a:schemeClr val="accent2"/>
              </a:buClr>
              <a:defRPr/>
            </a:lvl2pPr>
            <a:lvl3pPr>
              <a:buClr>
                <a:schemeClr val="accent2"/>
              </a:buClr>
              <a:defRPr/>
            </a:lvl3pPr>
            <a:lvl4pPr>
              <a:buClr>
                <a:schemeClr val="accent2"/>
              </a:buClr>
              <a:defRPr/>
            </a:lvl4pPr>
            <a:lvl5pPr>
              <a:buClr>
                <a:schemeClr val="accent2"/>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9" name="Text Placeholder 2"/>
          <p:cNvSpPr>
            <a:spLocks noGrp="1"/>
          </p:cNvSpPr>
          <p:nvPr>
            <p:ph type="body" idx="10" hasCustomPrompt="1"/>
          </p:nvPr>
        </p:nvSpPr>
        <p:spPr bwMode="gray">
          <a:xfrm>
            <a:off x="263031" y="1106419"/>
            <a:ext cx="11661637" cy="400109"/>
          </a:xfrm>
        </p:spPr>
        <p:txBody>
          <a:bodyPr lIns="91521" tIns="45761" rIns="91521" bIns="45761" anchor="t">
            <a:noAutofit/>
          </a:bodyPr>
          <a:lstStyle>
            <a:lvl1pPr marL="0" indent="0">
              <a:spcBef>
                <a:spcPts val="0"/>
              </a:spcBef>
              <a:spcAft>
                <a:spcPts val="0"/>
              </a:spcAft>
              <a:buNone/>
              <a:defRPr sz="1800" b="0">
                <a:solidFill>
                  <a:schemeClr val="accent2"/>
                </a:solidFill>
              </a:defRPr>
            </a:lvl1pPr>
            <a:lvl2pPr marL="457608" indent="0">
              <a:buNone/>
              <a:defRPr sz="2000" b="1"/>
            </a:lvl2pPr>
            <a:lvl3pPr marL="915216" indent="0">
              <a:buNone/>
              <a:defRPr sz="1900" b="1"/>
            </a:lvl3pPr>
            <a:lvl4pPr marL="1372822" indent="0">
              <a:buNone/>
              <a:defRPr sz="1600" b="1"/>
            </a:lvl4pPr>
            <a:lvl5pPr marL="1830430" indent="0">
              <a:buNone/>
              <a:defRPr sz="1600" b="1"/>
            </a:lvl5pPr>
            <a:lvl6pPr marL="2288038" indent="0">
              <a:buNone/>
              <a:defRPr sz="1600" b="1"/>
            </a:lvl6pPr>
            <a:lvl7pPr marL="2745646" indent="0">
              <a:buNone/>
              <a:defRPr sz="1600" b="1"/>
            </a:lvl7pPr>
            <a:lvl8pPr marL="3203253" indent="0">
              <a:buNone/>
              <a:defRPr sz="1600" b="1"/>
            </a:lvl8pPr>
            <a:lvl9pPr marL="3660861" indent="0">
              <a:buNone/>
              <a:defRPr sz="1600" b="1"/>
            </a:lvl9pPr>
          </a:lstStyle>
          <a:p>
            <a:pPr lvl="0"/>
            <a:r>
              <a:rPr lang="en-US" dirty="0"/>
              <a:t>Click to edit master text styles</a:t>
            </a:r>
          </a:p>
        </p:txBody>
      </p:sp>
      <p:sp>
        <p:nvSpPr>
          <p:cNvPr id="11" name="Slide Number Placeholder 5"/>
          <p:cNvSpPr>
            <a:spLocks noGrp="1"/>
          </p:cNvSpPr>
          <p:nvPr>
            <p:ph type="sldNum" sz="quarter" idx="4"/>
          </p:nvPr>
        </p:nvSpPr>
        <p:spPr>
          <a:xfrm>
            <a:off x="294490" y="6462574"/>
            <a:ext cx="448654" cy="260809"/>
          </a:xfrm>
          <a:prstGeom prst="rect">
            <a:avLst/>
          </a:prstGeom>
        </p:spPr>
        <p:txBody>
          <a:bodyPr vert="horz" wrap="square" lIns="91521" tIns="45761" rIns="91521" bIns="45761" rtlCol="0" anchor="b">
            <a:noAutofit/>
          </a:bodyPr>
          <a:lstStyle>
            <a:lvl1pPr>
              <a:defRPr lang="en-US" sz="1050" b="1" smtClean="0">
                <a:solidFill>
                  <a:schemeClr val="bg1"/>
                </a:solidFill>
              </a:defRPr>
            </a:lvl1pPr>
          </a:lstStyle>
          <a:p>
            <a:fld id="{B071A5F3-A4FF-4CEE-8215-C08835B585C1}" type="slidenum">
              <a:rPr lang="en-US" smtClean="0"/>
              <a:pPr/>
              <a:t>‹#›</a:t>
            </a:fld>
            <a:endParaRPr lang="en-US" dirty="0"/>
          </a:p>
        </p:txBody>
      </p:sp>
      <p:sp>
        <p:nvSpPr>
          <p:cNvPr id="8" name="Footer Placeholder 4"/>
          <p:cNvSpPr>
            <a:spLocks noGrp="1"/>
          </p:cNvSpPr>
          <p:nvPr>
            <p:ph type="ftr" sz="quarter" idx="3"/>
          </p:nvPr>
        </p:nvSpPr>
        <p:spPr>
          <a:xfrm>
            <a:off x="743144" y="6472734"/>
            <a:ext cx="6540464" cy="240489"/>
          </a:xfrm>
          <a:prstGeom prst="rect">
            <a:avLst/>
          </a:prstGeom>
        </p:spPr>
        <p:txBody>
          <a:bodyPr vert="horz" wrap="square" lIns="91521" tIns="45761" rIns="91521" bIns="45761" rtlCol="0" anchor="b">
            <a:noAutofit/>
          </a:bodyPr>
          <a:lstStyle>
            <a:lvl1pPr>
              <a:defRPr lang="en-US" sz="800" smtClean="0">
                <a:solidFill>
                  <a:schemeClr val="bg1"/>
                </a:solidFill>
              </a:defRPr>
            </a:lvl1pPr>
          </a:lstStyle>
          <a:p>
            <a:r>
              <a:rPr lang="en-US"/>
              <a:t>© 2023 NetApp, Inc. All rights reserved.  — NETAPP CONFIDENTIAL — </a:t>
            </a:r>
            <a:endParaRPr lang="en-US" dirty="0"/>
          </a:p>
        </p:txBody>
      </p:sp>
      <p:sp>
        <p:nvSpPr>
          <p:cNvPr id="10" name="Text Placeholder 6"/>
          <p:cNvSpPr>
            <a:spLocks noGrp="1"/>
          </p:cNvSpPr>
          <p:nvPr>
            <p:ph type="body" sz="quarter" idx="16" hasCustomPrompt="1"/>
          </p:nvPr>
        </p:nvSpPr>
        <p:spPr>
          <a:xfrm>
            <a:off x="263031" y="6238647"/>
            <a:ext cx="10377699" cy="215444"/>
          </a:xfrm>
        </p:spPr>
        <p:txBody>
          <a:bodyPr lIns="91521" tIns="45761" rIns="91521" bIns="45761" anchor="ctr">
            <a:noAutofit/>
          </a:bodyPr>
          <a:lstStyle>
            <a:lvl1pPr marL="0" indent="0">
              <a:lnSpc>
                <a:spcPct val="100000"/>
              </a:lnSpc>
              <a:spcBef>
                <a:spcPts val="0"/>
              </a:spcBef>
              <a:spcAft>
                <a:spcPts val="0"/>
              </a:spcAft>
              <a:buFontTx/>
              <a:buNone/>
              <a:defRPr sz="800" baseline="0">
                <a:solidFill>
                  <a:schemeClr val="bg1"/>
                </a:solidFill>
              </a:defRPr>
            </a:lvl1pPr>
            <a:lvl2pPr marL="228804" indent="0">
              <a:buFontTx/>
              <a:buNone/>
              <a:defRPr sz="800">
                <a:solidFill>
                  <a:schemeClr val="bg2"/>
                </a:solidFill>
              </a:defRPr>
            </a:lvl2pPr>
            <a:lvl3pPr marL="457608" indent="0">
              <a:buFontTx/>
              <a:buNone/>
              <a:defRPr sz="800">
                <a:solidFill>
                  <a:schemeClr val="bg2"/>
                </a:solidFill>
              </a:defRPr>
            </a:lvl3pPr>
            <a:lvl4pPr marL="686412" indent="0">
              <a:buFontTx/>
              <a:buNone/>
              <a:defRPr sz="800">
                <a:solidFill>
                  <a:schemeClr val="bg2"/>
                </a:solidFill>
              </a:defRPr>
            </a:lvl4pPr>
            <a:lvl5pPr>
              <a:buFontTx/>
              <a:buNone/>
              <a:defRPr sz="800">
                <a:solidFill>
                  <a:schemeClr val="bg2"/>
                </a:solidFill>
              </a:defRPr>
            </a:lvl5pPr>
          </a:lstStyle>
          <a:p>
            <a:pPr lvl="0"/>
            <a:r>
              <a:rPr lang="en-US" dirty="0"/>
              <a:t>Click to insert source information</a:t>
            </a:r>
          </a:p>
        </p:txBody>
      </p:sp>
      <p:sp>
        <p:nvSpPr>
          <p:cNvPr id="9" name="Freeform: Shape 8">
            <a:extLst>
              <a:ext uri="{FF2B5EF4-FFF2-40B4-BE49-F238E27FC236}">
                <a16:creationId xmlns:a16="http://schemas.microsoft.com/office/drawing/2014/main" id="{E93C2F02-BF7D-41EB-BDD3-0F6B0FEB94E3}"/>
              </a:ext>
            </a:extLst>
          </p:cNvPr>
          <p:cNvSpPr>
            <a:spLocks noChangeAspect="1" noChangeArrowheads="1"/>
          </p:cNvSpPr>
          <p:nvPr userDrawn="1"/>
        </p:nvSpPr>
        <p:spPr bwMode="auto">
          <a:xfrm>
            <a:off x="10776007" y="6495019"/>
            <a:ext cx="1042416" cy="190644"/>
          </a:xfrm>
          <a:custGeom>
            <a:avLst/>
            <a:gdLst>
              <a:gd name="connsiteX0" fmla="*/ 3294826 w 3504841"/>
              <a:gd name="connsiteY0" fmla="*/ 214318 h 640991"/>
              <a:gd name="connsiteX1" fmla="*/ 3198090 w 3504841"/>
              <a:gd name="connsiteY1" fmla="*/ 323592 h 640991"/>
              <a:gd name="connsiteX2" fmla="*/ 3198090 w 3504841"/>
              <a:gd name="connsiteY2" fmla="*/ 324670 h 640991"/>
              <a:gd name="connsiteX3" fmla="*/ 3294826 w 3504841"/>
              <a:gd name="connsiteY3" fmla="*/ 434304 h 640991"/>
              <a:gd name="connsiteX4" fmla="*/ 3391922 w 3504841"/>
              <a:gd name="connsiteY4" fmla="*/ 324670 h 640991"/>
              <a:gd name="connsiteX5" fmla="*/ 3391922 w 3504841"/>
              <a:gd name="connsiteY5" fmla="*/ 323592 h 640991"/>
              <a:gd name="connsiteX6" fmla="*/ 3294826 w 3504841"/>
              <a:gd name="connsiteY6" fmla="*/ 214318 h 640991"/>
              <a:gd name="connsiteX7" fmla="*/ 2831785 w 3504841"/>
              <a:gd name="connsiteY7" fmla="*/ 214318 h 640991"/>
              <a:gd name="connsiteX8" fmla="*/ 2735408 w 3504841"/>
              <a:gd name="connsiteY8" fmla="*/ 323592 h 640991"/>
              <a:gd name="connsiteX9" fmla="*/ 2735408 w 3504841"/>
              <a:gd name="connsiteY9" fmla="*/ 324670 h 640991"/>
              <a:gd name="connsiteX10" fmla="*/ 2831785 w 3504841"/>
              <a:gd name="connsiteY10" fmla="*/ 434304 h 640991"/>
              <a:gd name="connsiteX11" fmla="*/ 2929240 w 3504841"/>
              <a:gd name="connsiteY11" fmla="*/ 324670 h 640991"/>
              <a:gd name="connsiteX12" fmla="*/ 2929240 w 3504841"/>
              <a:gd name="connsiteY12" fmla="*/ 323592 h 640991"/>
              <a:gd name="connsiteX13" fmla="*/ 2831785 w 3504841"/>
              <a:gd name="connsiteY13" fmla="*/ 214318 h 640991"/>
              <a:gd name="connsiteX14" fmla="*/ 1564332 w 3504841"/>
              <a:gd name="connsiteY14" fmla="*/ 209816 h 640991"/>
              <a:gd name="connsiteX15" fmla="*/ 1478061 w 3504841"/>
              <a:gd name="connsiteY15" fmla="*/ 293948 h 640991"/>
              <a:gd name="connsiteX16" fmla="*/ 1647368 w 3504841"/>
              <a:gd name="connsiteY16" fmla="*/ 293948 h 640991"/>
              <a:gd name="connsiteX17" fmla="*/ 1564332 w 3504841"/>
              <a:gd name="connsiteY17" fmla="*/ 209816 h 640991"/>
              <a:gd name="connsiteX18" fmla="*/ 2327603 w 3504841"/>
              <a:gd name="connsiteY18" fmla="*/ 137236 h 640991"/>
              <a:gd name="connsiteX19" fmla="*/ 2258507 w 3504841"/>
              <a:gd name="connsiteY19" fmla="*/ 305808 h 640991"/>
              <a:gd name="connsiteX20" fmla="*/ 2396699 w 3504841"/>
              <a:gd name="connsiteY20" fmla="*/ 305808 h 640991"/>
              <a:gd name="connsiteX21" fmla="*/ 1564332 w 3504841"/>
              <a:gd name="connsiteY21" fmla="*/ 120650 h 640991"/>
              <a:gd name="connsiteX22" fmla="*/ 1757004 w 3504841"/>
              <a:gd name="connsiteY22" fmla="*/ 335295 h 640991"/>
              <a:gd name="connsiteX23" fmla="*/ 1755925 w 3504841"/>
              <a:gd name="connsiteY23" fmla="*/ 364777 h 640991"/>
              <a:gd name="connsiteX24" fmla="*/ 1480218 w 3504841"/>
              <a:gd name="connsiteY24" fmla="*/ 364777 h 640991"/>
              <a:gd name="connsiteX25" fmla="*/ 1577273 w 3504841"/>
              <a:gd name="connsiteY25" fmla="*/ 442796 h 640991"/>
              <a:gd name="connsiteX26" fmla="*/ 1673968 w 3504841"/>
              <a:gd name="connsiteY26" fmla="*/ 402169 h 640991"/>
              <a:gd name="connsiteX27" fmla="*/ 1737593 w 3504841"/>
              <a:gd name="connsiteY27" fmla="*/ 458976 h 640991"/>
              <a:gd name="connsiteX28" fmla="*/ 1575475 w 3504841"/>
              <a:gd name="connsiteY28" fmla="*/ 533041 h 640991"/>
              <a:gd name="connsiteX29" fmla="*/ 1368425 w 3504841"/>
              <a:gd name="connsiteY29" fmla="*/ 327025 h 640991"/>
              <a:gd name="connsiteX30" fmla="*/ 1368425 w 3504841"/>
              <a:gd name="connsiteY30" fmla="*/ 326306 h 640991"/>
              <a:gd name="connsiteX31" fmla="*/ 1564332 w 3504841"/>
              <a:gd name="connsiteY31" fmla="*/ 120650 h 640991"/>
              <a:gd name="connsiteX32" fmla="*/ 3323955 w 3504841"/>
              <a:gd name="connsiteY32" fmla="*/ 119062 h 640991"/>
              <a:gd name="connsiteX33" fmla="*/ 3504841 w 3504841"/>
              <a:gd name="connsiteY33" fmla="*/ 323592 h 640991"/>
              <a:gd name="connsiteX34" fmla="*/ 3504841 w 3504841"/>
              <a:gd name="connsiteY34" fmla="*/ 324670 h 640991"/>
              <a:gd name="connsiteX35" fmla="*/ 3323955 w 3504841"/>
              <a:gd name="connsiteY35" fmla="*/ 529560 h 640991"/>
              <a:gd name="connsiteX36" fmla="*/ 3200247 w 3504841"/>
              <a:gd name="connsiteY36" fmla="*/ 470609 h 640991"/>
              <a:gd name="connsiteX37" fmla="*/ 3200247 w 3504841"/>
              <a:gd name="connsiteY37" fmla="*/ 640991 h 640991"/>
              <a:gd name="connsiteX38" fmla="*/ 3087688 w 3504841"/>
              <a:gd name="connsiteY38" fmla="*/ 640991 h 640991"/>
              <a:gd name="connsiteX39" fmla="*/ 3087688 w 3504841"/>
              <a:gd name="connsiteY39" fmla="*/ 126251 h 640991"/>
              <a:gd name="connsiteX40" fmla="*/ 3200247 w 3504841"/>
              <a:gd name="connsiteY40" fmla="*/ 126251 h 640991"/>
              <a:gd name="connsiteX41" fmla="*/ 3200247 w 3504841"/>
              <a:gd name="connsiteY41" fmla="*/ 183045 h 640991"/>
              <a:gd name="connsiteX42" fmla="*/ 3323955 w 3504841"/>
              <a:gd name="connsiteY42" fmla="*/ 119062 h 640991"/>
              <a:gd name="connsiteX43" fmla="*/ 2861992 w 3504841"/>
              <a:gd name="connsiteY43" fmla="*/ 119062 h 640991"/>
              <a:gd name="connsiteX44" fmla="*/ 3042879 w 3504841"/>
              <a:gd name="connsiteY44" fmla="*/ 323592 h 640991"/>
              <a:gd name="connsiteX45" fmla="*/ 3042879 w 3504841"/>
              <a:gd name="connsiteY45" fmla="*/ 324670 h 640991"/>
              <a:gd name="connsiteX46" fmla="*/ 2861992 w 3504841"/>
              <a:gd name="connsiteY46" fmla="*/ 529560 h 640991"/>
              <a:gd name="connsiteX47" fmla="*/ 2738285 w 3504841"/>
              <a:gd name="connsiteY47" fmla="*/ 470609 h 640991"/>
              <a:gd name="connsiteX48" fmla="*/ 2738285 w 3504841"/>
              <a:gd name="connsiteY48" fmla="*/ 640991 h 640991"/>
              <a:gd name="connsiteX49" fmla="*/ 2625725 w 3504841"/>
              <a:gd name="connsiteY49" fmla="*/ 640991 h 640991"/>
              <a:gd name="connsiteX50" fmla="*/ 2625725 w 3504841"/>
              <a:gd name="connsiteY50" fmla="*/ 126251 h 640991"/>
              <a:gd name="connsiteX51" fmla="*/ 2738285 w 3504841"/>
              <a:gd name="connsiteY51" fmla="*/ 126251 h 640991"/>
              <a:gd name="connsiteX52" fmla="*/ 2738285 w 3504841"/>
              <a:gd name="connsiteY52" fmla="*/ 183045 h 640991"/>
              <a:gd name="connsiteX53" fmla="*/ 2861992 w 3504841"/>
              <a:gd name="connsiteY53" fmla="*/ 119062 h 640991"/>
              <a:gd name="connsiteX54" fmla="*/ 1828929 w 3504841"/>
              <a:gd name="connsiteY54" fmla="*/ 25400 h 640991"/>
              <a:gd name="connsiteX55" fmla="*/ 1939876 w 3504841"/>
              <a:gd name="connsiteY55" fmla="*/ 25400 h 640991"/>
              <a:gd name="connsiteX56" fmla="*/ 1939876 w 3504841"/>
              <a:gd name="connsiteY56" fmla="*/ 127331 h 640991"/>
              <a:gd name="connsiteX57" fmla="*/ 2033229 w 3504841"/>
              <a:gd name="connsiteY57" fmla="*/ 127331 h 640991"/>
              <a:gd name="connsiteX58" fmla="*/ 2033229 w 3504841"/>
              <a:gd name="connsiteY58" fmla="*/ 223859 h 640991"/>
              <a:gd name="connsiteX59" fmla="*/ 1939876 w 3504841"/>
              <a:gd name="connsiteY59" fmla="*/ 223859 h 640991"/>
              <a:gd name="connsiteX60" fmla="*/ 1939876 w 3504841"/>
              <a:gd name="connsiteY60" fmla="*/ 393143 h 640991"/>
              <a:gd name="connsiteX61" fmla="*/ 1976499 w 3504841"/>
              <a:gd name="connsiteY61" fmla="*/ 431682 h 640991"/>
              <a:gd name="connsiteX62" fmla="*/ 2032152 w 3504841"/>
              <a:gd name="connsiteY62" fmla="*/ 417635 h 640991"/>
              <a:gd name="connsiteX63" fmla="*/ 2032152 w 3504841"/>
              <a:gd name="connsiteY63" fmla="*/ 508040 h 640991"/>
              <a:gd name="connsiteX64" fmla="*/ 1942748 w 3504841"/>
              <a:gd name="connsiteY64" fmla="*/ 531452 h 640991"/>
              <a:gd name="connsiteX65" fmla="*/ 1828929 w 3504841"/>
              <a:gd name="connsiteY65" fmla="*/ 411512 h 640991"/>
              <a:gd name="connsiteX66" fmla="*/ 1828929 w 3504841"/>
              <a:gd name="connsiteY66" fmla="*/ 223859 h 640991"/>
              <a:gd name="connsiteX67" fmla="*/ 1781175 w 3504841"/>
              <a:gd name="connsiteY67" fmla="*/ 223859 h 640991"/>
              <a:gd name="connsiteX68" fmla="*/ 1781175 w 3504841"/>
              <a:gd name="connsiteY68" fmla="*/ 127331 h 640991"/>
              <a:gd name="connsiteX69" fmla="*/ 1828929 w 3504841"/>
              <a:gd name="connsiteY69" fmla="*/ 127331 h 640991"/>
              <a:gd name="connsiteX70" fmla="*/ 852488 w 3504841"/>
              <a:gd name="connsiteY70" fmla="*/ 1587 h 640991"/>
              <a:gd name="connsiteX71" fmla="*/ 958347 w 3504841"/>
              <a:gd name="connsiteY71" fmla="*/ 1587 h 640991"/>
              <a:gd name="connsiteX72" fmla="*/ 1201030 w 3504841"/>
              <a:gd name="connsiteY72" fmla="*/ 324325 h 640991"/>
              <a:gd name="connsiteX73" fmla="*/ 1201030 w 3504841"/>
              <a:gd name="connsiteY73" fmla="*/ 1587 h 640991"/>
              <a:gd name="connsiteX74" fmla="*/ 1314090 w 3504841"/>
              <a:gd name="connsiteY74" fmla="*/ 1587 h 640991"/>
              <a:gd name="connsiteX75" fmla="*/ 1314090 w 3504841"/>
              <a:gd name="connsiteY75" fmla="*/ 523515 h 640991"/>
              <a:gd name="connsiteX76" fmla="*/ 1216513 w 3504841"/>
              <a:gd name="connsiteY76" fmla="*/ 523515 h 640991"/>
              <a:gd name="connsiteX77" fmla="*/ 965548 w 3504841"/>
              <a:gd name="connsiteY77" fmla="*/ 193573 h 640991"/>
              <a:gd name="connsiteX78" fmla="*/ 965548 w 3504841"/>
              <a:gd name="connsiteY78" fmla="*/ 523515 h 640991"/>
              <a:gd name="connsiteX79" fmla="*/ 852488 w 3504841"/>
              <a:gd name="connsiteY79" fmla="*/ 523515 h 640991"/>
              <a:gd name="connsiteX80" fmla="*/ 0 w 3504841"/>
              <a:gd name="connsiteY80" fmla="*/ 1587 h 640991"/>
              <a:gd name="connsiteX81" fmla="*/ 626703 w 3504841"/>
              <a:gd name="connsiteY81" fmla="*/ 1587 h 640991"/>
              <a:gd name="connsiteX82" fmla="*/ 626703 w 3504841"/>
              <a:gd name="connsiteY82" fmla="*/ 523515 h 640991"/>
              <a:gd name="connsiteX83" fmla="*/ 383005 w 3504841"/>
              <a:gd name="connsiteY83" fmla="*/ 523515 h 640991"/>
              <a:gd name="connsiteX84" fmla="*/ 383005 w 3504841"/>
              <a:gd name="connsiteY84" fmla="*/ 209782 h 640991"/>
              <a:gd name="connsiteX85" fmla="*/ 243698 w 3504841"/>
              <a:gd name="connsiteY85" fmla="*/ 209782 h 640991"/>
              <a:gd name="connsiteX86" fmla="*/ 243698 w 3504841"/>
              <a:gd name="connsiteY86" fmla="*/ 523515 h 640991"/>
              <a:gd name="connsiteX87" fmla="*/ 0 w 3504841"/>
              <a:gd name="connsiteY87" fmla="*/ 523515 h 640991"/>
              <a:gd name="connsiteX88" fmla="*/ 2277940 w 3504841"/>
              <a:gd name="connsiteY88" fmla="*/ 0 h 640991"/>
              <a:gd name="connsiteX89" fmla="*/ 2380505 w 3504841"/>
              <a:gd name="connsiteY89" fmla="*/ 0 h 640991"/>
              <a:gd name="connsiteX90" fmla="*/ 2596790 w 3504841"/>
              <a:gd name="connsiteY90" fmla="*/ 521927 h 640991"/>
              <a:gd name="connsiteX91" fmla="*/ 2478031 w 3504841"/>
              <a:gd name="connsiteY91" fmla="*/ 521927 h 640991"/>
              <a:gd name="connsiteX92" fmla="*/ 2430168 w 3504841"/>
              <a:gd name="connsiteY92" fmla="*/ 405223 h 640991"/>
              <a:gd name="connsiteX93" fmla="*/ 2223959 w 3504841"/>
              <a:gd name="connsiteY93" fmla="*/ 405223 h 640991"/>
              <a:gd name="connsiteX94" fmla="*/ 2176095 w 3504841"/>
              <a:gd name="connsiteY94" fmla="*/ 521927 h 640991"/>
              <a:gd name="connsiteX95" fmla="*/ 2060575 w 3504841"/>
              <a:gd name="connsiteY95" fmla="*/ 521927 h 64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3504841" h="640991">
                <a:moveTo>
                  <a:pt x="3294826" y="214318"/>
                </a:moveTo>
                <a:cubicBezTo>
                  <a:pt x="3242322" y="214318"/>
                  <a:pt x="3198090" y="258171"/>
                  <a:pt x="3198090" y="323592"/>
                </a:cubicBezTo>
                <a:lnTo>
                  <a:pt x="3198090" y="324670"/>
                </a:lnTo>
                <a:cubicBezTo>
                  <a:pt x="3198090" y="390451"/>
                  <a:pt x="3242322" y="434304"/>
                  <a:pt x="3294826" y="434304"/>
                </a:cubicBezTo>
                <a:cubicBezTo>
                  <a:pt x="3347689" y="434304"/>
                  <a:pt x="3391922" y="391529"/>
                  <a:pt x="3391922" y="324670"/>
                </a:cubicBezTo>
                <a:lnTo>
                  <a:pt x="3391922" y="323592"/>
                </a:lnTo>
                <a:cubicBezTo>
                  <a:pt x="3391922" y="258171"/>
                  <a:pt x="3347689" y="214318"/>
                  <a:pt x="3294826" y="214318"/>
                </a:cubicBezTo>
                <a:close/>
                <a:moveTo>
                  <a:pt x="2831785" y="214318"/>
                </a:moveTo>
                <a:cubicBezTo>
                  <a:pt x="2778921" y="214318"/>
                  <a:pt x="2735408" y="258171"/>
                  <a:pt x="2735408" y="323592"/>
                </a:cubicBezTo>
                <a:lnTo>
                  <a:pt x="2735408" y="324670"/>
                </a:lnTo>
                <a:cubicBezTo>
                  <a:pt x="2735408" y="390451"/>
                  <a:pt x="2778921" y="434304"/>
                  <a:pt x="2831785" y="434304"/>
                </a:cubicBezTo>
                <a:cubicBezTo>
                  <a:pt x="2885367" y="434304"/>
                  <a:pt x="2929240" y="391529"/>
                  <a:pt x="2929240" y="324670"/>
                </a:cubicBezTo>
                <a:lnTo>
                  <a:pt x="2929240" y="323592"/>
                </a:lnTo>
                <a:cubicBezTo>
                  <a:pt x="2929240" y="258171"/>
                  <a:pt x="2884288" y="214318"/>
                  <a:pt x="2831785" y="214318"/>
                </a:cubicBezTo>
                <a:close/>
                <a:moveTo>
                  <a:pt x="1564332" y="209816"/>
                </a:moveTo>
                <a:cubicBezTo>
                  <a:pt x="1517602" y="209816"/>
                  <a:pt x="1487048" y="243253"/>
                  <a:pt x="1478061" y="293948"/>
                </a:cubicBezTo>
                <a:lnTo>
                  <a:pt x="1647368" y="293948"/>
                </a:lnTo>
                <a:cubicBezTo>
                  <a:pt x="1640179" y="243253"/>
                  <a:pt x="1611062" y="209816"/>
                  <a:pt x="1564332" y="209816"/>
                </a:cubicBezTo>
                <a:close/>
                <a:moveTo>
                  <a:pt x="2327603" y="137236"/>
                </a:moveTo>
                <a:lnTo>
                  <a:pt x="2258507" y="305808"/>
                </a:lnTo>
                <a:lnTo>
                  <a:pt x="2396699" y="305808"/>
                </a:lnTo>
                <a:close/>
                <a:moveTo>
                  <a:pt x="1564332" y="120650"/>
                </a:moveTo>
                <a:cubicBezTo>
                  <a:pt x="1696974" y="120650"/>
                  <a:pt x="1757004" y="223119"/>
                  <a:pt x="1757004" y="335295"/>
                </a:cubicBezTo>
                <a:cubicBezTo>
                  <a:pt x="1757004" y="344283"/>
                  <a:pt x="1755925" y="354710"/>
                  <a:pt x="1755925" y="364777"/>
                </a:cubicBezTo>
                <a:lnTo>
                  <a:pt x="1480218" y="364777"/>
                </a:lnTo>
                <a:cubicBezTo>
                  <a:pt x="1491361" y="415472"/>
                  <a:pt x="1526589" y="442796"/>
                  <a:pt x="1577273" y="442796"/>
                </a:cubicBezTo>
                <a:cubicBezTo>
                  <a:pt x="1615016" y="442796"/>
                  <a:pt x="1642335" y="430572"/>
                  <a:pt x="1673968" y="402169"/>
                </a:cubicBezTo>
                <a:lnTo>
                  <a:pt x="1737593" y="458976"/>
                </a:lnTo>
                <a:cubicBezTo>
                  <a:pt x="1701287" y="504637"/>
                  <a:pt x="1647368" y="533041"/>
                  <a:pt x="1575475" y="533041"/>
                </a:cubicBezTo>
                <a:cubicBezTo>
                  <a:pt x="1455775" y="531962"/>
                  <a:pt x="1368425" y="447830"/>
                  <a:pt x="1368425" y="327025"/>
                </a:cubicBezTo>
                <a:lnTo>
                  <a:pt x="1368425" y="326306"/>
                </a:lnTo>
                <a:cubicBezTo>
                  <a:pt x="1368425" y="213051"/>
                  <a:pt x="1449664" y="120650"/>
                  <a:pt x="1564332" y="120650"/>
                </a:cubicBezTo>
                <a:close/>
                <a:moveTo>
                  <a:pt x="3323955" y="119062"/>
                </a:moveTo>
                <a:cubicBezTo>
                  <a:pt x="3416376" y="119062"/>
                  <a:pt x="3504841" y="190953"/>
                  <a:pt x="3504841" y="323592"/>
                </a:cubicBezTo>
                <a:lnTo>
                  <a:pt x="3504841" y="324670"/>
                </a:lnTo>
                <a:cubicBezTo>
                  <a:pt x="3504841" y="457309"/>
                  <a:pt x="3418533" y="529560"/>
                  <a:pt x="3323955" y="529560"/>
                </a:cubicBezTo>
                <a:cubicBezTo>
                  <a:pt x="3264259" y="529560"/>
                  <a:pt x="3226499" y="502241"/>
                  <a:pt x="3200247" y="470609"/>
                </a:cubicBezTo>
                <a:lnTo>
                  <a:pt x="3200247" y="640991"/>
                </a:lnTo>
                <a:lnTo>
                  <a:pt x="3087688" y="640991"/>
                </a:lnTo>
                <a:lnTo>
                  <a:pt x="3087688" y="126251"/>
                </a:lnTo>
                <a:lnTo>
                  <a:pt x="3200247" y="126251"/>
                </a:lnTo>
                <a:lnTo>
                  <a:pt x="3200247" y="183045"/>
                </a:lnTo>
                <a:cubicBezTo>
                  <a:pt x="3227578" y="146381"/>
                  <a:pt x="3265338" y="119062"/>
                  <a:pt x="3323955" y="119062"/>
                </a:cubicBezTo>
                <a:close/>
                <a:moveTo>
                  <a:pt x="2861992" y="119062"/>
                </a:moveTo>
                <a:cubicBezTo>
                  <a:pt x="2954413" y="119062"/>
                  <a:pt x="3042879" y="190953"/>
                  <a:pt x="3042879" y="323592"/>
                </a:cubicBezTo>
                <a:lnTo>
                  <a:pt x="3042879" y="324670"/>
                </a:lnTo>
                <a:cubicBezTo>
                  <a:pt x="3042879" y="457309"/>
                  <a:pt x="2956571" y="529560"/>
                  <a:pt x="2861992" y="529560"/>
                </a:cubicBezTo>
                <a:cubicBezTo>
                  <a:pt x="2802296" y="529560"/>
                  <a:pt x="2764537" y="502241"/>
                  <a:pt x="2738285" y="470609"/>
                </a:cubicBezTo>
                <a:lnTo>
                  <a:pt x="2738285" y="640991"/>
                </a:lnTo>
                <a:lnTo>
                  <a:pt x="2625725" y="640991"/>
                </a:lnTo>
                <a:lnTo>
                  <a:pt x="2625725" y="126251"/>
                </a:lnTo>
                <a:lnTo>
                  <a:pt x="2738285" y="126251"/>
                </a:lnTo>
                <a:lnTo>
                  <a:pt x="2738285" y="183045"/>
                </a:lnTo>
                <a:cubicBezTo>
                  <a:pt x="2765615" y="146381"/>
                  <a:pt x="2803375" y="119062"/>
                  <a:pt x="2861992" y="119062"/>
                </a:cubicBezTo>
                <a:close/>
                <a:moveTo>
                  <a:pt x="1828929" y="25400"/>
                </a:moveTo>
                <a:lnTo>
                  <a:pt x="1939876" y="25400"/>
                </a:lnTo>
                <a:lnTo>
                  <a:pt x="1939876" y="127331"/>
                </a:lnTo>
                <a:lnTo>
                  <a:pt x="2033229" y="127331"/>
                </a:lnTo>
                <a:lnTo>
                  <a:pt x="2033229" y="223859"/>
                </a:lnTo>
                <a:lnTo>
                  <a:pt x="1939876" y="223859"/>
                </a:lnTo>
                <a:lnTo>
                  <a:pt x="1939876" y="393143"/>
                </a:lnTo>
                <a:cubicBezTo>
                  <a:pt x="1939876" y="419436"/>
                  <a:pt x="1951006" y="431682"/>
                  <a:pt x="1976499" y="431682"/>
                </a:cubicBezTo>
                <a:cubicBezTo>
                  <a:pt x="1996606" y="431682"/>
                  <a:pt x="2015995" y="426640"/>
                  <a:pt x="2032152" y="417635"/>
                </a:cubicBezTo>
                <a:lnTo>
                  <a:pt x="2032152" y="508040"/>
                </a:lnTo>
                <a:cubicBezTo>
                  <a:pt x="2008814" y="522087"/>
                  <a:pt x="1981526" y="531452"/>
                  <a:pt x="1942748" y="531452"/>
                </a:cubicBezTo>
                <a:cubicBezTo>
                  <a:pt x="1874888" y="530371"/>
                  <a:pt x="1828929" y="502998"/>
                  <a:pt x="1828929" y="411512"/>
                </a:cubicBezTo>
                <a:lnTo>
                  <a:pt x="1828929" y="223859"/>
                </a:lnTo>
                <a:lnTo>
                  <a:pt x="1781175" y="223859"/>
                </a:lnTo>
                <a:lnTo>
                  <a:pt x="1781175" y="127331"/>
                </a:lnTo>
                <a:lnTo>
                  <a:pt x="1828929" y="127331"/>
                </a:lnTo>
                <a:close/>
                <a:moveTo>
                  <a:pt x="852488" y="1587"/>
                </a:moveTo>
                <a:lnTo>
                  <a:pt x="958347" y="1587"/>
                </a:lnTo>
                <a:lnTo>
                  <a:pt x="1201030" y="324325"/>
                </a:lnTo>
                <a:lnTo>
                  <a:pt x="1201030" y="1587"/>
                </a:lnTo>
                <a:lnTo>
                  <a:pt x="1314090" y="1587"/>
                </a:lnTo>
                <a:lnTo>
                  <a:pt x="1314090" y="523515"/>
                </a:lnTo>
                <a:lnTo>
                  <a:pt x="1216513" y="523515"/>
                </a:lnTo>
                <a:lnTo>
                  <a:pt x="965548" y="193573"/>
                </a:lnTo>
                <a:lnTo>
                  <a:pt x="965548" y="523515"/>
                </a:lnTo>
                <a:lnTo>
                  <a:pt x="852488" y="523515"/>
                </a:lnTo>
                <a:close/>
                <a:moveTo>
                  <a:pt x="0" y="1587"/>
                </a:moveTo>
                <a:lnTo>
                  <a:pt x="626703" y="1587"/>
                </a:lnTo>
                <a:lnTo>
                  <a:pt x="626703" y="523515"/>
                </a:lnTo>
                <a:lnTo>
                  <a:pt x="383005" y="523515"/>
                </a:lnTo>
                <a:lnTo>
                  <a:pt x="383005" y="209782"/>
                </a:lnTo>
                <a:lnTo>
                  <a:pt x="243698" y="209782"/>
                </a:lnTo>
                <a:lnTo>
                  <a:pt x="243698" y="523515"/>
                </a:lnTo>
                <a:lnTo>
                  <a:pt x="0" y="523515"/>
                </a:lnTo>
                <a:close/>
                <a:moveTo>
                  <a:pt x="2277940" y="0"/>
                </a:moveTo>
                <a:lnTo>
                  <a:pt x="2380505" y="0"/>
                </a:lnTo>
                <a:lnTo>
                  <a:pt x="2596790" y="521927"/>
                </a:lnTo>
                <a:lnTo>
                  <a:pt x="2478031" y="521927"/>
                </a:lnTo>
                <a:lnTo>
                  <a:pt x="2430168" y="405223"/>
                </a:lnTo>
                <a:lnTo>
                  <a:pt x="2223959" y="405223"/>
                </a:lnTo>
                <a:lnTo>
                  <a:pt x="2176095" y="521927"/>
                </a:lnTo>
                <a:lnTo>
                  <a:pt x="2060575" y="521927"/>
                </a:lnTo>
                <a:close/>
              </a:path>
            </a:pathLst>
          </a:custGeom>
          <a:solidFill>
            <a:schemeClr val="bg1"/>
          </a:solidFill>
          <a:ln>
            <a:noFill/>
          </a:ln>
          <a:effectLst/>
        </p:spPr>
        <p:txBody>
          <a:bodyPr wrap="square" anchor="ctr">
            <a:noAutofit/>
          </a:bodyPr>
          <a:lstStyle/>
          <a:p>
            <a:endParaRPr lang="en-US"/>
          </a:p>
        </p:txBody>
      </p:sp>
    </p:spTree>
    <p:extLst>
      <p:ext uri="{BB962C8B-B14F-4D97-AF65-F5344CB8AC3E}">
        <p14:creationId xmlns:p14="http://schemas.microsoft.com/office/powerpoint/2010/main" val="1949125730"/>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5" name="Content Placeholder 39"/>
          <p:cNvSpPr>
            <a:spLocks noGrp="1"/>
          </p:cNvSpPr>
          <p:nvPr>
            <p:ph sz="quarter" idx="15" hasCustomPrompt="1"/>
          </p:nvPr>
        </p:nvSpPr>
        <p:spPr bwMode="gray">
          <a:xfrm>
            <a:off x="263031" y="1733423"/>
            <a:ext cx="5716489" cy="4480055"/>
          </a:xfrm>
        </p:spPr>
        <p:txBody>
          <a:bodyPr wrap="square" lIns="91521">
            <a:noAutofit/>
          </a:bodyPr>
          <a:lstStyle>
            <a:lvl1pPr>
              <a:buClr>
                <a:schemeClr val="accent2"/>
              </a:buClr>
              <a:defRPr/>
            </a:lvl1pPr>
            <a:lvl2pPr>
              <a:buClr>
                <a:schemeClr val="accent2"/>
              </a:buClr>
              <a:defRPr/>
            </a:lvl2pPr>
            <a:lvl3pPr>
              <a:buClr>
                <a:schemeClr val="accent2"/>
              </a:buClr>
              <a:defRPr/>
            </a:lvl3pPr>
            <a:lvl4pPr>
              <a:buClr>
                <a:schemeClr val="accent2"/>
              </a:buClr>
              <a:defRPr/>
            </a:lvl4pPr>
            <a:lvl5pPr>
              <a:buClr>
                <a:schemeClr val="accent2"/>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263031" y="240330"/>
            <a:ext cx="11661637" cy="904795"/>
          </a:xfrm>
        </p:spPr>
        <p:txBody>
          <a:bodyPr wrap="square" lIns="91521">
            <a:noAutofit/>
          </a:bodyPr>
          <a:lstStyle>
            <a:lvl1pPr>
              <a:defRPr/>
            </a:lvl1pPr>
          </a:lstStyle>
          <a:p>
            <a:r>
              <a:rPr lang="en-US" dirty="0"/>
              <a:t>Click to Edit Master Title Style</a:t>
            </a:r>
          </a:p>
        </p:txBody>
      </p:sp>
      <p:sp>
        <p:nvSpPr>
          <p:cNvPr id="83" name="Content Placeholder 3"/>
          <p:cNvSpPr>
            <a:spLocks noGrp="1"/>
          </p:cNvSpPr>
          <p:nvPr>
            <p:ph sz="quarter" idx="14" hasCustomPrompt="1"/>
          </p:nvPr>
        </p:nvSpPr>
        <p:spPr>
          <a:xfrm>
            <a:off x="6208180" y="1733423"/>
            <a:ext cx="5716489" cy="4479925"/>
          </a:xfrm>
        </p:spPr>
        <p:txBody>
          <a:bodyPr wrap="square" lIns="91521">
            <a:noAutofit/>
          </a:bodyPr>
          <a:lstStyle>
            <a:lvl1pPr>
              <a:buClr>
                <a:schemeClr val="accent2"/>
              </a:buClr>
              <a:defRPr/>
            </a:lvl1pPr>
            <a:lvl2pPr>
              <a:buClr>
                <a:schemeClr val="accent2"/>
              </a:buClr>
              <a:defRPr/>
            </a:lvl2pPr>
            <a:lvl3pPr>
              <a:buClr>
                <a:schemeClr val="accent2"/>
              </a:buClr>
              <a:defRPr/>
            </a:lvl3pPr>
            <a:lvl4pPr>
              <a:buClr>
                <a:schemeClr val="accent2"/>
              </a:buClr>
              <a:defRPr/>
            </a:lvl4pPr>
            <a:lvl5pPr>
              <a:buClr>
                <a:schemeClr val="accent2"/>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1" name="Text Placeholder 2"/>
          <p:cNvSpPr>
            <a:spLocks noGrp="1"/>
          </p:cNvSpPr>
          <p:nvPr>
            <p:ph type="body" idx="10" hasCustomPrompt="1"/>
          </p:nvPr>
        </p:nvSpPr>
        <p:spPr bwMode="gray">
          <a:xfrm>
            <a:off x="263031" y="1106419"/>
            <a:ext cx="11661637" cy="400109"/>
          </a:xfrm>
        </p:spPr>
        <p:txBody>
          <a:bodyPr lIns="91521" tIns="45761" rIns="91521" bIns="45761" anchor="t">
            <a:noAutofit/>
          </a:bodyPr>
          <a:lstStyle>
            <a:lvl1pPr marL="0" indent="0">
              <a:spcBef>
                <a:spcPts val="0"/>
              </a:spcBef>
              <a:spcAft>
                <a:spcPts val="0"/>
              </a:spcAft>
              <a:buNone/>
              <a:defRPr sz="1800" b="0">
                <a:solidFill>
                  <a:schemeClr val="accent2"/>
                </a:solidFill>
              </a:defRPr>
            </a:lvl1pPr>
            <a:lvl2pPr marL="457608" indent="0">
              <a:buNone/>
              <a:defRPr sz="2000" b="1"/>
            </a:lvl2pPr>
            <a:lvl3pPr marL="915216" indent="0">
              <a:buNone/>
              <a:defRPr sz="1900" b="1"/>
            </a:lvl3pPr>
            <a:lvl4pPr marL="1372822" indent="0">
              <a:buNone/>
              <a:defRPr sz="1600" b="1"/>
            </a:lvl4pPr>
            <a:lvl5pPr marL="1830430" indent="0">
              <a:buNone/>
              <a:defRPr sz="1600" b="1"/>
            </a:lvl5pPr>
            <a:lvl6pPr marL="2288038" indent="0">
              <a:buNone/>
              <a:defRPr sz="1600" b="1"/>
            </a:lvl6pPr>
            <a:lvl7pPr marL="2745646" indent="0">
              <a:buNone/>
              <a:defRPr sz="1600" b="1"/>
            </a:lvl7pPr>
            <a:lvl8pPr marL="3203253" indent="0">
              <a:buNone/>
              <a:defRPr sz="1600" b="1"/>
            </a:lvl8pPr>
            <a:lvl9pPr marL="3660861" indent="0">
              <a:buNone/>
              <a:defRPr sz="1600" b="1"/>
            </a:lvl9pPr>
          </a:lstStyle>
          <a:p>
            <a:pPr lvl="0"/>
            <a:r>
              <a:rPr lang="en-US" dirty="0"/>
              <a:t>Click to edit master text styles</a:t>
            </a:r>
          </a:p>
        </p:txBody>
      </p:sp>
      <p:sp>
        <p:nvSpPr>
          <p:cNvPr id="12" name="Slide Number Placeholder 5"/>
          <p:cNvSpPr>
            <a:spLocks noGrp="1"/>
          </p:cNvSpPr>
          <p:nvPr>
            <p:ph type="sldNum" sz="quarter" idx="4"/>
          </p:nvPr>
        </p:nvSpPr>
        <p:spPr>
          <a:xfrm>
            <a:off x="294490" y="6462574"/>
            <a:ext cx="448654" cy="260809"/>
          </a:xfrm>
          <a:prstGeom prst="rect">
            <a:avLst/>
          </a:prstGeom>
        </p:spPr>
        <p:txBody>
          <a:bodyPr vert="horz" wrap="square" lIns="91521" tIns="45761" rIns="91521" bIns="45761" rtlCol="0" anchor="b">
            <a:noAutofit/>
          </a:bodyPr>
          <a:lstStyle>
            <a:lvl1pPr>
              <a:defRPr lang="en-US" sz="1050" b="1" smtClean="0">
                <a:solidFill>
                  <a:schemeClr val="bg1"/>
                </a:solidFill>
              </a:defRPr>
            </a:lvl1pPr>
          </a:lstStyle>
          <a:p>
            <a:fld id="{B071A5F3-A4FF-4CEE-8215-C08835B585C1}" type="slidenum">
              <a:rPr lang="en-US" smtClean="0"/>
              <a:pPr/>
              <a:t>‹#›</a:t>
            </a:fld>
            <a:endParaRPr lang="en-US" dirty="0"/>
          </a:p>
        </p:txBody>
      </p:sp>
      <p:sp>
        <p:nvSpPr>
          <p:cNvPr id="10" name="Footer Placeholder 4"/>
          <p:cNvSpPr>
            <a:spLocks noGrp="1"/>
          </p:cNvSpPr>
          <p:nvPr>
            <p:ph type="ftr" sz="quarter" idx="3"/>
          </p:nvPr>
        </p:nvSpPr>
        <p:spPr>
          <a:xfrm>
            <a:off x="743144" y="6472734"/>
            <a:ext cx="6540464" cy="240489"/>
          </a:xfrm>
          <a:prstGeom prst="rect">
            <a:avLst/>
          </a:prstGeom>
        </p:spPr>
        <p:txBody>
          <a:bodyPr vert="horz" wrap="square" lIns="91521" tIns="45761" rIns="91521" bIns="45761" rtlCol="0" anchor="b">
            <a:noAutofit/>
          </a:bodyPr>
          <a:lstStyle>
            <a:lvl1pPr>
              <a:defRPr lang="en-US" sz="800" smtClean="0">
                <a:solidFill>
                  <a:schemeClr val="bg1"/>
                </a:solidFill>
              </a:defRPr>
            </a:lvl1pPr>
          </a:lstStyle>
          <a:p>
            <a:r>
              <a:rPr lang="en-US"/>
              <a:t>© 2023 NetApp, Inc. All rights reserved.  — NETAPP CONFIDENTIAL — </a:t>
            </a:r>
            <a:endParaRPr lang="en-US" dirty="0"/>
          </a:p>
        </p:txBody>
      </p:sp>
      <p:sp>
        <p:nvSpPr>
          <p:cNvPr id="9" name="Freeform: Shape 8">
            <a:extLst>
              <a:ext uri="{FF2B5EF4-FFF2-40B4-BE49-F238E27FC236}">
                <a16:creationId xmlns:a16="http://schemas.microsoft.com/office/drawing/2014/main" id="{79A4D14D-5D94-4D5C-945D-E6B9E45AD16F}"/>
              </a:ext>
            </a:extLst>
          </p:cNvPr>
          <p:cNvSpPr>
            <a:spLocks noChangeAspect="1" noChangeArrowheads="1"/>
          </p:cNvSpPr>
          <p:nvPr userDrawn="1"/>
        </p:nvSpPr>
        <p:spPr bwMode="auto">
          <a:xfrm>
            <a:off x="10776007" y="6495019"/>
            <a:ext cx="1042416" cy="190644"/>
          </a:xfrm>
          <a:custGeom>
            <a:avLst/>
            <a:gdLst>
              <a:gd name="connsiteX0" fmla="*/ 3294826 w 3504841"/>
              <a:gd name="connsiteY0" fmla="*/ 214318 h 640991"/>
              <a:gd name="connsiteX1" fmla="*/ 3198090 w 3504841"/>
              <a:gd name="connsiteY1" fmla="*/ 323592 h 640991"/>
              <a:gd name="connsiteX2" fmla="*/ 3198090 w 3504841"/>
              <a:gd name="connsiteY2" fmla="*/ 324670 h 640991"/>
              <a:gd name="connsiteX3" fmla="*/ 3294826 w 3504841"/>
              <a:gd name="connsiteY3" fmla="*/ 434304 h 640991"/>
              <a:gd name="connsiteX4" fmla="*/ 3391922 w 3504841"/>
              <a:gd name="connsiteY4" fmla="*/ 324670 h 640991"/>
              <a:gd name="connsiteX5" fmla="*/ 3391922 w 3504841"/>
              <a:gd name="connsiteY5" fmla="*/ 323592 h 640991"/>
              <a:gd name="connsiteX6" fmla="*/ 3294826 w 3504841"/>
              <a:gd name="connsiteY6" fmla="*/ 214318 h 640991"/>
              <a:gd name="connsiteX7" fmla="*/ 2831785 w 3504841"/>
              <a:gd name="connsiteY7" fmla="*/ 214318 h 640991"/>
              <a:gd name="connsiteX8" fmla="*/ 2735408 w 3504841"/>
              <a:gd name="connsiteY8" fmla="*/ 323592 h 640991"/>
              <a:gd name="connsiteX9" fmla="*/ 2735408 w 3504841"/>
              <a:gd name="connsiteY9" fmla="*/ 324670 h 640991"/>
              <a:gd name="connsiteX10" fmla="*/ 2831785 w 3504841"/>
              <a:gd name="connsiteY10" fmla="*/ 434304 h 640991"/>
              <a:gd name="connsiteX11" fmla="*/ 2929240 w 3504841"/>
              <a:gd name="connsiteY11" fmla="*/ 324670 h 640991"/>
              <a:gd name="connsiteX12" fmla="*/ 2929240 w 3504841"/>
              <a:gd name="connsiteY12" fmla="*/ 323592 h 640991"/>
              <a:gd name="connsiteX13" fmla="*/ 2831785 w 3504841"/>
              <a:gd name="connsiteY13" fmla="*/ 214318 h 640991"/>
              <a:gd name="connsiteX14" fmla="*/ 1564332 w 3504841"/>
              <a:gd name="connsiteY14" fmla="*/ 209816 h 640991"/>
              <a:gd name="connsiteX15" fmla="*/ 1478061 w 3504841"/>
              <a:gd name="connsiteY15" fmla="*/ 293948 h 640991"/>
              <a:gd name="connsiteX16" fmla="*/ 1647368 w 3504841"/>
              <a:gd name="connsiteY16" fmla="*/ 293948 h 640991"/>
              <a:gd name="connsiteX17" fmla="*/ 1564332 w 3504841"/>
              <a:gd name="connsiteY17" fmla="*/ 209816 h 640991"/>
              <a:gd name="connsiteX18" fmla="*/ 2327603 w 3504841"/>
              <a:gd name="connsiteY18" fmla="*/ 137236 h 640991"/>
              <a:gd name="connsiteX19" fmla="*/ 2258507 w 3504841"/>
              <a:gd name="connsiteY19" fmla="*/ 305808 h 640991"/>
              <a:gd name="connsiteX20" fmla="*/ 2396699 w 3504841"/>
              <a:gd name="connsiteY20" fmla="*/ 305808 h 640991"/>
              <a:gd name="connsiteX21" fmla="*/ 1564332 w 3504841"/>
              <a:gd name="connsiteY21" fmla="*/ 120650 h 640991"/>
              <a:gd name="connsiteX22" fmla="*/ 1757004 w 3504841"/>
              <a:gd name="connsiteY22" fmla="*/ 335295 h 640991"/>
              <a:gd name="connsiteX23" fmla="*/ 1755925 w 3504841"/>
              <a:gd name="connsiteY23" fmla="*/ 364777 h 640991"/>
              <a:gd name="connsiteX24" fmla="*/ 1480218 w 3504841"/>
              <a:gd name="connsiteY24" fmla="*/ 364777 h 640991"/>
              <a:gd name="connsiteX25" fmla="*/ 1577273 w 3504841"/>
              <a:gd name="connsiteY25" fmla="*/ 442796 h 640991"/>
              <a:gd name="connsiteX26" fmla="*/ 1673968 w 3504841"/>
              <a:gd name="connsiteY26" fmla="*/ 402169 h 640991"/>
              <a:gd name="connsiteX27" fmla="*/ 1737593 w 3504841"/>
              <a:gd name="connsiteY27" fmla="*/ 458976 h 640991"/>
              <a:gd name="connsiteX28" fmla="*/ 1575475 w 3504841"/>
              <a:gd name="connsiteY28" fmla="*/ 533041 h 640991"/>
              <a:gd name="connsiteX29" fmla="*/ 1368425 w 3504841"/>
              <a:gd name="connsiteY29" fmla="*/ 327025 h 640991"/>
              <a:gd name="connsiteX30" fmla="*/ 1368425 w 3504841"/>
              <a:gd name="connsiteY30" fmla="*/ 326306 h 640991"/>
              <a:gd name="connsiteX31" fmla="*/ 1564332 w 3504841"/>
              <a:gd name="connsiteY31" fmla="*/ 120650 h 640991"/>
              <a:gd name="connsiteX32" fmla="*/ 3323955 w 3504841"/>
              <a:gd name="connsiteY32" fmla="*/ 119062 h 640991"/>
              <a:gd name="connsiteX33" fmla="*/ 3504841 w 3504841"/>
              <a:gd name="connsiteY33" fmla="*/ 323592 h 640991"/>
              <a:gd name="connsiteX34" fmla="*/ 3504841 w 3504841"/>
              <a:gd name="connsiteY34" fmla="*/ 324670 h 640991"/>
              <a:gd name="connsiteX35" fmla="*/ 3323955 w 3504841"/>
              <a:gd name="connsiteY35" fmla="*/ 529560 h 640991"/>
              <a:gd name="connsiteX36" fmla="*/ 3200247 w 3504841"/>
              <a:gd name="connsiteY36" fmla="*/ 470609 h 640991"/>
              <a:gd name="connsiteX37" fmla="*/ 3200247 w 3504841"/>
              <a:gd name="connsiteY37" fmla="*/ 640991 h 640991"/>
              <a:gd name="connsiteX38" fmla="*/ 3087688 w 3504841"/>
              <a:gd name="connsiteY38" fmla="*/ 640991 h 640991"/>
              <a:gd name="connsiteX39" fmla="*/ 3087688 w 3504841"/>
              <a:gd name="connsiteY39" fmla="*/ 126251 h 640991"/>
              <a:gd name="connsiteX40" fmla="*/ 3200247 w 3504841"/>
              <a:gd name="connsiteY40" fmla="*/ 126251 h 640991"/>
              <a:gd name="connsiteX41" fmla="*/ 3200247 w 3504841"/>
              <a:gd name="connsiteY41" fmla="*/ 183045 h 640991"/>
              <a:gd name="connsiteX42" fmla="*/ 3323955 w 3504841"/>
              <a:gd name="connsiteY42" fmla="*/ 119062 h 640991"/>
              <a:gd name="connsiteX43" fmla="*/ 2861992 w 3504841"/>
              <a:gd name="connsiteY43" fmla="*/ 119062 h 640991"/>
              <a:gd name="connsiteX44" fmla="*/ 3042879 w 3504841"/>
              <a:gd name="connsiteY44" fmla="*/ 323592 h 640991"/>
              <a:gd name="connsiteX45" fmla="*/ 3042879 w 3504841"/>
              <a:gd name="connsiteY45" fmla="*/ 324670 h 640991"/>
              <a:gd name="connsiteX46" fmla="*/ 2861992 w 3504841"/>
              <a:gd name="connsiteY46" fmla="*/ 529560 h 640991"/>
              <a:gd name="connsiteX47" fmla="*/ 2738285 w 3504841"/>
              <a:gd name="connsiteY47" fmla="*/ 470609 h 640991"/>
              <a:gd name="connsiteX48" fmla="*/ 2738285 w 3504841"/>
              <a:gd name="connsiteY48" fmla="*/ 640991 h 640991"/>
              <a:gd name="connsiteX49" fmla="*/ 2625725 w 3504841"/>
              <a:gd name="connsiteY49" fmla="*/ 640991 h 640991"/>
              <a:gd name="connsiteX50" fmla="*/ 2625725 w 3504841"/>
              <a:gd name="connsiteY50" fmla="*/ 126251 h 640991"/>
              <a:gd name="connsiteX51" fmla="*/ 2738285 w 3504841"/>
              <a:gd name="connsiteY51" fmla="*/ 126251 h 640991"/>
              <a:gd name="connsiteX52" fmla="*/ 2738285 w 3504841"/>
              <a:gd name="connsiteY52" fmla="*/ 183045 h 640991"/>
              <a:gd name="connsiteX53" fmla="*/ 2861992 w 3504841"/>
              <a:gd name="connsiteY53" fmla="*/ 119062 h 640991"/>
              <a:gd name="connsiteX54" fmla="*/ 1828929 w 3504841"/>
              <a:gd name="connsiteY54" fmla="*/ 25400 h 640991"/>
              <a:gd name="connsiteX55" fmla="*/ 1939876 w 3504841"/>
              <a:gd name="connsiteY55" fmla="*/ 25400 h 640991"/>
              <a:gd name="connsiteX56" fmla="*/ 1939876 w 3504841"/>
              <a:gd name="connsiteY56" fmla="*/ 127331 h 640991"/>
              <a:gd name="connsiteX57" fmla="*/ 2033229 w 3504841"/>
              <a:gd name="connsiteY57" fmla="*/ 127331 h 640991"/>
              <a:gd name="connsiteX58" fmla="*/ 2033229 w 3504841"/>
              <a:gd name="connsiteY58" fmla="*/ 223859 h 640991"/>
              <a:gd name="connsiteX59" fmla="*/ 1939876 w 3504841"/>
              <a:gd name="connsiteY59" fmla="*/ 223859 h 640991"/>
              <a:gd name="connsiteX60" fmla="*/ 1939876 w 3504841"/>
              <a:gd name="connsiteY60" fmla="*/ 393143 h 640991"/>
              <a:gd name="connsiteX61" fmla="*/ 1976499 w 3504841"/>
              <a:gd name="connsiteY61" fmla="*/ 431682 h 640991"/>
              <a:gd name="connsiteX62" fmla="*/ 2032152 w 3504841"/>
              <a:gd name="connsiteY62" fmla="*/ 417635 h 640991"/>
              <a:gd name="connsiteX63" fmla="*/ 2032152 w 3504841"/>
              <a:gd name="connsiteY63" fmla="*/ 508040 h 640991"/>
              <a:gd name="connsiteX64" fmla="*/ 1942748 w 3504841"/>
              <a:gd name="connsiteY64" fmla="*/ 531452 h 640991"/>
              <a:gd name="connsiteX65" fmla="*/ 1828929 w 3504841"/>
              <a:gd name="connsiteY65" fmla="*/ 411512 h 640991"/>
              <a:gd name="connsiteX66" fmla="*/ 1828929 w 3504841"/>
              <a:gd name="connsiteY66" fmla="*/ 223859 h 640991"/>
              <a:gd name="connsiteX67" fmla="*/ 1781175 w 3504841"/>
              <a:gd name="connsiteY67" fmla="*/ 223859 h 640991"/>
              <a:gd name="connsiteX68" fmla="*/ 1781175 w 3504841"/>
              <a:gd name="connsiteY68" fmla="*/ 127331 h 640991"/>
              <a:gd name="connsiteX69" fmla="*/ 1828929 w 3504841"/>
              <a:gd name="connsiteY69" fmla="*/ 127331 h 640991"/>
              <a:gd name="connsiteX70" fmla="*/ 852488 w 3504841"/>
              <a:gd name="connsiteY70" fmla="*/ 1587 h 640991"/>
              <a:gd name="connsiteX71" fmla="*/ 958347 w 3504841"/>
              <a:gd name="connsiteY71" fmla="*/ 1587 h 640991"/>
              <a:gd name="connsiteX72" fmla="*/ 1201030 w 3504841"/>
              <a:gd name="connsiteY72" fmla="*/ 324325 h 640991"/>
              <a:gd name="connsiteX73" fmla="*/ 1201030 w 3504841"/>
              <a:gd name="connsiteY73" fmla="*/ 1587 h 640991"/>
              <a:gd name="connsiteX74" fmla="*/ 1314090 w 3504841"/>
              <a:gd name="connsiteY74" fmla="*/ 1587 h 640991"/>
              <a:gd name="connsiteX75" fmla="*/ 1314090 w 3504841"/>
              <a:gd name="connsiteY75" fmla="*/ 523515 h 640991"/>
              <a:gd name="connsiteX76" fmla="*/ 1216513 w 3504841"/>
              <a:gd name="connsiteY76" fmla="*/ 523515 h 640991"/>
              <a:gd name="connsiteX77" fmla="*/ 965548 w 3504841"/>
              <a:gd name="connsiteY77" fmla="*/ 193573 h 640991"/>
              <a:gd name="connsiteX78" fmla="*/ 965548 w 3504841"/>
              <a:gd name="connsiteY78" fmla="*/ 523515 h 640991"/>
              <a:gd name="connsiteX79" fmla="*/ 852488 w 3504841"/>
              <a:gd name="connsiteY79" fmla="*/ 523515 h 640991"/>
              <a:gd name="connsiteX80" fmla="*/ 0 w 3504841"/>
              <a:gd name="connsiteY80" fmla="*/ 1587 h 640991"/>
              <a:gd name="connsiteX81" fmla="*/ 626703 w 3504841"/>
              <a:gd name="connsiteY81" fmla="*/ 1587 h 640991"/>
              <a:gd name="connsiteX82" fmla="*/ 626703 w 3504841"/>
              <a:gd name="connsiteY82" fmla="*/ 523515 h 640991"/>
              <a:gd name="connsiteX83" fmla="*/ 383005 w 3504841"/>
              <a:gd name="connsiteY83" fmla="*/ 523515 h 640991"/>
              <a:gd name="connsiteX84" fmla="*/ 383005 w 3504841"/>
              <a:gd name="connsiteY84" fmla="*/ 209782 h 640991"/>
              <a:gd name="connsiteX85" fmla="*/ 243698 w 3504841"/>
              <a:gd name="connsiteY85" fmla="*/ 209782 h 640991"/>
              <a:gd name="connsiteX86" fmla="*/ 243698 w 3504841"/>
              <a:gd name="connsiteY86" fmla="*/ 523515 h 640991"/>
              <a:gd name="connsiteX87" fmla="*/ 0 w 3504841"/>
              <a:gd name="connsiteY87" fmla="*/ 523515 h 640991"/>
              <a:gd name="connsiteX88" fmla="*/ 2277940 w 3504841"/>
              <a:gd name="connsiteY88" fmla="*/ 0 h 640991"/>
              <a:gd name="connsiteX89" fmla="*/ 2380505 w 3504841"/>
              <a:gd name="connsiteY89" fmla="*/ 0 h 640991"/>
              <a:gd name="connsiteX90" fmla="*/ 2596790 w 3504841"/>
              <a:gd name="connsiteY90" fmla="*/ 521927 h 640991"/>
              <a:gd name="connsiteX91" fmla="*/ 2478031 w 3504841"/>
              <a:gd name="connsiteY91" fmla="*/ 521927 h 640991"/>
              <a:gd name="connsiteX92" fmla="*/ 2430168 w 3504841"/>
              <a:gd name="connsiteY92" fmla="*/ 405223 h 640991"/>
              <a:gd name="connsiteX93" fmla="*/ 2223959 w 3504841"/>
              <a:gd name="connsiteY93" fmla="*/ 405223 h 640991"/>
              <a:gd name="connsiteX94" fmla="*/ 2176095 w 3504841"/>
              <a:gd name="connsiteY94" fmla="*/ 521927 h 640991"/>
              <a:gd name="connsiteX95" fmla="*/ 2060575 w 3504841"/>
              <a:gd name="connsiteY95" fmla="*/ 521927 h 64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3504841" h="640991">
                <a:moveTo>
                  <a:pt x="3294826" y="214318"/>
                </a:moveTo>
                <a:cubicBezTo>
                  <a:pt x="3242322" y="214318"/>
                  <a:pt x="3198090" y="258171"/>
                  <a:pt x="3198090" y="323592"/>
                </a:cubicBezTo>
                <a:lnTo>
                  <a:pt x="3198090" y="324670"/>
                </a:lnTo>
                <a:cubicBezTo>
                  <a:pt x="3198090" y="390451"/>
                  <a:pt x="3242322" y="434304"/>
                  <a:pt x="3294826" y="434304"/>
                </a:cubicBezTo>
                <a:cubicBezTo>
                  <a:pt x="3347689" y="434304"/>
                  <a:pt x="3391922" y="391529"/>
                  <a:pt x="3391922" y="324670"/>
                </a:cubicBezTo>
                <a:lnTo>
                  <a:pt x="3391922" y="323592"/>
                </a:lnTo>
                <a:cubicBezTo>
                  <a:pt x="3391922" y="258171"/>
                  <a:pt x="3347689" y="214318"/>
                  <a:pt x="3294826" y="214318"/>
                </a:cubicBezTo>
                <a:close/>
                <a:moveTo>
                  <a:pt x="2831785" y="214318"/>
                </a:moveTo>
                <a:cubicBezTo>
                  <a:pt x="2778921" y="214318"/>
                  <a:pt x="2735408" y="258171"/>
                  <a:pt x="2735408" y="323592"/>
                </a:cubicBezTo>
                <a:lnTo>
                  <a:pt x="2735408" y="324670"/>
                </a:lnTo>
                <a:cubicBezTo>
                  <a:pt x="2735408" y="390451"/>
                  <a:pt x="2778921" y="434304"/>
                  <a:pt x="2831785" y="434304"/>
                </a:cubicBezTo>
                <a:cubicBezTo>
                  <a:pt x="2885367" y="434304"/>
                  <a:pt x="2929240" y="391529"/>
                  <a:pt x="2929240" y="324670"/>
                </a:cubicBezTo>
                <a:lnTo>
                  <a:pt x="2929240" y="323592"/>
                </a:lnTo>
                <a:cubicBezTo>
                  <a:pt x="2929240" y="258171"/>
                  <a:pt x="2884288" y="214318"/>
                  <a:pt x="2831785" y="214318"/>
                </a:cubicBezTo>
                <a:close/>
                <a:moveTo>
                  <a:pt x="1564332" y="209816"/>
                </a:moveTo>
                <a:cubicBezTo>
                  <a:pt x="1517602" y="209816"/>
                  <a:pt x="1487048" y="243253"/>
                  <a:pt x="1478061" y="293948"/>
                </a:cubicBezTo>
                <a:lnTo>
                  <a:pt x="1647368" y="293948"/>
                </a:lnTo>
                <a:cubicBezTo>
                  <a:pt x="1640179" y="243253"/>
                  <a:pt x="1611062" y="209816"/>
                  <a:pt x="1564332" y="209816"/>
                </a:cubicBezTo>
                <a:close/>
                <a:moveTo>
                  <a:pt x="2327603" y="137236"/>
                </a:moveTo>
                <a:lnTo>
                  <a:pt x="2258507" y="305808"/>
                </a:lnTo>
                <a:lnTo>
                  <a:pt x="2396699" y="305808"/>
                </a:lnTo>
                <a:close/>
                <a:moveTo>
                  <a:pt x="1564332" y="120650"/>
                </a:moveTo>
                <a:cubicBezTo>
                  <a:pt x="1696974" y="120650"/>
                  <a:pt x="1757004" y="223119"/>
                  <a:pt x="1757004" y="335295"/>
                </a:cubicBezTo>
                <a:cubicBezTo>
                  <a:pt x="1757004" y="344283"/>
                  <a:pt x="1755925" y="354710"/>
                  <a:pt x="1755925" y="364777"/>
                </a:cubicBezTo>
                <a:lnTo>
                  <a:pt x="1480218" y="364777"/>
                </a:lnTo>
                <a:cubicBezTo>
                  <a:pt x="1491361" y="415472"/>
                  <a:pt x="1526589" y="442796"/>
                  <a:pt x="1577273" y="442796"/>
                </a:cubicBezTo>
                <a:cubicBezTo>
                  <a:pt x="1615016" y="442796"/>
                  <a:pt x="1642335" y="430572"/>
                  <a:pt x="1673968" y="402169"/>
                </a:cubicBezTo>
                <a:lnTo>
                  <a:pt x="1737593" y="458976"/>
                </a:lnTo>
                <a:cubicBezTo>
                  <a:pt x="1701287" y="504637"/>
                  <a:pt x="1647368" y="533041"/>
                  <a:pt x="1575475" y="533041"/>
                </a:cubicBezTo>
                <a:cubicBezTo>
                  <a:pt x="1455775" y="531962"/>
                  <a:pt x="1368425" y="447830"/>
                  <a:pt x="1368425" y="327025"/>
                </a:cubicBezTo>
                <a:lnTo>
                  <a:pt x="1368425" y="326306"/>
                </a:lnTo>
                <a:cubicBezTo>
                  <a:pt x="1368425" y="213051"/>
                  <a:pt x="1449664" y="120650"/>
                  <a:pt x="1564332" y="120650"/>
                </a:cubicBezTo>
                <a:close/>
                <a:moveTo>
                  <a:pt x="3323955" y="119062"/>
                </a:moveTo>
                <a:cubicBezTo>
                  <a:pt x="3416376" y="119062"/>
                  <a:pt x="3504841" y="190953"/>
                  <a:pt x="3504841" y="323592"/>
                </a:cubicBezTo>
                <a:lnTo>
                  <a:pt x="3504841" y="324670"/>
                </a:lnTo>
                <a:cubicBezTo>
                  <a:pt x="3504841" y="457309"/>
                  <a:pt x="3418533" y="529560"/>
                  <a:pt x="3323955" y="529560"/>
                </a:cubicBezTo>
                <a:cubicBezTo>
                  <a:pt x="3264259" y="529560"/>
                  <a:pt x="3226499" y="502241"/>
                  <a:pt x="3200247" y="470609"/>
                </a:cubicBezTo>
                <a:lnTo>
                  <a:pt x="3200247" y="640991"/>
                </a:lnTo>
                <a:lnTo>
                  <a:pt x="3087688" y="640991"/>
                </a:lnTo>
                <a:lnTo>
                  <a:pt x="3087688" y="126251"/>
                </a:lnTo>
                <a:lnTo>
                  <a:pt x="3200247" y="126251"/>
                </a:lnTo>
                <a:lnTo>
                  <a:pt x="3200247" y="183045"/>
                </a:lnTo>
                <a:cubicBezTo>
                  <a:pt x="3227578" y="146381"/>
                  <a:pt x="3265338" y="119062"/>
                  <a:pt x="3323955" y="119062"/>
                </a:cubicBezTo>
                <a:close/>
                <a:moveTo>
                  <a:pt x="2861992" y="119062"/>
                </a:moveTo>
                <a:cubicBezTo>
                  <a:pt x="2954413" y="119062"/>
                  <a:pt x="3042879" y="190953"/>
                  <a:pt x="3042879" y="323592"/>
                </a:cubicBezTo>
                <a:lnTo>
                  <a:pt x="3042879" y="324670"/>
                </a:lnTo>
                <a:cubicBezTo>
                  <a:pt x="3042879" y="457309"/>
                  <a:pt x="2956571" y="529560"/>
                  <a:pt x="2861992" y="529560"/>
                </a:cubicBezTo>
                <a:cubicBezTo>
                  <a:pt x="2802296" y="529560"/>
                  <a:pt x="2764537" y="502241"/>
                  <a:pt x="2738285" y="470609"/>
                </a:cubicBezTo>
                <a:lnTo>
                  <a:pt x="2738285" y="640991"/>
                </a:lnTo>
                <a:lnTo>
                  <a:pt x="2625725" y="640991"/>
                </a:lnTo>
                <a:lnTo>
                  <a:pt x="2625725" y="126251"/>
                </a:lnTo>
                <a:lnTo>
                  <a:pt x="2738285" y="126251"/>
                </a:lnTo>
                <a:lnTo>
                  <a:pt x="2738285" y="183045"/>
                </a:lnTo>
                <a:cubicBezTo>
                  <a:pt x="2765615" y="146381"/>
                  <a:pt x="2803375" y="119062"/>
                  <a:pt x="2861992" y="119062"/>
                </a:cubicBezTo>
                <a:close/>
                <a:moveTo>
                  <a:pt x="1828929" y="25400"/>
                </a:moveTo>
                <a:lnTo>
                  <a:pt x="1939876" y="25400"/>
                </a:lnTo>
                <a:lnTo>
                  <a:pt x="1939876" y="127331"/>
                </a:lnTo>
                <a:lnTo>
                  <a:pt x="2033229" y="127331"/>
                </a:lnTo>
                <a:lnTo>
                  <a:pt x="2033229" y="223859"/>
                </a:lnTo>
                <a:lnTo>
                  <a:pt x="1939876" y="223859"/>
                </a:lnTo>
                <a:lnTo>
                  <a:pt x="1939876" y="393143"/>
                </a:lnTo>
                <a:cubicBezTo>
                  <a:pt x="1939876" y="419436"/>
                  <a:pt x="1951006" y="431682"/>
                  <a:pt x="1976499" y="431682"/>
                </a:cubicBezTo>
                <a:cubicBezTo>
                  <a:pt x="1996606" y="431682"/>
                  <a:pt x="2015995" y="426640"/>
                  <a:pt x="2032152" y="417635"/>
                </a:cubicBezTo>
                <a:lnTo>
                  <a:pt x="2032152" y="508040"/>
                </a:lnTo>
                <a:cubicBezTo>
                  <a:pt x="2008814" y="522087"/>
                  <a:pt x="1981526" y="531452"/>
                  <a:pt x="1942748" y="531452"/>
                </a:cubicBezTo>
                <a:cubicBezTo>
                  <a:pt x="1874888" y="530371"/>
                  <a:pt x="1828929" y="502998"/>
                  <a:pt x="1828929" y="411512"/>
                </a:cubicBezTo>
                <a:lnTo>
                  <a:pt x="1828929" y="223859"/>
                </a:lnTo>
                <a:lnTo>
                  <a:pt x="1781175" y="223859"/>
                </a:lnTo>
                <a:lnTo>
                  <a:pt x="1781175" y="127331"/>
                </a:lnTo>
                <a:lnTo>
                  <a:pt x="1828929" y="127331"/>
                </a:lnTo>
                <a:close/>
                <a:moveTo>
                  <a:pt x="852488" y="1587"/>
                </a:moveTo>
                <a:lnTo>
                  <a:pt x="958347" y="1587"/>
                </a:lnTo>
                <a:lnTo>
                  <a:pt x="1201030" y="324325"/>
                </a:lnTo>
                <a:lnTo>
                  <a:pt x="1201030" y="1587"/>
                </a:lnTo>
                <a:lnTo>
                  <a:pt x="1314090" y="1587"/>
                </a:lnTo>
                <a:lnTo>
                  <a:pt x="1314090" y="523515"/>
                </a:lnTo>
                <a:lnTo>
                  <a:pt x="1216513" y="523515"/>
                </a:lnTo>
                <a:lnTo>
                  <a:pt x="965548" y="193573"/>
                </a:lnTo>
                <a:lnTo>
                  <a:pt x="965548" y="523515"/>
                </a:lnTo>
                <a:lnTo>
                  <a:pt x="852488" y="523515"/>
                </a:lnTo>
                <a:close/>
                <a:moveTo>
                  <a:pt x="0" y="1587"/>
                </a:moveTo>
                <a:lnTo>
                  <a:pt x="626703" y="1587"/>
                </a:lnTo>
                <a:lnTo>
                  <a:pt x="626703" y="523515"/>
                </a:lnTo>
                <a:lnTo>
                  <a:pt x="383005" y="523515"/>
                </a:lnTo>
                <a:lnTo>
                  <a:pt x="383005" y="209782"/>
                </a:lnTo>
                <a:lnTo>
                  <a:pt x="243698" y="209782"/>
                </a:lnTo>
                <a:lnTo>
                  <a:pt x="243698" y="523515"/>
                </a:lnTo>
                <a:lnTo>
                  <a:pt x="0" y="523515"/>
                </a:lnTo>
                <a:close/>
                <a:moveTo>
                  <a:pt x="2277940" y="0"/>
                </a:moveTo>
                <a:lnTo>
                  <a:pt x="2380505" y="0"/>
                </a:lnTo>
                <a:lnTo>
                  <a:pt x="2596790" y="521927"/>
                </a:lnTo>
                <a:lnTo>
                  <a:pt x="2478031" y="521927"/>
                </a:lnTo>
                <a:lnTo>
                  <a:pt x="2430168" y="405223"/>
                </a:lnTo>
                <a:lnTo>
                  <a:pt x="2223959" y="405223"/>
                </a:lnTo>
                <a:lnTo>
                  <a:pt x="2176095" y="521927"/>
                </a:lnTo>
                <a:lnTo>
                  <a:pt x="2060575" y="521927"/>
                </a:lnTo>
                <a:close/>
              </a:path>
            </a:pathLst>
          </a:custGeom>
          <a:solidFill>
            <a:schemeClr val="bg1"/>
          </a:solidFill>
          <a:ln>
            <a:noFill/>
          </a:ln>
          <a:effectLst/>
        </p:spPr>
        <p:txBody>
          <a:bodyPr wrap="square" anchor="ctr">
            <a:noAutofit/>
          </a:bodyPr>
          <a:lstStyle/>
          <a:p>
            <a:endParaRPr lang="en-US"/>
          </a:p>
        </p:txBody>
      </p:sp>
    </p:spTree>
    <p:extLst>
      <p:ext uri="{BB962C8B-B14F-4D97-AF65-F5344CB8AC3E}">
        <p14:creationId xmlns:p14="http://schemas.microsoft.com/office/powerpoint/2010/main" val="1876744686"/>
      </p:ext>
    </p:extLst>
  </p:cSld>
  <p:clrMapOvr>
    <a:masterClrMapping/>
  </p:clrMapOvr>
  <p:transition spd="med">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5" name="Content Placeholder 39"/>
          <p:cNvSpPr>
            <a:spLocks noGrp="1"/>
          </p:cNvSpPr>
          <p:nvPr>
            <p:ph sz="quarter" idx="15" hasCustomPrompt="1"/>
          </p:nvPr>
        </p:nvSpPr>
        <p:spPr bwMode="gray">
          <a:xfrm>
            <a:off x="263031" y="1733423"/>
            <a:ext cx="3750017" cy="4480055"/>
          </a:xfrm>
        </p:spPr>
        <p:txBody>
          <a:bodyPr wrap="square" lIns="91521">
            <a:noAutofit/>
          </a:bodyPr>
          <a:lstStyle>
            <a:lvl1pPr>
              <a:buClr>
                <a:schemeClr val="accent2"/>
              </a:buClr>
              <a:defRPr/>
            </a:lvl1pPr>
            <a:lvl2pPr>
              <a:buClr>
                <a:schemeClr val="accent2"/>
              </a:buClr>
              <a:defRPr/>
            </a:lvl2pPr>
            <a:lvl3pPr>
              <a:buClr>
                <a:schemeClr val="accent2"/>
              </a:buClr>
              <a:defRPr/>
            </a:lvl3pPr>
            <a:lvl4pPr>
              <a:buClr>
                <a:schemeClr val="accent2"/>
              </a:buClr>
              <a:defRPr/>
            </a:lvl4pPr>
            <a:lvl5pPr>
              <a:buClr>
                <a:schemeClr val="accent2"/>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8" name="Content Placeholder 39"/>
          <p:cNvSpPr>
            <a:spLocks noGrp="1"/>
          </p:cNvSpPr>
          <p:nvPr>
            <p:ph sz="quarter" idx="17" hasCustomPrompt="1"/>
          </p:nvPr>
        </p:nvSpPr>
        <p:spPr bwMode="gray">
          <a:xfrm>
            <a:off x="4218841" y="1733423"/>
            <a:ext cx="3750017" cy="4480055"/>
          </a:xfrm>
        </p:spPr>
        <p:txBody>
          <a:bodyPr wrap="square" lIns="91521">
            <a:noAutofit/>
          </a:bodyPr>
          <a:lstStyle>
            <a:lvl1pPr>
              <a:buClr>
                <a:schemeClr val="accent2"/>
              </a:buClr>
              <a:defRPr/>
            </a:lvl1pPr>
            <a:lvl2pPr>
              <a:buClr>
                <a:schemeClr val="accent2"/>
              </a:buClr>
              <a:defRPr/>
            </a:lvl2pPr>
            <a:lvl3pPr>
              <a:buClr>
                <a:schemeClr val="accent2"/>
              </a:buClr>
              <a:defRPr/>
            </a:lvl3pPr>
            <a:lvl4pPr>
              <a:buClr>
                <a:schemeClr val="accent2"/>
              </a:buClr>
              <a:defRPr/>
            </a:lvl4pPr>
            <a:lvl5pPr>
              <a:buClr>
                <a:schemeClr val="accent2"/>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9" name="Content Placeholder 39"/>
          <p:cNvSpPr>
            <a:spLocks noGrp="1"/>
          </p:cNvSpPr>
          <p:nvPr>
            <p:ph sz="quarter" idx="18" hasCustomPrompt="1"/>
          </p:nvPr>
        </p:nvSpPr>
        <p:spPr bwMode="gray">
          <a:xfrm>
            <a:off x="8174652" y="1733423"/>
            <a:ext cx="3750017" cy="4480055"/>
          </a:xfrm>
        </p:spPr>
        <p:txBody>
          <a:bodyPr wrap="square" lIns="91521">
            <a:noAutofit/>
          </a:bodyPr>
          <a:lstStyle>
            <a:lvl1pPr>
              <a:buClr>
                <a:schemeClr val="accent2"/>
              </a:buClr>
              <a:defRPr/>
            </a:lvl1pPr>
            <a:lvl2pPr>
              <a:buClr>
                <a:schemeClr val="accent2"/>
              </a:buClr>
              <a:defRPr/>
            </a:lvl2pPr>
            <a:lvl3pPr>
              <a:buClr>
                <a:schemeClr val="accent2"/>
              </a:buClr>
              <a:defRPr/>
            </a:lvl3pPr>
            <a:lvl4pPr>
              <a:buClr>
                <a:schemeClr val="accent2"/>
              </a:buClr>
              <a:defRPr/>
            </a:lvl4pPr>
            <a:lvl5pPr>
              <a:buClr>
                <a:schemeClr val="accent2"/>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263031" y="240330"/>
            <a:ext cx="11661637" cy="904795"/>
          </a:xfrm>
        </p:spPr>
        <p:txBody>
          <a:bodyPr wrap="square" lIns="91521">
            <a:noAutofit/>
          </a:bodyPr>
          <a:lstStyle>
            <a:lvl1pPr>
              <a:defRPr sz="3000"/>
            </a:lvl1pPr>
          </a:lstStyle>
          <a:p>
            <a:r>
              <a:rPr lang="en-US" dirty="0"/>
              <a:t>Click to Edit Master Title Style</a:t>
            </a:r>
          </a:p>
        </p:txBody>
      </p:sp>
      <p:sp>
        <p:nvSpPr>
          <p:cNvPr id="41" name="Text Placeholder 2"/>
          <p:cNvSpPr>
            <a:spLocks noGrp="1"/>
          </p:cNvSpPr>
          <p:nvPr>
            <p:ph type="body" idx="10" hasCustomPrompt="1"/>
          </p:nvPr>
        </p:nvSpPr>
        <p:spPr bwMode="gray">
          <a:xfrm>
            <a:off x="263031" y="1106419"/>
            <a:ext cx="11661637" cy="400109"/>
          </a:xfrm>
        </p:spPr>
        <p:txBody>
          <a:bodyPr lIns="91521" tIns="45761" rIns="91521" bIns="45761" anchor="t">
            <a:noAutofit/>
          </a:bodyPr>
          <a:lstStyle>
            <a:lvl1pPr marL="0" indent="0">
              <a:spcBef>
                <a:spcPts val="0"/>
              </a:spcBef>
              <a:spcAft>
                <a:spcPts val="0"/>
              </a:spcAft>
              <a:buNone/>
              <a:defRPr sz="1800" b="0">
                <a:solidFill>
                  <a:schemeClr val="accent2"/>
                </a:solidFill>
              </a:defRPr>
            </a:lvl1pPr>
            <a:lvl2pPr marL="457608" indent="0">
              <a:buNone/>
              <a:defRPr sz="2000" b="1"/>
            </a:lvl2pPr>
            <a:lvl3pPr marL="915216" indent="0">
              <a:buNone/>
              <a:defRPr sz="1900" b="1"/>
            </a:lvl3pPr>
            <a:lvl4pPr marL="1372822" indent="0">
              <a:buNone/>
              <a:defRPr sz="1600" b="1"/>
            </a:lvl4pPr>
            <a:lvl5pPr marL="1830430" indent="0">
              <a:buNone/>
              <a:defRPr sz="1600" b="1"/>
            </a:lvl5pPr>
            <a:lvl6pPr marL="2288038" indent="0">
              <a:buNone/>
              <a:defRPr sz="1600" b="1"/>
            </a:lvl6pPr>
            <a:lvl7pPr marL="2745646" indent="0">
              <a:buNone/>
              <a:defRPr sz="1600" b="1"/>
            </a:lvl7pPr>
            <a:lvl8pPr marL="3203253" indent="0">
              <a:buNone/>
              <a:defRPr sz="1600" b="1"/>
            </a:lvl8pPr>
            <a:lvl9pPr marL="3660861" indent="0">
              <a:buNone/>
              <a:defRPr sz="1600" b="1"/>
            </a:lvl9pPr>
          </a:lstStyle>
          <a:p>
            <a:pPr lvl="0"/>
            <a:r>
              <a:rPr lang="en-US" dirty="0"/>
              <a:t>Click to edit master text styles</a:t>
            </a:r>
          </a:p>
        </p:txBody>
      </p:sp>
      <p:sp>
        <p:nvSpPr>
          <p:cNvPr id="13" name="Slide Number Placeholder 5"/>
          <p:cNvSpPr>
            <a:spLocks noGrp="1"/>
          </p:cNvSpPr>
          <p:nvPr>
            <p:ph type="sldNum" sz="quarter" idx="4"/>
          </p:nvPr>
        </p:nvSpPr>
        <p:spPr>
          <a:xfrm>
            <a:off x="294490" y="6462574"/>
            <a:ext cx="448654" cy="260809"/>
          </a:xfrm>
          <a:prstGeom prst="rect">
            <a:avLst/>
          </a:prstGeom>
        </p:spPr>
        <p:txBody>
          <a:bodyPr vert="horz" wrap="square" lIns="91521" tIns="45761" rIns="91521" bIns="45761" rtlCol="0" anchor="b">
            <a:noAutofit/>
          </a:bodyPr>
          <a:lstStyle>
            <a:lvl1pPr>
              <a:defRPr lang="en-US" sz="1050" b="1" smtClean="0">
                <a:solidFill>
                  <a:schemeClr val="bg1"/>
                </a:solidFill>
              </a:defRPr>
            </a:lvl1pPr>
          </a:lstStyle>
          <a:p>
            <a:fld id="{B071A5F3-A4FF-4CEE-8215-C08835B585C1}" type="slidenum">
              <a:rPr lang="en-US" smtClean="0"/>
              <a:pPr/>
              <a:t>‹#›</a:t>
            </a:fld>
            <a:endParaRPr lang="en-US" dirty="0"/>
          </a:p>
        </p:txBody>
      </p:sp>
      <p:sp>
        <p:nvSpPr>
          <p:cNvPr id="12" name="Footer Placeholder 4"/>
          <p:cNvSpPr>
            <a:spLocks noGrp="1"/>
          </p:cNvSpPr>
          <p:nvPr>
            <p:ph type="ftr" sz="quarter" idx="3"/>
          </p:nvPr>
        </p:nvSpPr>
        <p:spPr>
          <a:xfrm>
            <a:off x="743144" y="6472734"/>
            <a:ext cx="6540464" cy="240489"/>
          </a:xfrm>
          <a:prstGeom prst="rect">
            <a:avLst/>
          </a:prstGeom>
        </p:spPr>
        <p:txBody>
          <a:bodyPr vert="horz" wrap="square" lIns="91521" tIns="45761" rIns="91521" bIns="45761" rtlCol="0" anchor="b">
            <a:noAutofit/>
          </a:bodyPr>
          <a:lstStyle>
            <a:lvl1pPr>
              <a:defRPr lang="en-US" sz="800" smtClean="0">
                <a:solidFill>
                  <a:schemeClr val="bg1"/>
                </a:solidFill>
              </a:defRPr>
            </a:lvl1pPr>
          </a:lstStyle>
          <a:p>
            <a:r>
              <a:rPr lang="en-US"/>
              <a:t>© 2023 NetApp, Inc. All rights reserved.  — NETAPP CONFIDENTIAL — </a:t>
            </a:r>
            <a:endParaRPr lang="en-US" dirty="0"/>
          </a:p>
        </p:txBody>
      </p:sp>
      <p:sp>
        <p:nvSpPr>
          <p:cNvPr id="10" name="Freeform: Shape 9">
            <a:extLst>
              <a:ext uri="{FF2B5EF4-FFF2-40B4-BE49-F238E27FC236}">
                <a16:creationId xmlns:a16="http://schemas.microsoft.com/office/drawing/2014/main" id="{708816EC-894B-40F2-9393-9AACA7F62169}"/>
              </a:ext>
            </a:extLst>
          </p:cNvPr>
          <p:cNvSpPr>
            <a:spLocks noChangeAspect="1" noChangeArrowheads="1"/>
          </p:cNvSpPr>
          <p:nvPr userDrawn="1"/>
        </p:nvSpPr>
        <p:spPr bwMode="auto">
          <a:xfrm>
            <a:off x="10776007" y="6495019"/>
            <a:ext cx="1042416" cy="190644"/>
          </a:xfrm>
          <a:custGeom>
            <a:avLst/>
            <a:gdLst>
              <a:gd name="connsiteX0" fmla="*/ 3294826 w 3504841"/>
              <a:gd name="connsiteY0" fmla="*/ 214318 h 640991"/>
              <a:gd name="connsiteX1" fmla="*/ 3198090 w 3504841"/>
              <a:gd name="connsiteY1" fmla="*/ 323592 h 640991"/>
              <a:gd name="connsiteX2" fmla="*/ 3198090 w 3504841"/>
              <a:gd name="connsiteY2" fmla="*/ 324670 h 640991"/>
              <a:gd name="connsiteX3" fmla="*/ 3294826 w 3504841"/>
              <a:gd name="connsiteY3" fmla="*/ 434304 h 640991"/>
              <a:gd name="connsiteX4" fmla="*/ 3391922 w 3504841"/>
              <a:gd name="connsiteY4" fmla="*/ 324670 h 640991"/>
              <a:gd name="connsiteX5" fmla="*/ 3391922 w 3504841"/>
              <a:gd name="connsiteY5" fmla="*/ 323592 h 640991"/>
              <a:gd name="connsiteX6" fmla="*/ 3294826 w 3504841"/>
              <a:gd name="connsiteY6" fmla="*/ 214318 h 640991"/>
              <a:gd name="connsiteX7" fmla="*/ 2831785 w 3504841"/>
              <a:gd name="connsiteY7" fmla="*/ 214318 h 640991"/>
              <a:gd name="connsiteX8" fmla="*/ 2735408 w 3504841"/>
              <a:gd name="connsiteY8" fmla="*/ 323592 h 640991"/>
              <a:gd name="connsiteX9" fmla="*/ 2735408 w 3504841"/>
              <a:gd name="connsiteY9" fmla="*/ 324670 h 640991"/>
              <a:gd name="connsiteX10" fmla="*/ 2831785 w 3504841"/>
              <a:gd name="connsiteY10" fmla="*/ 434304 h 640991"/>
              <a:gd name="connsiteX11" fmla="*/ 2929240 w 3504841"/>
              <a:gd name="connsiteY11" fmla="*/ 324670 h 640991"/>
              <a:gd name="connsiteX12" fmla="*/ 2929240 w 3504841"/>
              <a:gd name="connsiteY12" fmla="*/ 323592 h 640991"/>
              <a:gd name="connsiteX13" fmla="*/ 2831785 w 3504841"/>
              <a:gd name="connsiteY13" fmla="*/ 214318 h 640991"/>
              <a:gd name="connsiteX14" fmla="*/ 1564332 w 3504841"/>
              <a:gd name="connsiteY14" fmla="*/ 209816 h 640991"/>
              <a:gd name="connsiteX15" fmla="*/ 1478061 w 3504841"/>
              <a:gd name="connsiteY15" fmla="*/ 293948 h 640991"/>
              <a:gd name="connsiteX16" fmla="*/ 1647368 w 3504841"/>
              <a:gd name="connsiteY16" fmla="*/ 293948 h 640991"/>
              <a:gd name="connsiteX17" fmla="*/ 1564332 w 3504841"/>
              <a:gd name="connsiteY17" fmla="*/ 209816 h 640991"/>
              <a:gd name="connsiteX18" fmla="*/ 2327603 w 3504841"/>
              <a:gd name="connsiteY18" fmla="*/ 137236 h 640991"/>
              <a:gd name="connsiteX19" fmla="*/ 2258507 w 3504841"/>
              <a:gd name="connsiteY19" fmla="*/ 305808 h 640991"/>
              <a:gd name="connsiteX20" fmla="*/ 2396699 w 3504841"/>
              <a:gd name="connsiteY20" fmla="*/ 305808 h 640991"/>
              <a:gd name="connsiteX21" fmla="*/ 1564332 w 3504841"/>
              <a:gd name="connsiteY21" fmla="*/ 120650 h 640991"/>
              <a:gd name="connsiteX22" fmla="*/ 1757004 w 3504841"/>
              <a:gd name="connsiteY22" fmla="*/ 335295 h 640991"/>
              <a:gd name="connsiteX23" fmla="*/ 1755925 w 3504841"/>
              <a:gd name="connsiteY23" fmla="*/ 364777 h 640991"/>
              <a:gd name="connsiteX24" fmla="*/ 1480218 w 3504841"/>
              <a:gd name="connsiteY24" fmla="*/ 364777 h 640991"/>
              <a:gd name="connsiteX25" fmla="*/ 1577273 w 3504841"/>
              <a:gd name="connsiteY25" fmla="*/ 442796 h 640991"/>
              <a:gd name="connsiteX26" fmla="*/ 1673968 w 3504841"/>
              <a:gd name="connsiteY26" fmla="*/ 402169 h 640991"/>
              <a:gd name="connsiteX27" fmla="*/ 1737593 w 3504841"/>
              <a:gd name="connsiteY27" fmla="*/ 458976 h 640991"/>
              <a:gd name="connsiteX28" fmla="*/ 1575475 w 3504841"/>
              <a:gd name="connsiteY28" fmla="*/ 533041 h 640991"/>
              <a:gd name="connsiteX29" fmla="*/ 1368425 w 3504841"/>
              <a:gd name="connsiteY29" fmla="*/ 327025 h 640991"/>
              <a:gd name="connsiteX30" fmla="*/ 1368425 w 3504841"/>
              <a:gd name="connsiteY30" fmla="*/ 326306 h 640991"/>
              <a:gd name="connsiteX31" fmla="*/ 1564332 w 3504841"/>
              <a:gd name="connsiteY31" fmla="*/ 120650 h 640991"/>
              <a:gd name="connsiteX32" fmla="*/ 3323955 w 3504841"/>
              <a:gd name="connsiteY32" fmla="*/ 119062 h 640991"/>
              <a:gd name="connsiteX33" fmla="*/ 3504841 w 3504841"/>
              <a:gd name="connsiteY33" fmla="*/ 323592 h 640991"/>
              <a:gd name="connsiteX34" fmla="*/ 3504841 w 3504841"/>
              <a:gd name="connsiteY34" fmla="*/ 324670 h 640991"/>
              <a:gd name="connsiteX35" fmla="*/ 3323955 w 3504841"/>
              <a:gd name="connsiteY35" fmla="*/ 529560 h 640991"/>
              <a:gd name="connsiteX36" fmla="*/ 3200247 w 3504841"/>
              <a:gd name="connsiteY36" fmla="*/ 470609 h 640991"/>
              <a:gd name="connsiteX37" fmla="*/ 3200247 w 3504841"/>
              <a:gd name="connsiteY37" fmla="*/ 640991 h 640991"/>
              <a:gd name="connsiteX38" fmla="*/ 3087688 w 3504841"/>
              <a:gd name="connsiteY38" fmla="*/ 640991 h 640991"/>
              <a:gd name="connsiteX39" fmla="*/ 3087688 w 3504841"/>
              <a:gd name="connsiteY39" fmla="*/ 126251 h 640991"/>
              <a:gd name="connsiteX40" fmla="*/ 3200247 w 3504841"/>
              <a:gd name="connsiteY40" fmla="*/ 126251 h 640991"/>
              <a:gd name="connsiteX41" fmla="*/ 3200247 w 3504841"/>
              <a:gd name="connsiteY41" fmla="*/ 183045 h 640991"/>
              <a:gd name="connsiteX42" fmla="*/ 3323955 w 3504841"/>
              <a:gd name="connsiteY42" fmla="*/ 119062 h 640991"/>
              <a:gd name="connsiteX43" fmla="*/ 2861992 w 3504841"/>
              <a:gd name="connsiteY43" fmla="*/ 119062 h 640991"/>
              <a:gd name="connsiteX44" fmla="*/ 3042879 w 3504841"/>
              <a:gd name="connsiteY44" fmla="*/ 323592 h 640991"/>
              <a:gd name="connsiteX45" fmla="*/ 3042879 w 3504841"/>
              <a:gd name="connsiteY45" fmla="*/ 324670 h 640991"/>
              <a:gd name="connsiteX46" fmla="*/ 2861992 w 3504841"/>
              <a:gd name="connsiteY46" fmla="*/ 529560 h 640991"/>
              <a:gd name="connsiteX47" fmla="*/ 2738285 w 3504841"/>
              <a:gd name="connsiteY47" fmla="*/ 470609 h 640991"/>
              <a:gd name="connsiteX48" fmla="*/ 2738285 w 3504841"/>
              <a:gd name="connsiteY48" fmla="*/ 640991 h 640991"/>
              <a:gd name="connsiteX49" fmla="*/ 2625725 w 3504841"/>
              <a:gd name="connsiteY49" fmla="*/ 640991 h 640991"/>
              <a:gd name="connsiteX50" fmla="*/ 2625725 w 3504841"/>
              <a:gd name="connsiteY50" fmla="*/ 126251 h 640991"/>
              <a:gd name="connsiteX51" fmla="*/ 2738285 w 3504841"/>
              <a:gd name="connsiteY51" fmla="*/ 126251 h 640991"/>
              <a:gd name="connsiteX52" fmla="*/ 2738285 w 3504841"/>
              <a:gd name="connsiteY52" fmla="*/ 183045 h 640991"/>
              <a:gd name="connsiteX53" fmla="*/ 2861992 w 3504841"/>
              <a:gd name="connsiteY53" fmla="*/ 119062 h 640991"/>
              <a:gd name="connsiteX54" fmla="*/ 1828929 w 3504841"/>
              <a:gd name="connsiteY54" fmla="*/ 25400 h 640991"/>
              <a:gd name="connsiteX55" fmla="*/ 1939876 w 3504841"/>
              <a:gd name="connsiteY55" fmla="*/ 25400 h 640991"/>
              <a:gd name="connsiteX56" fmla="*/ 1939876 w 3504841"/>
              <a:gd name="connsiteY56" fmla="*/ 127331 h 640991"/>
              <a:gd name="connsiteX57" fmla="*/ 2033229 w 3504841"/>
              <a:gd name="connsiteY57" fmla="*/ 127331 h 640991"/>
              <a:gd name="connsiteX58" fmla="*/ 2033229 w 3504841"/>
              <a:gd name="connsiteY58" fmla="*/ 223859 h 640991"/>
              <a:gd name="connsiteX59" fmla="*/ 1939876 w 3504841"/>
              <a:gd name="connsiteY59" fmla="*/ 223859 h 640991"/>
              <a:gd name="connsiteX60" fmla="*/ 1939876 w 3504841"/>
              <a:gd name="connsiteY60" fmla="*/ 393143 h 640991"/>
              <a:gd name="connsiteX61" fmla="*/ 1976499 w 3504841"/>
              <a:gd name="connsiteY61" fmla="*/ 431682 h 640991"/>
              <a:gd name="connsiteX62" fmla="*/ 2032152 w 3504841"/>
              <a:gd name="connsiteY62" fmla="*/ 417635 h 640991"/>
              <a:gd name="connsiteX63" fmla="*/ 2032152 w 3504841"/>
              <a:gd name="connsiteY63" fmla="*/ 508040 h 640991"/>
              <a:gd name="connsiteX64" fmla="*/ 1942748 w 3504841"/>
              <a:gd name="connsiteY64" fmla="*/ 531452 h 640991"/>
              <a:gd name="connsiteX65" fmla="*/ 1828929 w 3504841"/>
              <a:gd name="connsiteY65" fmla="*/ 411512 h 640991"/>
              <a:gd name="connsiteX66" fmla="*/ 1828929 w 3504841"/>
              <a:gd name="connsiteY66" fmla="*/ 223859 h 640991"/>
              <a:gd name="connsiteX67" fmla="*/ 1781175 w 3504841"/>
              <a:gd name="connsiteY67" fmla="*/ 223859 h 640991"/>
              <a:gd name="connsiteX68" fmla="*/ 1781175 w 3504841"/>
              <a:gd name="connsiteY68" fmla="*/ 127331 h 640991"/>
              <a:gd name="connsiteX69" fmla="*/ 1828929 w 3504841"/>
              <a:gd name="connsiteY69" fmla="*/ 127331 h 640991"/>
              <a:gd name="connsiteX70" fmla="*/ 852488 w 3504841"/>
              <a:gd name="connsiteY70" fmla="*/ 1587 h 640991"/>
              <a:gd name="connsiteX71" fmla="*/ 958347 w 3504841"/>
              <a:gd name="connsiteY71" fmla="*/ 1587 h 640991"/>
              <a:gd name="connsiteX72" fmla="*/ 1201030 w 3504841"/>
              <a:gd name="connsiteY72" fmla="*/ 324325 h 640991"/>
              <a:gd name="connsiteX73" fmla="*/ 1201030 w 3504841"/>
              <a:gd name="connsiteY73" fmla="*/ 1587 h 640991"/>
              <a:gd name="connsiteX74" fmla="*/ 1314090 w 3504841"/>
              <a:gd name="connsiteY74" fmla="*/ 1587 h 640991"/>
              <a:gd name="connsiteX75" fmla="*/ 1314090 w 3504841"/>
              <a:gd name="connsiteY75" fmla="*/ 523515 h 640991"/>
              <a:gd name="connsiteX76" fmla="*/ 1216513 w 3504841"/>
              <a:gd name="connsiteY76" fmla="*/ 523515 h 640991"/>
              <a:gd name="connsiteX77" fmla="*/ 965548 w 3504841"/>
              <a:gd name="connsiteY77" fmla="*/ 193573 h 640991"/>
              <a:gd name="connsiteX78" fmla="*/ 965548 w 3504841"/>
              <a:gd name="connsiteY78" fmla="*/ 523515 h 640991"/>
              <a:gd name="connsiteX79" fmla="*/ 852488 w 3504841"/>
              <a:gd name="connsiteY79" fmla="*/ 523515 h 640991"/>
              <a:gd name="connsiteX80" fmla="*/ 0 w 3504841"/>
              <a:gd name="connsiteY80" fmla="*/ 1587 h 640991"/>
              <a:gd name="connsiteX81" fmla="*/ 626703 w 3504841"/>
              <a:gd name="connsiteY81" fmla="*/ 1587 h 640991"/>
              <a:gd name="connsiteX82" fmla="*/ 626703 w 3504841"/>
              <a:gd name="connsiteY82" fmla="*/ 523515 h 640991"/>
              <a:gd name="connsiteX83" fmla="*/ 383005 w 3504841"/>
              <a:gd name="connsiteY83" fmla="*/ 523515 h 640991"/>
              <a:gd name="connsiteX84" fmla="*/ 383005 w 3504841"/>
              <a:gd name="connsiteY84" fmla="*/ 209782 h 640991"/>
              <a:gd name="connsiteX85" fmla="*/ 243698 w 3504841"/>
              <a:gd name="connsiteY85" fmla="*/ 209782 h 640991"/>
              <a:gd name="connsiteX86" fmla="*/ 243698 w 3504841"/>
              <a:gd name="connsiteY86" fmla="*/ 523515 h 640991"/>
              <a:gd name="connsiteX87" fmla="*/ 0 w 3504841"/>
              <a:gd name="connsiteY87" fmla="*/ 523515 h 640991"/>
              <a:gd name="connsiteX88" fmla="*/ 2277940 w 3504841"/>
              <a:gd name="connsiteY88" fmla="*/ 0 h 640991"/>
              <a:gd name="connsiteX89" fmla="*/ 2380505 w 3504841"/>
              <a:gd name="connsiteY89" fmla="*/ 0 h 640991"/>
              <a:gd name="connsiteX90" fmla="*/ 2596790 w 3504841"/>
              <a:gd name="connsiteY90" fmla="*/ 521927 h 640991"/>
              <a:gd name="connsiteX91" fmla="*/ 2478031 w 3504841"/>
              <a:gd name="connsiteY91" fmla="*/ 521927 h 640991"/>
              <a:gd name="connsiteX92" fmla="*/ 2430168 w 3504841"/>
              <a:gd name="connsiteY92" fmla="*/ 405223 h 640991"/>
              <a:gd name="connsiteX93" fmla="*/ 2223959 w 3504841"/>
              <a:gd name="connsiteY93" fmla="*/ 405223 h 640991"/>
              <a:gd name="connsiteX94" fmla="*/ 2176095 w 3504841"/>
              <a:gd name="connsiteY94" fmla="*/ 521927 h 640991"/>
              <a:gd name="connsiteX95" fmla="*/ 2060575 w 3504841"/>
              <a:gd name="connsiteY95" fmla="*/ 521927 h 64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3504841" h="640991">
                <a:moveTo>
                  <a:pt x="3294826" y="214318"/>
                </a:moveTo>
                <a:cubicBezTo>
                  <a:pt x="3242322" y="214318"/>
                  <a:pt x="3198090" y="258171"/>
                  <a:pt x="3198090" y="323592"/>
                </a:cubicBezTo>
                <a:lnTo>
                  <a:pt x="3198090" y="324670"/>
                </a:lnTo>
                <a:cubicBezTo>
                  <a:pt x="3198090" y="390451"/>
                  <a:pt x="3242322" y="434304"/>
                  <a:pt x="3294826" y="434304"/>
                </a:cubicBezTo>
                <a:cubicBezTo>
                  <a:pt x="3347689" y="434304"/>
                  <a:pt x="3391922" y="391529"/>
                  <a:pt x="3391922" y="324670"/>
                </a:cubicBezTo>
                <a:lnTo>
                  <a:pt x="3391922" y="323592"/>
                </a:lnTo>
                <a:cubicBezTo>
                  <a:pt x="3391922" y="258171"/>
                  <a:pt x="3347689" y="214318"/>
                  <a:pt x="3294826" y="214318"/>
                </a:cubicBezTo>
                <a:close/>
                <a:moveTo>
                  <a:pt x="2831785" y="214318"/>
                </a:moveTo>
                <a:cubicBezTo>
                  <a:pt x="2778921" y="214318"/>
                  <a:pt x="2735408" y="258171"/>
                  <a:pt x="2735408" y="323592"/>
                </a:cubicBezTo>
                <a:lnTo>
                  <a:pt x="2735408" y="324670"/>
                </a:lnTo>
                <a:cubicBezTo>
                  <a:pt x="2735408" y="390451"/>
                  <a:pt x="2778921" y="434304"/>
                  <a:pt x="2831785" y="434304"/>
                </a:cubicBezTo>
                <a:cubicBezTo>
                  <a:pt x="2885367" y="434304"/>
                  <a:pt x="2929240" y="391529"/>
                  <a:pt x="2929240" y="324670"/>
                </a:cubicBezTo>
                <a:lnTo>
                  <a:pt x="2929240" y="323592"/>
                </a:lnTo>
                <a:cubicBezTo>
                  <a:pt x="2929240" y="258171"/>
                  <a:pt x="2884288" y="214318"/>
                  <a:pt x="2831785" y="214318"/>
                </a:cubicBezTo>
                <a:close/>
                <a:moveTo>
                  <a:pt x="1564332" y="209816"/>
                </a:moveTo>
                <a:cubicBezTo>
                  <a:pt x="1517602" y="209816"/>
                  <a:pt x="1487048" y="243253"/>
                  <a:pt x="1478061" y="293948"/>
                </a:cubicBezTo>
                <a:lnTo>
                  <a:pt x="1647368" y="293948"/>
                </a:lnTo>
                <a:cubicBezTo>
                  <a:pt x="1640179" y="243253"/>
                  <a:pt x="1611062" y="209816"/>
                  <a:pt x="1564332" y="209816"/>
                </a:cubicBezTo>
                <a:close/>
                <a:moveTo>
                  <a:pt x="2327603" y="137236"/>
                </a:moveTo>
                <a:lnTo>
                  <a:pt x="2258507" y="305808"/>
                </a:lnTo>
                <a:lnTo>
                  <a:pt x="2396699" y="305808"/>
                </a:lnTo>
                <a:close/>
                <a:moveTo>
                  <a:pt x="1564332" y="120650"/>
                </a:moveTo>
                <a:cubicBezTo>
                  <a:pt x="1696974" y="120650"/>
                  <a:pt x="1757004" y="223119"/>
                  <a:pt x="1757004" y="335295"/>
                </a:cubicBezTo>
                <a:cubicBezTo>
                  <a:pt x="1757004" y="344283"/>
                  <a:pt x="1755925" y="354710"/>
                  <a:pt x="1755925" y="364777"/>
                </a:cubicBezTo>
                <a:lnTo>
                  <a:pt x="1480218" y="364777"/>
                </a:lnTo>
                <a:cubicBezTo>
                  <a:pt x="1491361" y="415472"/>
                  <a:pt x="1526589" y="442796"/>
                  <a:pt x="1577273" y="442796"/>
                </a:cubicBezTo>
                <a:cubicBezTo>
                  <a:pt x="1615016" y="442796"/>
                  <a:pt x="1642335" y="430572"/>
                  <a:pt x="1673968" y="402169"/>
                </a:cubicBezTo>
                <a:lnTo>
                  <a:pt x="1737593" y="458976"/>
                </a:lnTo>
                <a:cubicBezTo>
                  <a:pt x="1701287" y="504637"/>
                  <a:pt x="1647368" y="533041"/>
                  <a:pt x="1575475" y="533041"/>
                </a:cubicBezTo>
                <a:cubicBezTo>
                  <a:pt x="1455775" y="531962"/>
                  <a:pt x="1368425" y="447830"/>
                  <a:pt x="1368425" y="327025"/>
                </a:cubicBezTo>
                <a:lnTo>
                  <a:pt x="1368425" y="326306"/>
                </a:lnTo>
                <a:cubicBezTo>
                  <a:pt x="1368425" y="213051"/>
                  <a:pt x="1449664" y="120650"/>
                  <a:pt x="1564332" y="120650"/>
                </a:cubicBezTo>
                <a:close/>
                <a:moveTo>
                  <a:pt x="3323955" y="119062"/>
                </a:moveTo>
                <a:cubicBezTo>
                  <a:pt x="3416376" y="119062"/>
                  <a:pt x="3504841" y="190953"/>
                  <a:pt x="3504841" y="323592"/>
                </a:cubicBezTo>
                <a:lnTo>
                  <a:pt x="3504841" y="324670"/>
                </a:lnTo>
                <a:cubicBezTo>
                  <a:pt x="3504841" y="457309"/>
                  <a:pt x="3418533" y="529560"/>
                  <a:pt x="3323955" y="529560"/>
                </a:cubicBezTo>
                <a:cubicBezTo>
                  <a:pt x="3264259" y="529560"/>
                  <a:pt x="3226499" y="502241"/>
                  <a:pt x="3200247" y="470609"/>
                </a:cubicBezTo>
                <a:lnTo>
                  <a:pt x="3200247" y="640991"/>
                </a:lnTo>
                <a:lnTo>
                  <a:pt x="3087688" y="640991"/>
                </a:lnTo>
                <a:lnTo>
                  <a:pt x="3087688" y="126251"/>
                </a:lnTo>
                <a:lnTo>
                  <a:pt x="3200247" y="126251"/>
                </a:lnTo>
                <a:lnTo>
                  <a:pt x="3200247" y="183045"/>
                </a:lnTo>
                <a:cubicBezTo>
                  <a:pt x="3227578" y="146381"/>
                  <a:pt x="3265338" y="119062"/>
                  <a:pt x="3323955" y="119062"/>
                </a:cubicBezTo>
                <a:close/>
                <a:moveTo>
                  <a:pt x="2861992" y="119062"/>
                </a:moveTo>
                <a:cubicBezTo>
                  <a:pt x="2954413" y="119062"/>
                  <a:pt x="3042879" y="190953"/>
                  <a:pt x="3042879" y="323592"/>
                </a:cubicBezTo>
                <a:lnTo>
                  <a:pt x="3042879" y="324670"/>
                </a:lnTo>
                <a:cubicBezTo>
                  <a:pt x="3042879" y="457309"/>
                  <a:pt x="2956571" y="529560"/>
                  <a:pt x="2861992" y="529560"/>
                </a:cubicBezTo>
                <a:cubicBezTo>
                  <a:pt x="2802296" y="529560"/>
                  <a:pt x="2764537" y="502241"/>
                  <a:pt x="2738285" y="470609"/>
                </a:cubicBezTo>
                <a:lnTo>
                  <a:pt x="2738285" y="640991"/>
                </a:lnTo>
                <a:lnTo>
                  <a:pt x="2625725" y="640991"/>
                </a:lnTo>
                <a:lnTo>
                  <a:pt x="2625725" y="126251"/>
                </a:lnTo>
                <a:lnTo>
                  <a:pt x="2738285" y="126251"/>
                </a:lnTo>
                <a:lnTo>
                  <a:pt x="2738285" y="183045"/>
                </a:lnTo>
                <a:cubicBezTo>
                  <a:pt x="2765615" y="146381"/>
                  <a:pt x="2803375" y="119062"/>
                  <a:pt x="2861992" y="119062"/>
                </a:cubicBezTo>
                <a:close/>
                <a:moveTo>
                  <a:pt x="1828929" y="25400"/>
                </a:moveTo>
                <a:lnTo>
                  <a:pt x="1939876" y="25400"/>
                </a:lnTo>
                <a:lnTo>
                  <a:pt x="1939876" y="127331"/>
                </a:lnTo>
                <a:lnTo>
                  <a:pt x="2033229" y="127331"/>
                </a:lnTo>
                <a:lnTo>
                  <a:pt x="2033229" y="223859"/>
                </a:lnTo>
                <a:lnTo>
                  <a:pt x="1939876" y="223859"/>
                </a:lnTo>
                <a:lnTo>
                  <a:pt x="1939876" y="393143"/>
                </a:lnTo>
                <a:cubicBezTo>
                  <a:pt x="1939876" y="419436"/>
                  <a:pt x="1951006" y="431682"/>
                  <a:pt x="1976499" y="431682"/>
                </a:cubicBezTo>
                <a:cubicBezTo>
                  <a:pt x="1996606" y="431682"/>
                  <a:pt x="2015995" y="426640"/>
                  <a:pt x="2032152" y="417635"/>
                </a:cubicBezTo>
                <a:lnTo>
                  <a:pt x="2032152" y="508040"/>
                </a:lnTo>
                <a:cubicBezTo>
                  <a:pt x="2008814" y="522087"/>
                  <a:pt x="1981526" y="531452"/>
                  <a:pt x="1942748" y="531452"/>
                </a:cubicBezTo>
                <a:cubicBezTo>
                  <a:pt x="1874888" y="530371"/>
                  <a:pt x="1828929" y="502998"/>
                  <a:pt x="1828929" y="411512"/>
                </a:cubicBezTo>
                <a:lnTo>
                  <a:pt x="1828929" y="223859"/>
                </a:lnTo>
                <a:lnTo>
                  <a:pt x="1781175" y="223859"/>
                </a:lnTo>
                <a:lnTo>
                  <a:pt x="1781175" y="127331"/>
                </a:lnTo>
                <a:lnTo>
                  <a:pt x="1828929" y="127331"/>
                </a:lnTo>
                <a:close/>
                <a:moveTo>
                  <a:pt x="852488" y="1587"/>
                </a:moveTo>
                <a:lnTo>
                  <a:pt x="958347" y="1587"/>
                </a:lnTo>
                <a:lnTo>
                  <a:pt x="1201030" y="324325"/>
                </a:lnTo>
                <a:lnTo>
                  <a:pt x="1201030" y="1587"/>
                </a:lnTo>
                <a:lnTo>
                  <a:pt x="1314090" y="1587"/>
                </a:lnTo>
                <a:lnTo>
                  <a:pt x="1314090" y="523515"/>
                </a:lnTo>
                <a:lnTo>
                  <a:pt x="1216513" y="523515"/>
                </a:lnTo>
                <a:lnTo>
                  <a:pt x="965548" y="193573"/>
                </a:lnTo>
                <a:lnTo>
                  <a:pt x="965548" y="523515"/>
                </a:lnTo>
                <a:lnTo>
                  <a:pt x="852488" y="523515"/>
                </a:lnTo>
                <a:close/>
                <a:moveTo>
                  <a:pt x="0" y="1587"/>
                </a:moveTo>
                <a:lnTo>
                  <a:pt x="626703" y="1587"/>
                </a:lnTo>
                <a:lnTo>
                  <a:pt x="626703" y="523515"/>
                </a:lnTo>
                <a:lnTo>
                  <a:pt x="383005" y="523515"/>
                </a:lnTo>
                <a:lnTo>
                  <a:pt x="383005" y="209782"/>
                </a:lnTo>
                <a:lnTo>
                  <a:pt x="243698" y="209782"/>
                </a:lnTo>
                <a:lnTo>
                  <a:pt x="243698" y="523515"/>
                </a:lnTo>
                <a:lnTo>
                  <a:pt x="0" y="523515"/>
                </a:lnTo>
                <a:close/>
                <a:moveTo>
                  <a:pt x="2277940" y="0"/>
                </a:moveTo>
                <a:lnTo>
                  <a:pt x="2380505" y="0"/>
                </a:lnTo>
                <a:lnTo>
                  <a:pt x="2596790" y="521927"/>
                </a:lnTo>
                <a:lnTo>
                  <a:pt x="2478031" y="521927"/>
                </a:lnTo>
                <a:lnTo>
                  <a:pt x="2430168" y="405223"/>
                </a:lnTo>
                <a:lnTo>
                  <a:pt x="2223959" y="405223"/>
                </a:lnTo>
                <a:lnTo>
                  <a:pt x="2176095" y="521927"/>
                </a:lnTo>
                <a:lnTo>
                  <a:pt x="2060575" y="521927"/>
                </a:lnTo>
                <a:close/>
              </a:path>
            </a:pathLst>
          </a:custGeom>
          <a:solidFill>
            <a:schemeClr val="bg1"/>
          </a:solidFill>
          <a:ln>
            <a:noFill/>
          </a:ln>
          <a:effectLst/>
        </p:spPr>
        <p:txBody>
          <a:bodyPr wrap="square" anchor="ctr">
            <a:noAutofit/>
          </a:bodyPr>
          <a:lstStyle/>
          <a:p>
            <a:endParaRPr lang="en-US"/>
          </a:p>
        </p:txBody>
      </p:sp>
    </p:spTree>
    <p:extLst>
      <p:ext uri="{BB962C8B-B14F-4D97-AF65-F5344CB8AC3E}">
        <p14:creationId xmlns:p14="http://schemas.microsoft.com/office/powerpoint/2010/main" val="1228678708"/>
      </p:ext>
    </p:extLst>
  </p:cSld>
  <p:clrMapOvr>
    <a:masterClrMapping/>
  </p:clrMapOvr>
  <p:transition spd="med">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Quad">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263031" y="240330"/>
            <a:ext cx="11661637" cy="904795"/>
          </a:xfrm>
        </p:spPr>
        <p:txBody>
          <a:bodyPr lIns="91521">
            <a:noAutofit/>
          </a:bodyPr>
          <a:lstStyle>
            <a:lvl1pPr>
              <a:defRPr sz="3000"/>
            </a:lvl1pPr>
          </a:lstStyle>
          <a:p>
            <a:r>
              <a:rPr lang="en-US" dirty="0"/>
              <a:t>Click to Edit Master Title Style</a:t>
            </a:r>
          </a:p>
        </p:txBody>
      </p:sp>
      <p:sp>
        <p:nvSpPr>
          <p:cNvPr id="79" name="Content Placeholder 39"/>
          <p:cNvSpPr>
            <a:spLocks noGrp="1"/>
          </p:cNvSpPr>
          <p:nvPr>
            <p:ph sz="quarter" idx="15" hasCustomPrompt="1"/>
          </p:nvPr>
        </p:nvSpPr>
        <p:spPr bwMode="gray">
          <a:xfrm>
            <a:off x="263030" y="1733425"/>
            <a:ext cx="5716489" cy="2091765"/>
          </a:xfrm>
        </p:spPr>
        <p:txBody>
          <a:bodyPr lIns="91521">
            <a:noAutofit/>
          </a:bodyPr>
          <a:lstStyle>
            <a:lvl1pPr>
              <a:buClr>
                <a:schemeClr val="accent2"/>
              </a:buClr>
              <a:defRPr/>
            </a:lvl1pPr>
            <a:lvl2pPr>
              <a:buClr>
                <a:schemeClr val="accent2"/>
              </a:buClr>
              <a:defRPr/>
            </a:lvl2pPr>
            <a:lvl3pPr>
              <a:buClr>
                <a:schemeClr val="accent2"/>
              </a:buClr>
              <a:defRPr/>
            </a:lvl3pPr>
            <a:lvl4pPr>
              <a:buClr>
                <a:schemeClr val="accent2"/>
              </a:buClr>
              <a:defRPr/>
            </a:lvl4pPr>
            <a:lvl5pPr>
              <a:buClr>
                <a:schemeClr val="accent2"/>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0" name="Content Placeholder 3"/>
          <p:cNvSpPr>
            <a:spLocks noGrp="1"/>
          </p:cNvSpPr>
          <p:nvPr>
            <p:ph sz="quarter" idx="14" hasCustomPrompt="1"/>
          </p:nvPr>
        </p:nvSpPr>
        <p:spPr>
          <a:xfrm>
            <a:off x="6208180" y="1733552"/>
            <a:ext cx="5716489" cy="2091704"/>
          </a:xfrm>
        </p:spPr>
        <p:txBody>
          <a:bodyPr lIns="91521">
            <a:noAutofit/>
          </a:bodyPr>
          <a:lstStyle>
            <a:lvl1pPr>
              <a:buClr>
                <a:schemeClr val="accent2"/>
              </a:buClr>
              <a:defRPr/>
            </a:lvl1pPr>
            <a:lvl2pPr>
              <a:buClr>
                <a:schemeClr val="accent2"/>
              </a:buClr>
              <a:defRPr/>
            </a:lvl2pPr>
            <a:lvl3pPr>
              <a:buClr>
                <a:schemeClr val="accent2"/>
              </a:buClr>
              <a:defRPr/>
            </a:lvl3pPr>
            <a:lvl4pPr>
              <a:buClr>
                <a:schemeClr val="accent2"/>
              </a:buClr>
              <a:defRPr/>
            </a:lvl4pPr>
            <a:lvl5pPr>
              <a:buClr>
                <a:schemeClr val="accent2"/>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1" name="Content Placeholder 39"/>
          <p:cNvSpPr>
            <a:spLocks noGrp="1"/>
          </p:cNvSpPr>
          <p:nvPr>
            <p:ph sz="quarter" idx="20" hasCustomPrompt="1"/>
          </p:nvPr>
        </p:nvSpPr>
        <p:spPr bwMode="gray">
          <a:xfrm>
            <a:off x="263030" y="4062939"/>
            <a:ext cx="5716489" cy="2091765"/>
          </a:xfrm>
        </p:spPr>
        <p:txBody>
          <a:bodyPr lIns="91521">
            <a:noAutofit/>
          </a:bodyPr>
          <a:lstStyle>
            <a:lvl1pPr>
              <a:buClr>
                <a:schemeClr val="accent2"/>
              </a:buClr>
              <a:defRPr/>
            </a:lvl1pPr>
            <a:lvl2pPr>
              <a:buClr>
                <a:schemeClr val="accent2"/>
              </a:buClr>
              <a:defRPr/>
            </a:lvl2pPr>
            <a:lvl3pPr>
              <a:buClr>
                <a:schemeClr val="accent2"/>
              </a:buClr>
              <a:defRPr/>
            </a:lvl3pPr>
            <a:lvl4pPr>
              <a:buClr>
                <a:schemeClr val="accent2"/>
              </a:buClr>
              <a:defRPr/>
            </a:lvl4pPr>
            <a:lvl5pPr>
              <a:buClr>
                <a:schemeClr val="accent2"/>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2" name="Content Placeholder 3"/>
          <p:cNvSpPr>
            <a:spLocks noGrp="1"/>
          </p:cNvSpPr>
          <p:nvPr>
            <p:ph sz="quarter" idx="21" hasCustomPrompt="1"/>
          </p:nvPr>
        </p:nvSpPr>
        <p:spPr>
          <a:xfrm>
            <a:off x="6208180" y="4063067"/>
            <a:ext cx="5716489" cy="2091704"/>
          </a:xfrm>
        </p:spPr>
        <p:txBody>
          <a:bodyPr lIns="91521">
            <a:noAutofit/>
          </a:bodyPr>
          <a:lstStyle>
            <a:lvl1pPr>
              <a:buClr>
                <a:schemeClr val="accent2"/>
              </a:buClr>
              <a:defRPr/>
            </a:lvl1pPr>
            <a:lvl2pPr>
              <a:buClr>
                <a:schemeClr val="accent2"/>
              </a:buClr>
              <a:defRPr/>
            </a:lvl2pPr>
            <a:lvl3pPr>
              <a:buClr>
                <a:schemeClr val="accent2"/>
              </a:buClr>
              <a:defRPr/>
            </a:lvl3pPr>
            <a:lvl4pPr>
              <a:buClr>
                <a:schemeClr val="accent2"/>
              </a:buClr>
              <a:defRPr/>
            </a:lvl4pPr>
            <a:lvl5pPr>
              <a:buClr>
                <a:schemeClr val="accent2"/>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9" name="Text Placeholder 2"/>
          <p:cNvSpPr>
            <a:spLocks noGrp="1"/>
          </p:cNvSpPr>
          <p:nvPr>
            <p:ph type="body" idx="10" hasCustomPrompt="1"/>
          </p:nvPr>
        </p:nvSpPr>
        <p:spPr bwMode="gray">
          <a:xfrm>
            <a:off x="263031" y="1106419"/>
            <a:ext cx="11661637" cy="400109"/>
          </a:xfrm>
        </p:spPr>
        <p:txBody>
          <a:bodyPr lIns="91521" tIns="45761" rIns="91521" bIns="45761" anchor="t">
            <a:noAutofit/>
          </a:bodyPr>
          <a:lstStyle>
            <a:lvl1pPr marL="0" indent="0">
              <a:spcBef>
                <a:spcPts val="0"/>
              </a:spcBef>
              <a:spcAft>
                <a:spcPts val="0"/>
              </a:spcAft>
              <a:buNone/>
              <a:defRPr sz="1800" b="0">
                <a:solidFill>
                  <a:schemeClr val="accent2"/>
                </a:solidFill>
              </a:defRPr>
            </a:lvl1pPr>
            <a:lvl2pPr marL="457608" indent="0">
              <a:buNone/>
              <a:defRPr sz="2000" b="1"/>
            </a:lvl2pPr>
            <a:lvl3pPr marL="915216" indent="0">
              <a:buNone/>
              <a:defRPr sz="1900" b="1"/>
            </a:lvl3pPr>
            <a:lvl4pPr marL="1372822" indent="0">
              <a:buNone/>
              <a:defRPr sz="1600" b="1"/>
            </a:lvl4pPr>
            <a:lvl5pPr marL="1830430" indent="0">
              <a:buNone/>
              <a:defRPr sz="1600" b="1"/>
            </a:lvl5pPr>
            <a:lvl6pPr marL="2288038" indent="0">
              <a:buNone/>
              <a:defRPr sz="1600" b="1"/>
            </a:lvl6pPr>
            <a:lvl7pPr marL="2745646" indent="0">
              <a:buNone/>
              <a:defRPr sz="1600" b="1"/>
            </a:lvl7pPr>
            <a:lvl8pPr marL="3203253" indent="0">
              <a:buNone/>
              <a:defRPr sz="1600" b="1"/>
            </a:lvl8pPr>
            <a:lvl9pPr marL="3660861" indent="0">
              <a:buNone/>
              <a:defRPr sz="1600" b="1"/>
            </a:lvl9pPr>
          </a:lstStyle>
          <a:p>
            <a:pPr lvl="0"/>
            <a:r>
              <a:rPr lang="en-US" dirty="0"/>
              <a:t>Click to edit master text styles</a:t>
            </a:r>
          </a:p>
        </p:txBody>
      </p:sp>
      <p:sp>
        <p:nvSpPr>
          <p:cNvPr id="14" name="Slide Number Placeholder 5"/>
          <p:cNvSpPr>
            <a:spLocks noGrp="1"/>
          </p:cNvSpPr>
          <p:nvPr>
            <p:ph type="sldNum" sz="quarter" idx="4"/>
          </p:nvPr>
        </p:nvSpPr>
        <p:spPr>
          <a:xfrm>
            <a:off x="294490" y="6462574"/>
            <a:ext cx="448654" cy="260809"/>
          </a:xfrm>
          <a:prstGeom prst="rect">
            <a:avLst/>
          </a:prstGeom>
        </p:spPr>
        <p:txBody>
          <a:bodyPr vert="horz" wrap="square" lIns="91521" tIns="45761" rIns="91521" bIns="45761" rtlCol="0" anchor="b">
            <a:noAutofit/>
          </a:bodyPr>
          <a:lstStyle>
            <a:lvl1pPr>
              <a:defRPr lang="en-US" sz="1050" b="1" smtClean="0">
                <a:solidFill>
                  <a:schemeClr val="bg1"/>
                </a:solidFill>
              </a:defRPr>
            </a:lvl1pPr>
          </a:lstStyle>
          <a:p>
            <a:fld id="{B071A5F3-A4FF-4CEE-8215-C08835B585C1}" type="slidenum">
              <a:rPr lang="en-US" smtClean="0"/>
              <a:pPr/>
              <a:t>‹#›</a:t>
            </a:fld>
            <a:endParaRPr lang="en-US" dirty="0"/>
          </a:p>
        </p:txBody>
      </p:sp>
      <p:sp>
        <p:nvSpPr>
          <p:cNvPr id="13" name="Footer Placeholder 4"/>
          <p:cNvSpPr>
            <a:spLocks noGrp="1"/>
          </p:cNvSpPr>
          <p:nvPr>
            <p:ph type="ftr" sz="quarter" idx="3"/>
          </p:nvPr>
        </p:nvSpPr>
        <p:spPr>
          <a:xfrm>
            <a:off x="743144" y="6472734"/>
            <a:ext cx="6540464" cy="240489"/>
          </a:xfrm>
          <a:prstGeom prst="rect">
            <a:avLst/>
          </a:prstGeom>
        </p:spPr>
        <p:txBody>
          <a:bodyPr vert="horz" wrap="square" lIns="91521" tIns="45761" rIns="91521" bIns="45761" rtlCol="0" anchor="b">
            <a:noAutofit/>
          </a:bodyPr>
          <a:lstStyle>
            <a:lvl1pPr>
              <a:defRPr lang="en-US" sz="800" smtClean="0">
                <a:solidFill>
                  <a:schemeClr val="bg1"/>
                </a:solidFill>
              </a:defRPr>
            </a:lvl1pPr>
          </a:lstStyle>
          <a:p>
            <a:r>
              <a:rPr lang="en-US"/>
              <a:t>© 2023 NetApp, Inc. All rights reserved.  — NETAPP CONFIDENTIAL — </a:t>
            </a:r>
            <a:endParaRPr lang="en-US" dirty="0"/>
          </a:p>
        </p:txBody>
      </p:sp>
      <p:sp>
        <p:nvSpPr>
          <p:cNvPr id="11" name="Freeform: Shape 10">
            <a:extLst>
              <a:ext uri="{FF2B5EF4-FFF2-40B4-BE49-F238E27FC236}">
                <a16:creationId xmlns:a16="http://schemas.microsoft.com/office/drawing/2014/main" id="{C487689E-3468-4374-AC40-1E06002E2D82}"/>
              </a:ext>
            </a:extLst>
          </p:cNvPr>
          <p:cNvSpPr>
            <a:spLocks noChangeAspect="1" noChangeArrowheads="1"/>
          </p:cNvSpPr>
          <p:nvPr userDrawn="1"/>
        </p:nvSpPr>
        <p:spPr bwMode="auto">
          <a:xfrm>
            <a:off x="10776007" y="6495019"/>
            <a:ext cx="1042416" cy="190644"/>
          </a:xfrm>
          <a:custGeom>
            <a:avLst/>
            <a:gdLst>
              <a:gd name="connsiteX0" fmla="*/ 3294826 w 3504841"/>
              <a:gd name="connsiteY0" fmla="*/ 214318 h 640991"/>
              <a:gd name="connsiteX1" fmla="*/ 3198090 w 3504841"/>
              <a:gd name="connsiteY1" fmla="*/ 323592 h 640991"/>
              <a:gd name="connsiteX2" fmla="*/ 3198090 w 3504841"/>
              <a:gd name="connsiteY2" fmla="*/ 324670 h 640991"/>
              <a:gd name="connsiteX3" fmla="*/ 3294826 w 3504841"/>
              <a:gd name="connsiteY3" fmla="*/ 434304 h 640991"/>
              <a:gd name="connsiteX4" fmla="*/ 3391922 w 3504841"/>
              <a:gd name="connsiteY4" fmla="*/ 324670 h 640991"/>
              <a:gd name="connsiteX5" fmla="*/ 3391922 w 3504841"/>
              <a:gd name="connsiteY5" fmla="*/ 323592 h 640991"/>
              <a:gd name="connsiteX6" fmla="*/ 3294826 w 3504841"/>
              <a:gd name="connsiteY6" fmla="*/ 214318 h 640991"/>
              <a:gd name="connsiteX7" fmla="*/ 2831785 w 3504841"/>
              <a:gd name="connsiteY7" fmla="*/ 214318 h 640991"/>
              <a:gd name="connsiteX8" fmla="*/ 2735408 w 3504841"/>
              <a:gd name="connsiteY8" fmla="*/ 323592 h 640991"/>
              <a:gd name="connsiteX9" fmla="*/ 2735408 w 3504841"/>
              <a:gd name="connsiteY9" fmla="*/ 324670 h 640991"/>
              <a:gd name="connsiteX10" fmla="*/ 2831785 w 3504841"/>
              <a:gd name="connsiteY10" fmla="*/ 434304 h 640991"/>
              <a:gd name="connsiteX11" fmla="*/ 2929240 w 3504841"/>
              <a:gd name="connsiteY11" fmla="*/ 324670 h 640991"/>
              <a:gd name="connsiteX12" fmla="*/ 2929240 w 3504841"/>
              <a:gd name="connsiteY12" fmla="*/ 323592 h 640991"/>
              <a:gd name="connsiteX13" fmla="*/ 2831785 w 3504841"/>
              <a:gd name="connsiteY13" fmla="*/ 214318 h 640991"/>
              <a:gd name="connsiteX14" fmla="*/ 1564332 w 3504841"/>
              <a:gd name="connsiteY14" fmla="*/ 209816 h 640991"/>
              <a:gd name="connsiteX15" fmla="*/ 1478061 w 3504841"/>
              <a:gd name="connsiteY15" fmla="*/ 293948 h 640991"/>
              <a:gd name="connsiteX16" fmla="*/ 1647368 w 3504841"/>
              <a:gd name="connsiteY16" fmla="*/ 293948 h 640991"/>
              <a:gd name="connsiteX17" fmla="*/ 1564332 w 3504841"/>
              <a:gd name="connsiteY17" fmla="*/ 209816 h 640991"/>
              <a:gd name="connsiteX18" fmla="*/ 2327603 w 3504841"/>
              <a:gd name="connsiteY18" fmla="*/ 137236 h 640991"/>
              <a:gd name="connsiteX19" fmla="*/ 2258507 w 3504841"/>
              <a:gd name="connsiteY19" fmla="*/ 305808 h 640991"/>
              <a:gd name="connsiteX20" fmla="*/ 2396699 w 3504841"/>
              <a:gd name="connsiteY20" fmla="*/ 305808 h 640991"/>
              <a:gd name="connsiteX21" fmla="*/ 1564332 w 3504841"/>
              <a:gd name="connsiteY21" fmla="*/ 120650 h 640991"/>
              <a:gd name="connsiteX22" fmla="*/ 1757004 w 3504841"/>
              <a:gd name="connsiteY22" fmla="*/ 335295 h 640991"/>
              <a:gd name="connsiteX23" fmla="*/ 1755925 w 3504841"/>
              <a:gd name="connsiteY23" fmla="*/ 364777 h 640991"/>
              <a:gd name="connsiteX24" fmla="*/ 1480218 w 3504841"/>
              <a:gd name="connsiteY24" fmla="*/ 364777 h 640991"/>
              <a:gd name="connsiteX25" fmla="*/ 1577273 w 3504841"/>
              <a:gd name="connsiteY25" fmla="*/ 442796 h 640991"/>
              <a:gd name="connsiteX26" fmla="*/ 1673968 w 3504841"/>
              <a:gd name="connsiteY26" fmla="*/ 402169 h 640991"/>
              <a:gd name="connsiteX27" fmla="*/ 1737593 w 3504841"/>
              <a:gd name="connsiteY27" fmla="*/ 458976 h 640991"/>
              <a:gd name="connsiteX28" fmla="*/ 1575475 w 3504841"/>
              <a:gd name="connsiteY28" fmla="*/ 533041 h 640991"/>
              <a:gd name="connsiteX29" fmla="*/ 1368425 w 3504841"/>
              <a:gd name="connsiteY29" fmla="*/ 327025 h 640991"/>
              <a:gd name="connsiteX30" fmla="*/ 1368425 w 3504841"/>
              <a:gd name="connsiteY30" fmla="*/ 326306 h 640991"/>
              <a:gd name="connsiteX31" fmla="*/ 1564332 w 3504841"/>
              <a:gd name="connsiteY31" fmla="*/ 120650 h 640991"/>
              <a:gd name="connsiteX32" fmla="*/ 3323955 w 3504841"/>
              <a:gd name="connsiteY32" fmla="*/ 119062 h 640991"/>
              <a:gd name="connsiteX33" fmla="*/ 3504841 w 3504841"/>
              <a:gd name="connsiteY33" fmla="*/ 323592 h 640991"/>
              <a:gd name="connsiteX34" fmla="*/ 3504841 w 3504841"/>
              <a:gd name="connsiteY34" fmla="*/ 324670 h 640991"/>
              <a:gd name="connsiteX35" fmla="*/ 3323955 w 3504841"/>
              <a:gd name="connsiteY35" fmla="*/ 529560 h 640991"/>
              <a:gd name="connsiteX36" fmla="*/ 3200247 w 3504841"/>
              <a:gd name="connsiteY36" fmla="*/ 470609 h 640991"/>
              <a:gd name="connsiteX37" fmla="*/ 3200247 w 3504841"/>
              <a:gd name="connsiteY37" fmla="*/ 640991 h 640991"/>
              <a:gd name="connsiteX38" fmla="*/ 3087688 w 3504841"/>
              <a:gd name="connsiteY38" fmla="*/ 640991 h 640991"/>
              <a:gd name="connsiteX39" fmla="*/ 3087688 w 3504841"/>
              <a:gd name="connsiteY39" fmla="*/ 126251 h 640991"/>
              <a:gd name="connsiteX40" fmla="*/ 3200247 w 3504841"/>
              <a:gd name="connsiteY40" fmla="*/ 126251 h 640991"/>
              <a:gd name="connsiteX41" fmla="*/ 3200247 w 3504841"/>
              <a:gd name="connsiteY41" fmla="*/ 183045 h 640991"/>
              <a:gd name="connsiteX42" fmla="*/ 3323955 w 3504841"/>
              <a:gd name="connsiteY42" fmla="*/ 119062 h 640991"/>
              <a:gd name="connsiteX43" fmla="*/ 2861992 w 3504841"/>
              <a:gd name="connsiteY43" fmla="*/ 119062 h 640991"/>
              <a:gd name="connsiteX44" fmla="*/ 3042879 w 3504841"/>
              <a:gd name="connsiteY44" fmla="*/ 323592 h 640991"/>
              <a:gd name="connsiteX45" fmla="*/ 3042879 w 3504841"/>
              <a:gd name="connsiteY45" fmla="*/ 324670 h 640991"/>
              <a:gd name="connsiteX46" fmla="*/ 2861992 w 3504841"/>
              <a:gd name="connsiteY46" fmla="*/ 529560 h 640991"/>
              <a:gd name="connsiteX47" fmla="*/ 2738285 w 3504841"/>
              <a:gd name="connsiteY47" fmla="*/ 470609 h 640991"/>
              <a:gd name="connsiteX48" fmla="*/ 2738285 w 3504841"/>
              <a:gd name="connsiteY48" fmla="*/ 640991 h 640991"/>
              <a:gd name="connsiteX49" fmla="*/ 2625725 w 3504841"/>
              <a:gd name="connsiteY49" fmla="*/ 640991 h 640991"/>
              <a:gd name="connsiteX50" fmla="*/ 2625725 w 3504841"/>
              <a:gd name="connsiteY50" fmla="*/ 126251 h 640991"/>
              <a:gd name="connsiteX51" fmla="*/ 2738285 w 3504841"/>
              <a:gd name="connsiteY51" fmla="*/ 126251 h 640991"/>
              <a:gd name="connsiteX52" fmla="*/ 2738285 w 3504841"/>
              <a:gd name="connsiteY52" fmla="*/ 183045 h 640991"/>
              <a:gd name="connsiteX53" fmla="*/ 2861992 w 3504841"/>
              <a:gd name="connsiteY53" fmla="*/ 119062 h 640991"/>
              <a:gd name="connsiteX54" fmla="*/ 1828929 w 3504841"/>
              <a:gd name="connsiteY54" fmla="*/ 25400 h 640991"/>
              <a:gd name="connsiteX55" fmla="*/ 1939876 w 3504841"/>
              <a:gd name="connsiteY55" fmla="*/ 25400 h 640991"/>
              <a:gd name="connsiteX56" fmla="*/ 1939876 w 3504841"/>
              <a:gd name="connsiteY56" fmla="*/ 127331 h 640991"/>
              <a:gd name="connsiteX57" fmla="*/ 2033229 w 3504841"/>
              <a:gd name="connsiteY57" fmla="*/ 127331 h 640991"/>
              <a:gd name="connsiteX58" fmla="*/ 2033229 w 3504841"/>
              <a:gd name="connsiteY58" fmla="*/ 223859 h 640991"/>
              <a:gd name="connsiteX59" fmla="*/ 1939876 w 3504841"/>
              <a:gd name="connsiteY59" fmla="*/ 223859 h 640991"/>
              <a:gd name="connsiteX60" fmla="*/ 1939876 w 3504841"/>
              <a:gd name="connsiteY60" fmla="*/ 393143 h 640991"/>
              <a:gd name="connsiteX61" fmla="*/ 1976499 w 3504841"/>
              <a:gd name="connsiteY61" fmla="*/ 431682 h 640991"/>
              <a:gd name="connsiteX62" fmla="*/ 2032152 w 3504841"/>
              <a:gd name="connsiteY62" fmla="*/ 417635 h 640991"/>
              <a:gd name="connsiteX63" fmla="*/ 2032152 w 3504841"/>
              <a:gd name="connsiteY63" fmla="*/ 508040 h 640991"/>
              <a:gd name="connsiteX64" fmla="*/ 1942748 w 3504841"/>
              <a:gd name="connsiteY64" fmla="*/ 531452 h 640991"/>
              <a:gd name="connsiteX65" fmla="*/ 1828929 w 3504841"/>
              <a:gd name="connsiteY65" fmla="*/ 411512 h 640991"/>
              <a:gd name="connsiteX66" fmla="*/ 1828929 w 3504841"/>
              <a:gd name="connsiteY66" fmla="*/ 223859 h 640991"/>
              <a:gd name="connsiteX67" fmla="*/ 1781175 w 3504841"/>
              <a:gd name="connsiteY67" fmla="*/ 223859 h 640991"/>
              <a:gd name="connsiteX68" fmla="*/ 1781175 w 3504841"/>
              <a:gd name="connsiteY68" fmla="*/ 127331 h 640991"/>
              <a:gd name="connsiteX69" fmla="*/ 1828929 w 3504841"/>
              <a:gd name="connsiteY69" fmla="*/ 127331 h 640991"/>
              <a:gd name="connsiteX70" fmla="*/ 852488 w 3504841"/>
              <a:gd name="connsiteY70" fmla="*/ 1587 h 640991"/>
              <a:gd name="connsiteX71" fmla="*/ 958347 w 3504841"/>
              <a:gd name="connsiteY71" fmla="*/ 1587 h 640991"/>
              <a:gd name="connsiteX72" fmla="*/ 1201030 w 3504841"/>
              <a:gd name="connsiteY72" fmla="*/ 324325 h 640991"/>
              <a:gd name="connsiteX73" fmla="*/ 1201030 w 3504841"/>
              <a:gd name="connsiteY73" fmla="*/ 1587 h 640991"/>
              <a:gd name="connsiteX74" fmla="*/ 1314090 w 3504841"/>
              <a:gd name="connsiteY74" fmla="*/ 1587 h 640991"/>
              <a:gd name="connsiteX75" fmla="*/ 1314090 w 3504841"/>
              <a:gd name="connsiteY75" fmla="*/ 523515 h 640991"/>
              <a:gd name="connsiteX76" fmla="*/ 1216513 w 3504841"/>
              <a:gd name="connsiteY76" fmla="*/ 523515 h 640991"/>
              <a:gd name="connsiteX77" fmla="*/ 965548 w 3504841"/>
              <a:gd name="connsiteY77" fmla="*/ 193573 h 640991"/>
              <a:gd name="connsiteX78" fmla="*/ 965548 w 3504841"/>
              <a:gd name="connsiteY78" fmla="*/ 523515 h 640991"/>
              <a:gd name="connsiteX79" fmla="*/ 852488 w 3504841"/>
              <a:gd name="connsiteY79" fmla="*/ 523515 h 640991"/>
              <a:gd name="connsiteX80" fmla="*/ 0 w 3504841"/>
              <a:gd name="connsiteY80" fmla="*/ 1587 h 640991"/>
              <a:gd name="connsiteX81" fmla="*/ 626703 w 3504841"/>
              <a:gd name="connsiteY81" fmla="*/ 1587 h 640991"/>
              <a:gd name="connsiteX82" fmla="*/ 626703 w 3504841"/>
              <a:gd name="connsiteY82" fmla="*/ 523515 h 640991"/>
              <a:gd name="connsiteX83" fmla="*/ 383005 w 3504841"/>
              <a:gd name="connsiteY83" fmla="*/ 523515 h 640991"/>
              <a:gd name="connsiteX84" fmla="*/ 383005 w 3504841"/>
              <a:gd name="connsiteY84" fmla="*/ 209782 h 640991"/>
              <a:gd name="connsiteX85" fmla="*/ 243698 w 3504841"/>
              <a:gd name="connsiteY85" fmla="*/ 209782 h 640991"/>
              <a:gd name="connsiteX86" fmla="*/ 243698 w 3504841"/>
              <a:gd name="connsiteY86" fmla="*/ 523515 h 640991"/>
              <a:gd name="connsiteX87" fmla="*/ 0 w 3504841"/>
              <a:gd name="connsiteY87" fmla="*/ 523515 h 640991"/>
              <a:gd name="connsiteX88" fmla="*/ 2277940 w 3504841"/>
              <a:gd name="connsiteY88" fmla="*/ 0 h 640991"/>
              <a:gd name="connsiteX89" fmla="*/ 2380505 w 3504841"/>
              <a:gd name="connsiteY89" fmla="*/ 0 h 640991"/>
              <a:gd name="connsiteX90" fmla="*/ 2596790 w 3504841"/>
              <a:gd name="connsiteY90" fmla="*/ 521927 h 640991"/>
              <a:gd name="connsiteX91" fmla="*/ 2478031 w 3504841"/>
              <a:gd name="connsiteY91" fmla="*/ 521927 h 640991"/>
              <a:gd name="connsiteX92" fmla="*/ 2430168 w 3504841"/>
              <a:gd name="connsiteY92" fmla="*/ 405223 h 640991"/>
              <a:gd name="connsiteX93" fmla="*/ 2223959 w 3504841"/>
              <a:gd name="connsiteY93" fmla="*/ 405223 h 640991"/>
              <a:gd name="connsiteX94" fmla="*/ 2176095 w 3504841"/>
              <a:gd name="connsiteY94" fmla="*/ 521927 h 640991"/>
              <a:gd name="connsiteX95" fmla="*/ 2060575 w 3504841"/>
              <a:gd name="connsiteY95" fmla="*/ 521927 h 64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3504841" h="640991">
                <a:moveTo>
                  <a:pt x="3294826" y="214318"/>
                </a:moveTo>
                <a:cubicBezTo>
                  <a:pt x="3242322" y="214318"/>
                  <a:pt x="3198090" y="258171"/>
                  <a:pt x="3198090" y="323592"/>
                </a:cubicBezTo>
                <a:lnTo>
                  <a:pt x="3198090" y="324670"/>
                </a:lnTo>
                <a:cubicBezTo>
                  <a:pt x="3198090" y="390451"/>
                  <a:pt x="3242322" y="434304"/>
                  <a:pt x="3294826" y="434304"/>
                </a:cubicBezTo>
                <a:cubicBezTo>
                  <a:pt x="3347689" y="434304"/>
                  <a:pt x="3391922" y="391529"/>
                  <a:pt x="3391922" y="324670"/>
                </a:cubicBezTo>
                <a:lnTo>
                  <a:pt x="3391922" y="323592"/>
                </a:lnTo>
                <a:cubicBezTo>
                  <a:pt x="3391922" y="258171"/>
                  <a:pt x="3347689" y="214318"/>
                  <a:pt x="3294826" y="214318"/>
                </a:cubicBezTo>
                <a:close/>
                <a:moveTo>
                  <a:pt x="2831785" y="214318"/>
                </a:moveTo>
                <a:cubicBezTo>
                  <a:pt x="2778921" y="214318"/>
                  <a:pt x="2735408" y="258171"/>
                  <a:pt x="2735408" y="323592"/>
                </a:cubicBezTo>
                <a:lnTo>
                  <a:pt x="2735408" y="324670"/>
                </a:lnTo>
                <a:cubicBezTo>
                  <a:pt x="2735408" y="390451"/>
                  <a:pt x="2778921" y="434304"/>
                  <a:pt x="2831785" y="434304"/>
                </a:cubicBezTo>
                <a:cubicBezTo>
                  <a:pt x="2885367" y="434304"/>
                  <a:pt x="2929240" y="391529"/>
                  <a:pt x="2929240" y="324670"/>
                </a:cubicBezTo>
                <a:lnTo>
                  <a:pt x="2929240" y="323592"/>
                </a:lnTo>
                <a:cubicBezTo>
                  <a:pt x="2929240" y="258171"/>
                  <a:pt x="2884288" y="214318"/>
                  <a:pt x="2831785" y="214318"/>
                </a:cubicBezTo>
                <a:close/>
                <a:moveTo>
                  <a:pt x="1564332" y="209816"/>
                </a:moveTo>
                <a:cubicBezTo>
                  <a:pt x="1517602" y="209816"/>
                  <a:pt x="1487048" y="243253"/>
                  <a:pt x="1478061" y="293948"/>
                </a:cubicBezTo>
                <a:lnTo>
                  <a:pt x="1647368" y="293948"/>
                </a:lnTo>
                <a:cubicBezTo>
                  <a:pt x="1640179" y="243253"/>
                  <a:pt x="1611062" y="209816"/>
                  <a:pt x="1564332" y="209816"/>
                </a:cubicBezTo>
                <a:close/>
                <a:moveTo>
                  <a:pt x="2327603" y="137236"/>
                </a:moveTo>
                <a:lnTo>
                  <a:pt x="2258507" y="305808"/>
                </a:lnTo>
                <a:lnTo>
                  <a:pt x="2396699" y="305808"/>
                </a:lnTo>
                <a:close/>
                <a:moveTo>
                  <a:pt x="1564332" y="120650"/>
                </a:moveTo>
                <a:cubicBezTo>
                  <a:pt x="1696974" y="120650"/>
                  <a:pt x="1757004" y="223119"/>
                  <a:pt x="1757004" y="335295"/>
                </a:cubicBezTo>
                <a:cubicBezTo>
                  <a:pt x="1757004" y="344283"/>
                  <a:pt x="1755925" y="354710"/>
                  <a:pt x="1755925" y="364777"/>
                </a:cubicBezTo>
                <a:lnTo>
                  <a:pt x="1480218" y="364777"/>
                </a:lnTo>
                <a:cubicBezTo>
                  <a:pt x="1491361" y="415472"/>
                  <a:pt x="1526589" y="442796"/>
                  <a:pt x="1577273" y="442796"/>
                </a:cubicBezTo>
                <a:cubicBezTo>
                  <a:pt x="1615016" y="442796"/>
                  <a:pt x="1642335" y="430572"/>
                  <a:pt x="1673968" y="402169"/>
                </a:cubicBezTo>
                <a:lnTo>
                  <a:pt x="1737593" y="458976"/>
                </a:lnTo>
                <a:cubicBezTo>
                  <a:pt x="1701287" y="504637"/>
                  <a:pt x="1647368" y="533041"/>
                  <a:pt x="1575475" y="533041"/>
                </a:cubicBezTo>
                <a:cubicBezTo>
                  <a:pt x="1455775" y="531962"/>
                  <a:pt x="1368425" y="447830"/>
                  <a:pt x="1368425" y="327025"/>
                </a:cubicBezTo>
                <a:lnTo>
                  <a:pt x="1368425" y="326306"/>
                </a:lnTo>
                <a:cubicBezTo>
                  <a:pt x="1368425" y="213051"/>
                  <a:pt x="1449664" y="120650"/>
                  <a:pt x="1564332" y="120650"/>
                </a:cubicBezTo>
                <a:close/>
                <a:moveTo>
                  <a:pt x="3323955" y="119062"/>
                </a:moveTo>
                <a:cubicBezTo>
                  <a:pt x="3416376" y="119062"/>
                  <a:pt x="3504841" y="190953"/>
                  <a:pt x="3504841" y="323592"/>
                </a:cubicBezTo>
                <a:lnTo>
                  <a:pt x="3504841" y="324670"/>
                </a:lnTo>
                <a:cubicBezTo>
                  <a:pt x="3504841" y="457309"/>
                  <a:pt x="3418533" y="529560"/>
                  <a:pt x="3323955" y="529560"/>
                </a:cubicBezTo>
                <a:cubicBezTo>
                  <a:pt x="3264259" y="529560"/>
                  <a:pt x="3226499" y="502241"/>
                  <a:pt x="3200247" y="470609"/>
                </a:cubicBezTo>
                <a:lnTo>
                  <a:pt x="3200247" y="640991"/>
                </a:lnTo>
                <a:lnTo>
                  <a:pt x="3087688" y="640991"/>
                </a:lnTo>
                <a:lnTo>
                  <a:pt x="3087688" y="126251"/>
                </a:lnTo>
                <a:lnTo>
                  <a:pt x="3200247" y="126251"/>
                </a:lnTo>
                <a:lnTo>
                  <a:pt x="3200247" y="183045"/>
                </a:lnTo>
                <a:cubicBezTo>
                  <a:pt x="3227578" y="146381"/>
                  <a:pt x="3265338" y="119062"/>
                  <a:pt x="3323955" y="119062"/>
                </a:cubicBezTo>
                <a:close/>
                <a:moveTo>
                  <a:pt x="2861992" y="119062"/>
                </a:moveTo>
                <a:cubicBezTo>
                  <a:pt x="2954413" y="119062"/>
                  <a:pt x="3042879" y="190953"/>
                  <a:pt x="3042879" y="323592"/>
                </a:cubicBezTo>
                <a:lnTo>
                  <a:pt x="3042879" y="324670"/>
                </a:lnTo>
                <a:cubicBezTo>
                  <a:pt x="3042879" y="457309"/>
                  <a:pt x="2956571" y="529560"/>
                  <a:pt x="2861992" y="529560"/>
                </a:cubicBezTo>
                <a:cubicBezTo>
                  <a:pt x="2802296" y="529560"/>
                  <a:pt x="2764537" y="502241"/>
                  <a:pt x="2738285" y="470609"/>
                </a:cubicBezTo>
                <a:lnTo>
                  <a:pt x="2738285" y="640991"/>
                </a:lnTo>
                <a:lnTo>
                  <a:pt x="2625725" y="640991"/>
                </a:lnTo>
                <a:lnTo>
                  <a:pt x="2625725" y="126251"/>
                </a:lnTo>
                <a:lnTo>
                  <a:pt x="2738285" y="126251"/>
                </a:lnTo>
                <a:lnTo>
                  <a:pt x="2738285" y="183045"/>
                </a:lnTo>
                <a:cubicBezTo>
                  <a:pt x="2765615" y="146381"/>
                  <a:pt x="2803375" y="119062"/>
                  <a:pt x="2861992" y="119062"/>
                </a:cubicBezTo>
                <a:close/>
                <a:moveTo>
                  <a:pt x="1828929" y="25400"/>
                </a:moveTo>
                <a:lnTo>
                  <a:pt x="1939876" y="25400"/>
                </a:lnTo>
                <a:lnTo>
                  <a:pt x="1939876" y="127331"/>
                </a:lnTo>
                <a:lnTo>
                  <a:pt x="2033229" y="127331"/>
                </a:lnTo>
                <a:lnTo>
                  <a:pt x="2033229" y="223859"/>
                </a:lnTo>
                <a:lnTo>
                  <a:pt x="1939876" y="223859"/>
                </a:lnTo>
                <a:lnTo>
                  <a:pt x="1939876" y="393143"/>
                </a:lnTo>
                <a:cubicBezTo>
                  <a:pt x="1939876" y="419436"/>
                  <a:pt x="1951006" y="431682"/>
                  <a:pt x="1976499" y="431682"/>
                </a:cubicBezTo>
                <a:cubicBezTo>
                  <a:pt x="1996606" y="431682"/>
                  <a:pt x="2015995" y="426640"/>
                  <a:pt x="2032152" y="417635"/>
                </a:cubicBezTo>
                <a:lnTo>
                  <a:pt x="2032152" y="508040"/>
                </a:lnTo>
                <a:cubicBezTo>
                  <a:pt x="2008814" y="522087"/>
                  <a:pt x="1981526" y="531452"/>
                  <a:pt x="1942748" y="531452"/>
                </a:cubicBezTo>
                <a:cubicBezTo>
                  <a:pt x="1874888" y="530371"/>
                  <a:pt x="1828929" y="502998"/>
                  <a:pt x="1828929" y="411512"/>
                </a:cubicBezTo>
                <a:lnTo>
                  <a:pt x="1828929" y="223859"/>
                </a:lnTo>
                <a:lnTo>
                  <a:pt x="1781175" y="223859"/>
                </a:lnTo>
                <a:lnTo>
                  <a:pt x="1781175" y="127331"/>
                </a:lnTo>
                <a:lnTo>
                  <a:pt x="1828929" y="127331"/>
                </a:lnTo>
                <a:close/>
                <a:moveTo>
                  <a:pt x="852488" y="1587"/>
                </a:moveTo>
                <a:lnTo>
                  <a:pt x="958347" y="1587"/>
                </a:lnTo>
                <a:lnTo>
                  <a:pt x="1201030" y="324325"/>
                </a:lnTo>
                <a:lnTo>
                  <a:pt x="1201030" y="1587"/>
                </a:lnTo>
                <a:lnTo>
                  <a:pt x="1314090" y="1587"/>
                </a:lnTo>
                <a:lnTo>
                  <a:pt x="1314090" y="523515"/>
                </a:lnTo>
                <a:lnTo>
                  <a:pt x="1216513" y="523515"/>
                </a:lnTo>
                <a:lnTo>
                  <a:pt x="965548" y="193573"/>
                </a:lnTo>
                <a:lnTo>
                  <a:pt x="965548" y="523515"/>
                </a:lnTo>
                <a:lnTo>
                  <a:pt x="852488" y="523515"/>
                </a:lnTo>
                <a:close/>
                <a:moveTo>
                  <a:pt x="0" y="1587"/>
                </a:moveTo>
                <a:lnTo>
                  <a:pt x="626703" y="1587"/>
                </a:lnTo>
                <a:lnTo>
                  <a:pt x="626703" y="523515"/>
                </a:lnTo>
                <a:lnTo>
                  <a:pt x="383005" y="523515"/>
                </a:lnTo>
                <a:lnTo>
                  <a:pt x="383005" y="209782"/>
                </a:lnTo>
                <a:lnTo>
                  <a:pt x="243698" y="209782"/>
                </a:lnTo>
                <a:lnTo>
                  <a:pt x="243698" y="523515"/>
                </a:lnTo>
                <a:lnTo>
                  <a:pt x="0" y="523515"/>
                </a:lnTo>
                <a:close/>
                <a:moveTo>
                  <a:pt x="2277940" y="0"/>
                </a:moveTo>
                <a:lnTo>
                  <a:pt x="2380505" y="0"/>
                </a:lnTo>
                <a:lnTo>
                  <a:pt x="2596790" y="521927"/>
                </a:lnTo>
                <a:lnTo>
                  <a:pt x="2478031" y="521927"/>
                </a:lnTo>
                <a:lnTo>
                  <a:pt x="2430168" y="405223"/>
                </a:lnTo>
                <a:lnTo>
                  <a:pt x="2223959" y="405223"/>
                </a:lnTo>
                <a:lnTo>
                  <a:pt x="2176095" y="521927"/>
                </a:lnTo>
                <a:lnTo>
                  <a:pt x="2060575" y="521927"/>
                </a:lnTo>
                <a:close/>
              </a:path>
            </a:pathLst>
          </a:custGeom>
          <a:solidFill>
            <a:schemeClr val="bg1"/>
          </a:solidFill>
          <a:ln>
            <a:noFill/>
          </a:ln>
          <a:effectLst/>
        </p:spPr>
        <p:txBody>
          <a:bodyPr wrap="square" anchor="ctr">
            <a:noAutofit/>
          </a:bodyPr>
          <a:lstStyle/>
          <a:p>
            <a:endParaRPr lang="en-US"/>
          </a:p>
        </p:txBody>
      </p:sp>
    </p:spTree>
    <p:extLst>
      <p:ext uri="{BB962C8B-B14F-4D97-AF65-F5344CB8AC3E}">
        <p14:creationId xmlns:p14="http://schemas.microsoft.com/office/powerpoint/2010/main" val="1802327924"/>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263031" y="240330"/>
            <a:ext cx="11661637" cy="904795"/>
          </a:xfrm>
        </p:spPr>
        <p:txBody>
          <a:bodyPr lIns="91521" tIns="45761" rIns="91521" bIns="45761">
            <a:noAutofit/>
          </a:bodyPr>
          <a:lstStyle>
            <a:lvl1pPr>
              <a:defRPr sz="3000"/>
            </a:lvl1pPr>
          </a:lstStyle>
          <a:p>
            <a:r>
              <a:rPr lang="en-US" dirty="0"/>
              <a:t>Click to Edit Master Title Style</a:t>
            </a:r>
          </a:p>
        </p:txBody>
      </p:sp>
      <p:sp>
        <p:nvSpPr>
          <p:cNvPr id="40" name="Text Placeholder 2"/>
          <p:cNvSpPr>
            <a:spLocks noGrp="1"/>
          </p:cNvSpPr>
          <p:nvPr>
            <p:ph type="body" idx="10" hasCustomPrompt="1"/>
          </p:nvPr>
        </p:nvSpPr>
        <p:spPr bwMode="gray">
          <a:xfrm>
            <a:off x="263031" y="1106419"/>
            <a:ext cx="11661637" cy="400109"/>
          </a:xfrm>
        </p:spPr>
        <p:txBody>
          <a:bodyPr lIns="91521" tIns="45761" rIns="91521" bIns="45761" anchor="t">
            <a:noAutofit/>
          </a:bodyPr>
          <a:lstStyle>
            <a:lvl1pPr marL="0" indent="0">
              <a:spcBef>
                <a:spcPts val="0"/>
              </a:spcBef>
              <a:spcAft>
                <a:spcPts val="0"/>
              </a:spcAft>
              <a:buNone/>
              <a:defRPr sz="1800" b="0">
                <a:solidFill>
                  <a:schemeClr val="accent2"/>
                </a:solidFill>
              </a:defRPr>
            </a:lvl1pPr>
            <a:lvl2pPr marL="457608" indent="0">
              <a:buNone/>
              <a:defRPr sz="2000" b="1"/>
            </a:lvl2pPr>
            <a:lvl3pPr marL="915216" indent="0">
              <a:buNone/>
              <a:defRPr sz="1900" b="1"/>
            </a:lvl3pPr>
            <a:lvl4pPr marL="1372822" indent="0">
              <a:buNone/>
              <a:defRPr sz="1600" b="1"/>
            </a:lvl4pPr>
            <a:lvl5pPr marL="1830430" indent="0">
              <a:buNone/>
              <a:defRPr sz="1600" b="1"/>
            </a:lvl5pPr>
            <a:lvl6pPr marL="2288038" indent="0">
              <a:buNone/>
              <a:defRPr sz="1600" b="1"/>
            </a:lvl6pPr>
            <a:lvl7pPr marL="2745646" indent="0">
              <a:buNone/>
              <a:defRPr sz="1600" b="1"/>
            </a:lvl7pPr>
            <a:lvl8pPr marL="3203253" indent="0">
              <a:buNone/>
              <a:defRPr sz="1600" b="1"/>
            </a:lvl8pPr>
            <a:lvl9pPr marL="3660861" indent="0">
              <a:buNone/>
              <a:defRPr sz="1600" b="1"/>
            </a:lvl9pPr>
          </a:lstStyle>
          <a:p>
            <a:pPr lvl="0"/>
            <a:r>
              <a:rPr lang="en-US" dirty="0"/>
              <a:t>Click to edit master text styles</a:t>
            </a:r>
          </a:p>
        </p:txBody>
      </p:sp>
      <p:sp>
        <p:nvSpPr>
          <p:cNvPr id="10" name="Slide Number Placeholder 5"/>
          <p:cNvSpPr>
            <a:spLocks noGrp="1"/>
          </p:cNvSpPr>
          <p:nvPr>
            <p:ph type="sldNum" sz="quarter" idx="4"/>
          </p:nvPr>
        </p:nvSpPr>
        <p:spPr>
          <a:xfrm>
            <a:off x="294490" y="6462574"/>
            <a:ext cx="448654" cy="260809"/>
          </a:xfrm>
          <a:prstGeom prst="rect">
            <a:avLst/>
          </a:prstGeom>
        </p:spPr>
        <p:txBody>
          <a:bodyPr vert="horz" wrap="square" lIns="91521" tIns="45761" rIns="91521" bIns="45761" rtlCol="0" anchor="b">
            <a:noAutofit/>
          </a:bodyPr>
          <a:lstStyle>
            <a:lvl1pPr>
              <a:defRPr lang="en-US" sz="1050" b="1" smtClean="0">
                <a:solidFill>
                  <a:schemeClr val="bg1"/>
                </a:solidFill>
              </a:defRPr>
            </a:lvl1pPr>
          </a:lstStyle>
          <a:p>
            <a:fld id="{B071A5F3-A4FF-4CEE-8215-C08835B585C1}" type="slidenum">
              <a:rPr lang="en-US" smtClean="0"/>
              <a:pPr/>
              <a:t>‹#›</a:t>
            </a:fld>
            <a:endParaRPr lang="en-US" dirty="0"/>
          </a:p>
        </p:txBody>
      </p:sp>
      <p:sp>
        <p:nvSpPr>
          <p:cNvPr id="9" name="Footer Placeholder 4"/>
          <p:cNvSpPr>
            <a:spLocks noGrp="1"/>
          </p:cNvSpPr>
          <p:nvPr>
            <p:ph type="ftr" sz="quarter" idx="3"/>
          </p:nvPr>
        </p:nvSpPr>
        <p:spPr>
          <a:xfrm>
            <a:off x="743144" y="6472734"/>
            <a:ext cx="6540464" cy="240489"/>
          </a:xfrm>
          <a:prstGeom prst="rect">
            <a:avLst/>
          </a:prstGeom>
        </p:spPr>
        <p:txBody>
          <a:bodyPr vert="horz" wrap="square" lIns="91521" tIns="45761" rIns="91521" bIns="45761" rtlCol="0" anchor="b">
            <a:noAutofit/>
          </a:bodyPr>
          <a:lstStyle>
            <a:lvl1pPr>
              <a:defRPr lang="en-US" sz="800" smtClean="0">
                <a:solidFill>
                  <a:schemeClr val="bg1"/>
                </a:solidFill>
              </a:defRPr>
            </a:lvl1pPr>
          </a:lstStyle>
          <a:p>
            <a:r>
              <a:rPr lang="en-US"/>
              <a:t>© 2023 NetApp, Inc. All rights reserved.  — NETAPP CONFIDENTIAL — </a:t>
            </a:r>
            <a:endParaRPr lang="en-US" dirty="0"/>
          </a:p>
        </p:txBody>
      </p:sp>
      <p:sp>
        <p:nvSpPr>
          <p:cNvPr id="7" name="Freeform: Shape 6">
            <a:extLst>
              <a:ext uri="{FF2B5EF4-FFF2-40B4-BE49-F238E27FC236}">
                <a16:creationId xmlns:a16="http://schemas.microsoft.com/office/drawing/2014/main" id="{052D4222-C8D0-4370-A822-419B95FC9F23}"/>
              </a:ext>
            </a:extLst>
          </p:cNvPr>
          <p:cNvSpPr>
            <a:spLocks noChangeAspect="1" noChangeArrowheads="1"/>
          </p:cNvSpPr>
          <p:nvPr userDrawn="1"/>
        </p:nvSpPr>
        <p:spPr bwMode="auto">
          <a:xfrm>
            <a:off x="10776007" y="6495019"/>
            <a:ext cx="1042416" cy="190644"/>
          </a:xfrm>
          <a:custGeom>
            <a:avLst/>
            <a:gdLst>
              <a:gd name="connsiteX0" fmla="*/ 3294826 w 3504841"/>
              <a:gd name="connsiteY0" fmla="*/ 214318 h 640991"/>
              <a:gd name="connsiteX1" fmla="*/ 3198090 w 3504841"/>
              <a:gd name="connsiteY1" fmla="*/ 323592 h 640991"/>
              <a:gd name="connsiteX2" fmla="*/ 3198090 w 3504841"/>
              <a:gd name="connsiteY2" fmla="*/ 324670 h 640991"/>
              <a:gd name="connsiteX3" fmla="*/ 3294826 w 3504841"/>
              <a:gd name="connsiteY3" fmla="*/ 434304 h 640991"/>
              <a:gd name="connsiteX4" fmla="*/ 3391922 w 3504841"/>
              <a:gd name="connsiteY4" fmla="*/ 324670 h 640991"/>
              <a:gd name="connsiteX5" fmla="*/ 3391922 w 3504841"/>
              <a:gd name="connsiteY5" fmla="*/ 323592 h 640991"/>
              <a:gd name="connsiteX6" fmla="*/ 3294826 w 3504841"/>
              <a:gd name="connsiteY6" fmla="*/ 214318 h 640991"/>
              <a:gd name="connsiteX7" fmla="*/ 2831785 w 3504841"/>
              <a:gd name="connsiteY7" fmla="*/ 214318 h 640991"/>
              <a:gd name="connsiteX8" fmla="*/ 2735408 w 3504841"/>
              <a:gd name="connsiteY8" fmla="*/ 323592 h 640991"/>
              <a:gd name="connsiteX9" fmla="*/ 2735408 w 3504841"/>
              <a:gd name="connsiteY9" fmla="*/ 324670 h 640991"/>
              <a:gd name="connsiteX10" fmla="*/ 2831785 w 3504841"/>
              <a:gd name="connsiteY10" fmla="*/ 434304 h 640991"/>
              <a:gd name="connsiteX11" fmla="*/ 2929240 w 3504841"/>
              <a:gd name="connsiteY11" fmla="*/ 324670 h 640991"/>
              <a:gd name="connsiteX12" fmla="*/ 2929240 w 3504841"/>
              <a:gd name="connsiteY12" fmla="*/ 323592 h 640991"/>
              <a:gd name="connsiteX13" fmla="*/ 2831785 w 3504841"/>
              <a:gd name="connsiteY13" fmla="*/ 214318 h 640991"/>
              <a:gd name="connsiteX14" fmla="*/ 1564332 w 3504841"/>
              <a:gd name="connsiteY14" fmla="*/ 209816 h 640991"/>
              <a:gd name="connsiteX15" fmla="*/ 1478061 w 3504841"/>
              <a:gd name="connsiteY15" fmla="*/ 293948 h 640991"/>
              <a:gd name="connsiteX16" fmla="*/ 1647368 w 3504841"/>
              <a:gd name="connsiteY16" fmla="*/ 293948 h 640991"/>
              <a:gd name="connsiteX17" fmla="*/ 1564332 w 3504841"/>
              <a:gd name="connsiteY17" fmla="*/ 209816 h 640991"/>
              <a:gd name="connsiteX18" fmla="*/ 2327603 w 3504841"/>
              <a:gd name="connsiteY18" fmla="*/ 137236 h 640991"/>
              <a:gd name="connsiteX19" fmla="*/ 2258507 w 3504841"/>
              <a:gd name="connsiteY19" fmla="*/ 305808 h 640991"/>
              <a:gd name="connsiteX20" fmla="*/ 2396699 w 3504841"/>
              <a:gd name="connsiteY20" fmla="*/ 305808 h 640991"/>
              <a:gd name="connsiteX21" fmla="*/ 1564332 w 3504841"/>
              <a:gd name="connsiteY21" fmla="*/ 120650 h 640991"/>
              <a:gd name="connsiteX22" fmla="*/ 1757004 w 3504841"/>
              <a:gd name="connsiteY22" fmla="*/ 335295 h 640991"/>
              <a:gd name="connsiteX23" fmla="*/ 1755925 w 3504841"/>
              <a:gd name="connsiteY23" fmla="*/ 364777 h 640991"/>
              <a:gd name="connsiteX24" fmla="*/ 1480218 w 3504841"/>
              <a:gd name="connsiteY24" fmla="*/ 364777 h 640991"/>
              <a:gd name="connsiteX25" fmla="*/ 1577273 w 3504841"/>
              <a:gd name="connsiteY25" fmla="*/ 442796 h 640991"/>
              <a:gd name="connsiteX26" fmla="*/ 1673968 w 3504841"/>
              <a:gd name="connsiteY26" fmla="*/ 402169 h 640991"/>
              <a:gd name="connsiteX27" fmla="*/ 1737593 w 3504841"/>
              <a:gd name="connsiteY27" fmla="*/ 458976 h 640991"/>
              <a:gd name="connsiteX28" fmla="*/ 1575475 w 3504841"/>
              <a:gd name="connsiteY28" fmla="*/ 533041 h 640991"/>
              <a:gd name="connsiteX29" fmla="*/ 1368425 w 3504841"/>
              <a:gd name="connsiteY29" fmla="*/ 327025 h 640991"/>
              <a:gd name="connsiteX30" fmla="*/ 1368425 w 3504841"/>
              <a:gd name="connsiteY30" fmla="*/ 326306 h 640991"/>
              <a:gd name="connsiteX31" fmla="*/ 1564332 w 3504841"/>
              <a:gd name="connsiteY31" fmla="*/ 120650 h 640991"/>
              <a:gd name="connsiteX32" fmla="*/ 3323955 w 3504841"/>
              <a:gd name="connsiteY32" fmla="*/ 119062 h 640991"/>
              <a:gd name="connsiteX33" fmla="*/ 3504841 w 3504841"/>
              <a:gd name="connsiteY33" fmla="*/ 323592 h 640991"/>
              <a:gd name="connsiteX34" fmla="*/ 3504841 w 3504841"/>
              <a:gd name="connsiteY34" fmla="*/ 324670 h 640991"/>
              <a:gd name="connsiteX35" fmla="*/ 3323955 w 3504841"/>
              <a:gd name="connsiteY35" fmla="*/ 529560 h 640991"/>
              <a:gd name="connsiteX36" fmla="*/ 3200247 w 3504841"/>
              <a:gd name="connsiteY36" fmla="*/ 470609 h 640991"/>
              <a:gd name="connsiteX37" fmla="*/ 3200247 w 3504841"/>
              <a:gd name="connsiteY37" fmla="*/ 640991 h 640991"/>
              <a:gd name="connsiteX38" fmla="*/ 3087688 w 3504841"/>
              <a:gd name="connsiteY38" fmla="*/ 640991 h 640991"/>
              <a:gd name="connsiteX39" fmla="*/ 3087688 w 3504841"/>
              <a:gd name="connsiteY39" fmla="*/ 126251 h 640991"/>
              <a:gd name="connsiteX40" fmla="*/ 3200247 w 3504841"/>
              <a:gd name="connsiteY40" fmla="*/ 126251 h 640991"/>
              <a:gd name="connsiteX41" fmla="*/ 3200247 w 3504841"/>
              <a:gd name="connsiteY41" fmla="*/ 183045 h 640991"/>
              <a:gd name="connsiteX42" fmla="*/ 3323955 w 3504841"/>
              <a:gd name="connsiteY42" fmla="*/ 119062 h 640991"/>
              <a:gd name="connsiteX43" fmla="*/ 2861992 w 3504841"/>
              <a:gd name="connsiteY43" fmla="*/ 119062 h 640991"/>
              <a:gd name="connsiteX44" fmla="*/ 3042879 w 3504841"/>
              <a:gd name="connsiteY44" fmla="*/ 323592 h 640991"/>
              <a:gd name="connsiteX45" fmla="*/ 3042879 w 3504841"/>
              <a:gd name="connsiteY45" fmla="*/ 324670 h 640991"/>
              <a:gd name="connsiteX46" fmla="*/ 2861992 w 3504841"/>
              <a:gd name="connsiteY46" fmla="*/ 529560 h 640991"/>
              <a:gd name="connsiteX47" fmla="*/ 2738285 w 3504841"/>
              <a:gd name="connsiteY47" fmla="*/ 470609 h 640991"/>
              <a:gd name="connsiteX48" fmla="*/ 2738285 w 3504841"/>
              <a:gd name="connsiteY48" fmla="*/ 640991 h 640991"/>
              <a:gd name="connsiteX49" fmla="*/ 2625725 w 3504841"/>
              <a:gd name="connsiteY49" fmla="*/ 640991 h 640991"/>
              <a:gd name="connsiteX50" fmla="*/ 2625725 w 3504841"/>
              <a:gd name="connsiteY50" fmla="*/ 126251 h 640991"/>
              <a:gd name="connsiteX51" fmla="*/ 2738285 w 3504841"/>
              <a:gd name="connsiteY51" fmla="*/ 126251 h 640991"/>
              <a:gd name="connsiteX52" fmla="*/ 2738285 w 3504841"/>
              <a:gd name="connsiteY52" fmla="*/ 183045 h 640991"/>
              <a:gd name="connsiteX53" fmla="*/ 2861992 w 3504841"/>
              <a:gd name="connsiteY53" fmla="*/ 119062 h 640991"/>
              <a:gd name="connsiteX54" fmla="*/ 1828929 w 3504841"/>
              <a:gd name="connsiteY54" fmla="*/ 25400 h 640991"/>
              <a:gd name="connsiteX55" fmla="*/ 1939876 w 3504841"/>
              <a:gd name="connsiteY55" fmla="*/ 25400 h 640991"/>
              <a:gd name="connsiteX56" fmla="*/ 1939876 w 3504841"/>
              <a:gd name="connsiteY56" fmla="*/ 127331 h 640991"/>
              <a:gd name="connsiteX57" fmla="*/ 2033229 w 3504841"/>
              <a:gd name="connsiteY57" fmla="*/ 127331 h 640991"/>
              <a:gd name="connsiteX58" fmla="*/ 2033229 w 3504841"/>
              <a:gd name="connsiteY58" fmla="*/ 223859 h 640991"/>
              <a:gd name="connsiteX59" fmla="*/ 1939876 w 3504841"/>
              <a:gd name="connsiteY59" fmla="*/ 223859 h 640991"/>
              <a:gd name="connsiteX60" fmla="*/ 1939876 w 3504841"/>
              <a:gd name="connsiteY60" fmla="*/ 393143 h 640991"/>
              <a:gd name="connsiteX61" fmla="*/ 1976499 w 3504841"/>
              <a:gd name="connsiteY61" fmla="*/ 431682 h 640991"/>
              <a:gd name="connsiteX62" fmla="*/ 2032152 w 3504841"/>
              <a:gd name="connsiteY62" fmla="*/ 417635 h 640991"/>
              <a:gd name="connsiteX63" fmla="*/ 2032152 w 3504841"/>
              <a:gd name="connsiteY63" fmla="*/ 508040 h 640991"/>
              <a:gd name="connsiteX64" fmla="*/ 1942748 w 3504841"/>
              <a:gd name="connsiteY64" fmla="*/ 531452 h 640991"/>
              <a:gd name="connsiteX65" fmla="*/ 1828929 w 3504841"/>
              <a:gd name="connsiteY65" fmla="*/ 411512 h 640991"/>
              <a:gd name="connsiteX66" fmla="*/ 1828929 w 3504841"/>
              <a:gd name="connsiteY66" fmla="*/ 223859 h 640991"/>
              <a:gd name="connsiteX67" fmla="*/ 1781175 w 3504841"/>
              <a:gd name="connsiteY67" fmla="*/ 223859 h 640991"/>
              <a:gd name="connsiteX68" fmla="*/ 1781175 w 3504841"/>
              <a:gd name="connsiteY68" fmla="*/ 127331 h 640991"/>
              <a:gd name="connsiteX69" fmla="*/ 1828929 w 3504841"/>
              <a:gd name="connsiteY69" fmla="*/ 127331 h 640991"/>
              <a:gd name="connsiteX70" fmla="*/ 852488 w 3504841"/>
              <a:gd name="connsiteY70" fmla="*/ 1587 h 640991"/>
              <a:gd name="connsiteX71" fmla="*/ 958347 w 3504841"/>
              <a:gd name="connsiteY71" fmla="*/ 1587 h 640991"/>
              <a:gd name="connsiteX72" fmla="*/ 1201030 w 3504841"/>
              <a:gd name="connsiteY72" fmla="*/ 324325 h 640991"/>
              <a:gd name="connsiteX73" fmla="*/ 1201030 w 3504841"/>
              <a:gd name="connsiteY73" fmla="*/ 1587 h 640991"/>
              <a:gd name="connsiteX74" fmla="*/ 1314090 w 3504841"/>
              <a:gd name="connsiteY74" fmla="*/ 1587 h 640991"/>
              <a:gd name="connsiteX75" fmla="*/ 1314090 w 3504841"/>
              <a:gd name="connsiteY75" fmla="*/ 523515 h 640991"/>
              <a:gd name="connsiteX76" fmla="*/ 1216513 w 3504841"/>
              <a:gd name="connsiteY76" fmla="*/ 523515 h 640991"/>
              <a:gd name="connsiteX77" fmla="*/ 965548 w 3504841"/>
              <a:gd name="connsiteY77" fmla="*/ 193573 h 640991"/>
              <a:gd name="connsiteX78" fmla="*/ 965548 w 3504841"/>
              <a:gd name="connsiteY78" fmla="*/ 523515 h 640991"/>
              <a:gd name="connsiteX79" fmla="*/ 852488 w 3504841"/>
              <a:gd name="connsiteY79" fmla="*/ 523515 h 640991"/>
              <a:gd name="connsiteX80" fmla="*/ 0 w 3504841"/>
              <a:gd name="connsiteY80" fmla="*/ 1587 h 640991"/>
              <a:gd name="connsiteX81" fmla="*/ 626703 w 3504841"/>
              <a:gd name="connsiteY81" fmla="*/ 1587 h 640991"/>
              <a:gd name="connsiteX82" fmla="*/ 626703 w 3504841"/>
              <a:gd name="connsiteY82" fmla="*/ 523515 h 640991"/>
              <a:gd name="connsiteX83" fmla="*/ 383005 w 3504841"/>
              <a:gd name="connsiteY83" fmla="*/ 523515 h 640991"/>
              <a:gd name="connsiteX84" fmla="*/ 383005 w 3504841"/>
              <a:gd name="connsiteY84" fmla="*/ 209782 h 640991"/>
              <a:gd name="connsiteX85" fmla="*/ 243698 w 3504841"/>
              <a:gd name="connsiteY85" fmla="*/ 209782 h 640991"/>
              <a:gd name="connsiteX86" fmla="*/ 243698 w 3504841"/>
              <a:gd name="connsiteY86" fmla="*/ 523515 h 640991"/>
              <a:gd name="connsiteX87" fmla="*/ 0 w 3504841"/>
              <a:gd name="connsiteY87" fmla="*/ 523515 h 640991"/>
              <a:gd name="connsiteX88" fmla="*/ 2277940 w 3504841"/>
              <a:gd name="connsiteY88" fmla="*/ 0 h 640991"/>
              <a:gd name="connsiteX89" fmla="*/ 2380505 w 3504841"/>
              <a:gd name="connsiteY89" fmla="*/ 0 h 640991"/>
              <a:gd name="connsiteX90" fmla="*/ 2596790 w 3504841"/>
              <a:gd name="connsiteY90" fmla="*/ 521927 h 640991"/>
              <a:gd name="connsiteX91" fmla="*/ 2478031 w 3504841"/>
              <a:gd name="connsiteY91" fmla="*/ 521927 h 640991"/>
              <a:gd name="connsiteX92" fmla="*/ 2430168 w 3504841"/>
              <a:gd name="connsiteY92" fmla="*/ 405223 h 640991"/>
              <a:gd name="connsiteX93" fmla="*/ 2223959 w 3504841"/>
              <a:gd name="connsiteY93" fmla="*/ 405223 h 640991"/>
              <a:gd name="connsiteX94" fmla="*/ 2176095 w 3504841"/>
              <a:gd name="connsiteY94" fmla="*/ 521927 h 640991"/>
              <a:gd name="connsiteX95" fmla="*/ 2060575 w 3504841"/>
              <a:gd name="connsiteY95" fmla="*/ 521927 h 64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3504841" h="640991">
                <a:moveTo>
                  <a:pt x="3294826" y="214318"/>
                </a:moveTo>
                <a:cubicBezTo>
                  <a:pt x="3242322" y="214318"/>
                  <a:pt x="3198090" y="258171"/>
                  <a:pt x="3198090" y="323592"/>
                </a:cubicBezTo>
                <a:lnTo>
                  <a:pt x="3198090" y="324670"/>
                </a:lnTo>
                <a:cubicBezTo>
                  <a:pt x="3198090" y="390451"/>
                  <a:pt x="3242322" y="434304"/>
                  <a:pt x="3294826" y="434304"/>
                </a:cubicBezTo>
                <a:cubicBezTo>
                  <a:pt x="3347689" y="434304"/>
                  <a:pt x="3391922" y="391529"/>
                  <a:pt x="3391922" y="324670"/>
                </a:cubicBezTo>
                <a:lnTo>
                  <a:pt x="3391922" y="323592"/>
                </a:lnTo>
                <a:cubicBezTo>
                  <a:pt x="3391922" y="258171"/>
                  <a:pt x="3347689" y="214318"/>
                  <a:pt x="3294826" y="214318"/>
                </a:cubicBezTo>
                <a:close/>
                <a:moveTo>
                  <a:pt x="2831785" y="214318"/>
                </a:moveTo>
                <a:cubicBezTo>
                  <a:pt x="2778921" y="214318"/>
                  <a:pt x="2735408" y="258171"/>
                  <a:pt x="2735408" y="323592"/>
                </a:cubicBezTo>
                <a:lnTo>
                  <a:pt x="2735408" y="324670"/>
                </a:lnTo>
                <a:cubicBezTo>
                  <a:pt x="2735408" y="390451"/>
                  <a:pt x="2778921" y="434304"/>
                  <a:pt x="2831785" y="434304"/>
                </a:cubicBezTo>
                <a:cubicBezTo>
                  <a:pt x="2885367" y="434304"/>
                  <a:pt x="2929240" y="391529"/>
                  <a:pt x="2929240" y="324670"/>
                </a:cubicBezTo>
                <a:lnTo>
                  <a:pt x="2929240" y="323592"/>
                </a:lnTo>
                <a:cubicBezTo>
                  <a:pt x="2929240" y="258171"/>
                  <a:pt x="2884288" y="214318"/>
                  <a:pt x="2831785" y="214318"/>
                </a:cubicBezTo>
                <a:close/>
                <a:moveTo>
                  <a:pt x="1564332" y="209816"/>
                </a:moveTo>
                <a:cubicBezTo>
                  <a:pt x="1517602" y="209816"/>
                  <a:pt x="1487048" y="243253"/>
                  <a:pt x="1478061" y="293948"/>
                </a:cubicBezTo>
                <a:lnTo>
                  <a:pt x="1647368" y="293948"/>
                </a:lnTo>
                <a:cubicBezTo>
                  <a:pt x="1640179" y="243253"/>
                  <a:pt x="1611062" y="209816"/>
                  <a:pt x="1564332" y="209816"/>
                </a:cubicBezTo>
                <a:close/>
                <a:moveTo>
                  <a:pt x="2327603" y="137236"/>
                </a:moveTo>
                <a:lnTo>
                  <a:pt x="2258507" y="305808"/>
                </a:lnTo>
                <a:lnTo>
                  <a:pt x="2396699" y="305808"/>
                </a:lnTo>
                <a:close/>
                <a:moveTo>
                  <a:pt x="1564332" y="120650"/>
                </a:moveTo>
                <a:cubicBezTo>
                  <a:pt x="1696974" y="120650"/>
                  <a:pt x="1757004" y="223119"/>
                  <a:pt x="1757004" y="335295"/>
                </a:cubicBezTo>
                <a:cubicBezTo>
                  <a:pt x="1757004" y="344283"/>
                  <a:pt x="1755925" y="354710"/>
                  <a:pt x="1755925" y="364777"/>
                </a:cubicBezTo>
                <a:lnTo>
                  <a:pt x="1480218" y="364777"/>
                </a:lnTo>
                <a:cubicBezTo>
                  <a:pt x="1491361" y="415472"/>
                  <a:pt x="1526589" y="442796"/>
                  <a:pt x="1577273" y="442796"/>
                </a:cubicBezTo>
                <a:cubicBezTo>
                  <a:pt x="1615016" y="442796"/>
                  <a:pt x="1642335" y="430572"/>
                  <a:pt x="1673968" y="402169"/>
                </a:cubicBezTo>
                <a:lnTo>
                  <a:pt x="1737593" y="458976"/>
                </a:lnTo>
                <a:cubicBezTo>
                  <a:pt x="1701287" y="504637"/>
                  <a:pt x="1647368" y="533041"/>
                  <a:pt x="1575475" y="533041"/>
                </a:cubicBezTo>
                <a:cubicBezTo>
                  <a:pt x="1455775" y="531962"/>
                  <a:pt x="1368425" y="447830"/>
                  <a:pt x="1368425" y="327025"/>
                </a:cubicBezTo>
                <a:lnTo>
                  <a:pt x="1368425" y="326306"/>
                </a:lnTo>
                <a:cubicBezTo>
                  <a:pt x="1368425" y="213051"/>
                  <a:pt x="1449664" y="120650"/>
                  <a:pt x="1564332" y="120650"/>
                </a:cubicBezTo>
                <a:close/>
                <a:moveTo>
                  <a:pt x="3323955" y="119062"/>
                </a:moveTo>
                <a:cubicBezTo>
                  <a:pt x="3416376" y="119062"/>
                  <a:pt x="3504841" y="190953"/>
                  <a:pt x="3504841" y="323592"/>
                </a:cubicBezTo>
                <a:lnTo>
                  <a:pt x="3504841" y="324670"/>
                </a:lnTo>
                <a:cubicBezTo>
                  <a:pt x="3504841" y="457309"/>
                  <a:pt x="3418533" y="529560"/>
                  <a:pt x="3323955" y="529560"/>
                </a:cubicBezTo>
                <a:cubicBezTo>
                  <a:pt x="3264259" y="529560"/>
                  <a:pt x="3226499" y="502241"/>
                  <a:pt x="3200247" y="470609"/>
                </a:cubicBezTo>
                <a:lnTo>
                  <a:pt x="3200247" y="640991"/>
                </a:lnTo>
                <a:lnTo>
                  <a:pt x="3087688" y="640991"/>
                </a:lnTo>
                <a:lnTo>
                  <a:pt x="3087688" y="126251"/>
                </a:lnTo>
                <a:lnTo>
                  <a:pt x="3200247" y="126251"/>
                </a:lnTo>
                <a:lnTo>
                  <a:pt x="3200247" y="183045"/>
                </a:lnTo>
                <a:cubicBezTo>
                  <a:pt x="3227578" y="146381"/>
                  <a:pt x="3265338" y="119062"/>
                  <a:pt x="3323955" y="119062"/>
                </a:cubicBezTo>
                <a:close/>
                <a:moveTo>
                  <a:pt x="2861992" y="119062"/>
                </a:moveTo>
                <a:cubicBezTo>
                  <a:pt x="2954413" y="119062"/>
                  <a:pt x="3042879" y="190953"/>
                  <a:pt x="3042879" y="323592"/>
                </a:cubicBezTo>
                <a:lnTo>
                  <a:pt x="3042879" y="324670"/>
                </a:lnTo>
                <a:cubicBezTo>
                  <a:pt x="3042879" y="457309"/>
                  <a:pt x="2956571" y="529560"/>
                  <a:pt x="2861992" y="529560"/>
                </a:cubicBezTo>
                <a:cubicBezTo>
                  <a:pt x="2802296" y="529560"/>
                  <a:pt x="2764537" y="502241"/>
                  <a:pt x="2738285" y="470609"/>
                </a:cubicBezTo>
                <a:lnTo>
                  <a:pt x="2738285" y="640991"/>
                </a:lnTo>
                <a:lnTo>
                  <a:pt x="2625725" y="640991"/>
                </a:lnTo>
                <a:lnTo>
                  <a:pt x="2625725" y="126251"/>
                </a:lnTo>
                <a:lnTo>
                  <a:pt x="2738285" y="126251"/>
                </a:lnTo>
                <a:lnTo>
                  <a:pt x="2738285" y="183045"/>
                </a:lnTo>
                <a:cubicBezTo>
                  <a:pt x="2765615" y="146381"/>
                  <a:pt x="2803375" y="119062"/>
                  <a:pt x="2861992" y="119062"/>
                </a:cubicBezTo>
                <a:close/>
                <a:moveTo>
                  <a:pt x="1828929" y="25400"/>
                </a:moveTo>
                <a:lnTo>
                  <a:pt x="1939876" y="25400"/>
                </a:lnTo>
                <a:lnTo>
                  <a:pt x="1939876" y="127331"/>
                </a:lnTo>
                <a:lnTo>
                  <a:pt x="2033229" y="127331"/>
                </a:lnTo>
                <a:lnTo>
                  <a:pt x="2033229" y="223859"/>
                </a:lnTo>
                <a:lnTo>
                  <a:pt x="1939876" y="223859"/>
                </a:lnTo>
                <a:lnTo>
                  <a:pt x="1939876" y="393143"/>
                </a:lnTo>
                <a:cubicBezTo>
                  <a:pt x="1939876" y="419436"/>
                  <a:pt x="1951006" y="431682"/>
                  <a:pt x="1976499" y="431682"/>
                </a:cubicBezTo>
                <a:cubicBezTo>
                  <a:pt x="1996606" y="431682"/>
                  <a:pt x="2015995" y="426640"/>
                  <a:pt x="2032152" y="417635"/>
                </a:cubicBezTo>
                <a:lnTo>
                  <a:pt x="2032152" y="508040"/>
                </a:lnTo>
                <a:cubicBezTo>
                  <a:pt x="2008814" y="522087"/>
                  <a:pt x="1981526" y="531452"/>
                  <a:pt x="1942748" y="531452"/>
                </a:cubicBezTo>
                <a:cubicBezTo>
                  <a:pt x="1874888" y="530371"/>
                  <a:pt x="1828929" y="502998"/>
                  <a:pt x="1828929" y="411512"/>
                </a:cubicBezTo>
                <a:lnTo>
                  <a:pt x="1828929" y="223859"/>
                </a:lnTo>
                <a:lnTo>
                  <a:pt x="1781175" y="223859"/>
                </a:lnTo>
                <a:lnTo>
                  <a:pt x="1781175" y="127331"/>
                </a:lnTo>
                <a:lnTo>
                  <a:pt x="1828929" y="127331"/>
                </a:lnTo>
                <a:close/>
                <a:moveTo>
                  <a:pt x="852488" y="1587"/>
                </a:moveTo>
                <a:lnTo>
                  <a:pt x="958347" y="1587"/>
                </a:lnTo>
                <a:lnTo>
                  <a:pt x="1201030" y="324325"/>
                </a:lnTo>
                <a:lnTo>
                  <a:pt x="1201030" y="1587"/>
                </a:lnTo>
                <a:lnTo>
                  <a:pt x="1314090" y="1587"/>
                </a:lnTo>
                <a:lnTo>
                  <a:pt x="1314090" y="523515"/>
                </a:lnTo>
                <a:lnTo>
                  <a:pt x="1216513" y="523515"/>
                </a:lnTo>
                <a:lnTo>
                  <a:pt x="965548" y="193573"/>
                </a:lnTo>
                <a:lnTo>
                  <a:pt x="965548" y="523515"/>
                </a:lnTo>
                <a:lnTo>
                  <a:pt x="852488" y="523515"/>
                </a:lnTo>
                <a:close/>
                <a:moveTo>
                  <a:pt x="0" y="1587"/>
                </a:moveTo>
                <a:lnTo>
                  <a:pt x="626703" y="1587"/>
                </a:lnTo>
                <a:lnTo>
                  <a:pt x="626703" y="523515"/>
                </a:lnTo>
                <a:lnTo>
                  <a:pt x="383005" y="523515"/>
                </a:lnTo>
                <a:lnTo>
                  <a:pt x="383005" y="209782"/>
                </a:lnTo>
                <a:lnTo>
                  <a:pt x="243698" y="209782"/>
                </a:lnTo>
                <a:lnTo>
                  <a:pt x="243698" y="523515"/>
                </a:lnTo>
                <a:lnTo>
                  <a:pt x="0" y="523515"/>
                </a:lnTo>
                <a:close/>
                <a:moveTo>
                  <a:pt x="2277940" y="0"/>
                </a:moveTo>
                <a:lnTo>
                  <a:pt x="2380505" y="0"/>
                </a:lnTo>
                <a:lnTo>
                  <a:pt x="2596790" y="521927"/>
                </a:lnTo>
                <a:lnTo>
                  <a:pt x="2478031" y="521927"/>
                </a:lnTo>
                <a:lnTo>
                  <a:pt x="2430168" y="405223"/>
                </a:lnTo>
                <a:lnTo>
                  <a:pt x="2223959" y="405223"/>
                </a:lnTo>
                <a:lnTo>
                  <a:pt x="2176095" y="521927"/>
                </a:lnTo>
                <a:lnTo>
                  <a:pt x="2060575" y="521927"/>
                </a:lnTo>
                <a:close/>
              </a:path>
            </a:pathLst>
          </a:custGeom>
          <a:solidFill>
            <a:schemeClr val="bg1"/>
          </a:solidFill>
          <a:ln>
            <a:noFill/>
          </a:ln>
          <a:effectLst/>
        </p:spPr>
        <p:txBody>
          <a:bodyPr wrap="square" anchor="ctr">
            <a:noAutofit/>
          </a:bodyPr>
          <a:lstStyle/>
          <a:p>
            <a:endParaRPr lang="en-US"/>
          </a:p>
        </p:txBody>
      </p:sp>
    </p:spTree>
    <p:extLst>
      <p:ext uri="{BB962C8B-B14F-4D97-AF65-F5344CB8AC3E}">
        <p14:creationId xmlns:p14="http://schemas.microsoft.com/office/powerpoint/2010/main" val="2044159721"/>
      </p:ext>
    </p:extLst>
  </p:cSld>
  <p:clrMapOvr>
    <a:masterClrMapping/>
  </p:clrMapOvr>
  <p:transition spd="med">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g Stat">
    <p:spTree>
      <p:nvGrpSpPr>
        <p:cNvPr id="1" name=""/>
        <p:cNvGrpSpPr/>
        <p:nvPr/>
      </p:nvGrpSpPr>
      <p:grpSpPr>
        <a:xfrm>
          <a:off x="0" y="0"/>
          <a:ext cx="0" cy="0"/>
          <a:chOff x="0" y="0"/>
          <a:chExt cx="0" cy="0"/>
        </a:xfrm>
      </p:grpSpPr>
      <p:sp>
        <p:nvSpPr>
          <p:cNvPr id="11" name="Rectangle 10"/>
          <p:cNvSpPr/>
          <p:nvPr/>
        </p:nvSpPr>
        <p:spPr>
          <a:xfrm>
            <a:off x="1381688" y="1371600"/>
            <a:ext cx="4113517" cy="4112446"/>
          </a:xfrm>
          <a:prstGeom prst="rect">
            <a:avLst/>
          </a:prstGeom>
          <a:solidFill>
            <a:srgbClr val="0067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5216">
              <a:lnSpc>
                <a:spcPct val="95000"/>
              </a:lnSpc>
            </a:pPr>
            <a:endParaRPr lang="en-US" sz="2000" dirty="0" err="1">
              <a:solidFill>
                <a:prstClr val="white"/>
              </a:solidFill>
            </a:endParaRPr>
          </a:p>
        </p:txBody>
      </p:sp>
      <p:sp>
        <p:nvSpPr>
          <p:cNvPr id="6" name="Text Placeholder 5"/>
          <p:cNvSpPr>
            <a:spLocks noGrp="1"/>
          </p:cNvSpPr>
          <p:nvPr userDrawn="1">
            <p:ph type="body" sz="quarter" idx="11"/>
          </p:nvPr>
        </p:nvSpPr>
        <p:spPr>
          <a:xfrm>
            <a:off x="1381686" y="4073240"/>
            <a:ext cx="4113519" cy="545143"/>
          </a:xfrm>
        </p:spPr>
        <p:txBody>
          <a:bodyPr anchor="t" anchorCtr="0"/>
          <a:lstStyle>
            <a:lvl1pPr marL="0" indent="0" algn="ctr">
              <a:buNone/>
              <a:defRPr kumimoji="0" lang="en-US" sz="2200" b="0" i="0" u="none" strike="noStrike" kern="1200" cap="none" spc="0" normalizeH="0" baseline="0" dirty="0" smtClean="0">
                <a:ln>
                  <a:noFill/>
                </a:ln>
                <a:solidFill>
                  <a:schemeClr val="accent2"/>
                </a:solidFill>
                <a:effectLst/>
                <a:uLnTx/>
                <a:uFillTx/>
                <a:latin typeface="+mn-lt"/>
                <a:ea typeface="+mn-ea"/>
                <a:cs typeface="+mn-cs"/>
              </a:defRPr>
            </a:lvl1pPr>
          </a:lstStyle>
          <a:p>
            <a:pPr lvl="0"/>
            <a:r>
              <a:rPr lang="en-US" dirty="0"/>
              <a:t>Click to edit Master text styles</a:t>
            </a:r>
          </a:p>
        </p:txBody>
      </p:sp>
      <p:sp>
        <p:nvSpPr>
          <p:cNvPr id="3" name="Text Placeholder 2"/>
          <p:cNvSpPr>
            <a:spLocks noGrp="1"/>
          </p:cNvSpPr>
          <p:nvPr userDrawn="1">
            <p:ph type="body" sz="quarter" idx="10" hasCustomPrompt="1"/>
          </p:nvPr>
        </p:nvSpPr>
        <p:spPr>
          <a:xfrm>
            <a:off x="1381686" y="1466850"/>
            <a:ext cx="4113519" cy="2724150"/>
          </a:xfrm>
        </p:spPr>
        <p:txBody>
          <a:bodyPr anchor="b"/>
          <a:lstStyle>
            <a:lvl1pPr marL="0" marR="0" indent="0" algn="ctr" defTabSz="914400" rtl="0" eaLnBrk="1" fontAlgn="auto" latinLnBrk="0" hangingPunct="1">
              <a:lnSpc>
                <a:spcPct val="95000"/>
              </a:lnSpc>
              <a:spcBef>
                <a:spcPts val="400"/>
              </a:spcBef>
              <a:spcAft>
                <a:spcPts val="200"/>
              </a:spcAft>
              <a:buClr>
                <a:schemeClr val="accent1"/>
              </a:buClr>
              <a:buSzTx/>
              <a:buFontTx/>
              <a:buNone/>
              <a:tabLst/>
              <a:defRPr kumimoji="0" lang="en-US" sz="12000" b="1" i="0" u="none" strike="noStrike" kern="1200" cap="none" spc="0" normalizeH="0" baseline="0" dirty="0">
                <a:ln>
                  <a:noFill/>
                </a:ln>
                <a:solidFill>
                  <a:schemeClr val="bg1"/>
                </a:solidFill>
                <a:effectLst/>
                <a:uLnTx/>
                <a:uFillTx/>
                <a:latin typeface="+mn-lt"/>
                <a:ea typeface="+mn-ea"/>
                <a:cs typeface="+mn-cs"/>
              </a:defRPr>
            </a:lvl1pPr>
          </a:lstStyle>
          <a:p>
            <a:pPr lvl="0"/>
            <a:r>
              <a:rPr lang="en-US" dirty="0"/>
              <a:t>%</a:t>
            </a:r>
          </a:p>
        </p:txBody>
      </p:sp>
      <p:sp>
        <p:nvSpPr>
          <p:cNvPr id="37" name="Title 1"/>
          <p:cNvSpPr>
            <a:spLocks noGrp="1"/>
          </p:cNvSpPr>
          <p:nvPr userDrawn="1">
            <p:ph type="title" hasCustomPrompt="1"/>
          </p:nvPr>
        </p:nvSpPr>
        <p:spPr bwMode="gray">
          <a:xfrm>
            <a:off x="6211773" y="2495945"/>
            <a:ext cx="5682407" cy="881890"/>
          </a:xfrm>
        </p:spPr>
        <p:txBody>
          <a:bodyPr lIns="91521" tIns="45761" rIns="91521" bIns="45761" anchor="b">
            <a:noAutofit/>
          </a:bodyPr>
          <a:lstStyle>
            <a:lvl1pPr marL="0" marR="0" algn="l" defTabSz="914400" rtl="0" eaLnBrk="1" fontAlgn="auto" latinLnBrk="0" hangingPunct="1">
              <a:lnSpc>
                <a:spcPct val="95000"/>
              </a:lnSpc>
              <a:spcBef>
                <a:spcPts val="400"/>
              </a:spcBef>
              <a:spcAft>
                <a:spcPts val="200"/>
              </a:spcAft>
              <a:buClr>
                <a:schemeClr val="accent1"/>
              </a:buClr>
              <a:buSzTx/>
              <a:tabLst/>
              <a:defRPr kumimoji="0" lang="en-US" sz="4800" b="0" i="0" u="none" strike="noStrike" kern="1200" cap="none" spc="0" normalizeH="0" baseline="0" dirty="0">
                <a:ln>
                  <a:noFill/>
                </a:ln>
                <a:solidFill>
                  <a:schemeClr val="bg1"/>
                </a:solidFill>
                <a:effectLst/>
                <a:uLnTx/>
                <a:uFillTx/>
                <a:latin typeface="+mn-lt"/>
                <a:ea typeface="+mn-ea"/>
                <a:cs typeface="+mn-cs"/>
              </a:defRPr>
            </a:lvl1pPr>
          </a:lstStyle>
          <a:p>
            <a:r>
              <a:rPr lang="en-US" dirty="0"/>
              <a:t>Click To Edit Master</a:t>
            </a:r>
          </a:p>
        </p:txBody>
      </p:sp>
      <p:sp>
        <p:nvSpPr>
          <p:cNvPr id="38" name="Text Placeholder 2"/>
          <p:cNvSpPr>
            <a:spLocks noGrp="1"/>
          </p:cNvSpPr>
          <p:nvPr userDrawn="1">
            <p:ph type="body" idx="1" hasCustomPrompt="1"/>
          </p:nvPr>
        </p:nvSpPr>
        <p:spPr bwMode="gray">
          <a:xfrm>
            <a:off x="6211773" y="3500747"/>
            <a:ext cx="5682408" cy="492443"/>
          </a:xfrm>
        </p:spPr>
        <p:txBody>
          <a:bodyPr lIns="91521" tIns="45761" rIns="91521" bIns="45761" anchor="t">
            <a:noAutofit/>
          </a:bodyPr>
          <a:lstStyle>
            <a:lvl1pPr marL="0" marR="0" indent="0" algn="l" defTabSz="914400" rtl="0" eaLnBrk="1" fontAlgn="auto" latinLnBrk="0" hangingPunct="1">
              <a:lnSpc>
                <a:spcPct val="95000"/>
              </a:lnSpc>
              <a:spcBef>
                <a:spcPts val="400"/>
              </a:spcBef>
              <a:spcAft>
                <a:spcPts val="200"/>
              </a:spcAft>
              <a:buClr>
                <a:schemeClr val="accent1"/>
              </a:buClr>
              <a:buSzTx/>
              <a:buNone/>
              <a:tabLst/>
              <a:defRPr kumimoji="0" lang="en-US" sz="2400" b="0" i="0" u="none" strike="noStrike" kern="1200" cap="none" spc="0" normalizeH="0" baseline="0" dirty="0">
                <a:ln>
                  <a:noFill/>
                </a:ln>
                <a:solidFill>
                  <a:schemeClr val="accent2"/>
                </a:solidFill>
                <a:effectLst/>
                <a:uLnTx/>
                <a:uFillTx/>
                <a:latin typeface="+mn-lt"/>
                <a:ea typeface="+mn-ea"/>
                <a:cs typeface="+mn-cs"/>
              </a:defRPr>
            </a:lvl1pPr>
            <a:lvl2pPr marL="457608" indent="0">
              <a:buNone/>
              <a:defRPr sz="1900">
                <a:solidFill>
                  <a:schemeClr val="tx1">
                    <a:tint val="75000"/>
                  </a:schemeClr>
                </a:solidFill>
              </a:defRPr>
            </a:lvl2pPr>
            <a:lvl3pPr marL="915216" indent="0">
              <a:buNone/>
              <a:defRPr sz="1600">
                <a:solidFill>
                  <a:schemeClr val="tx1">
                    <a:tint val="75000"/>
                  </a:schemeClr>
                </a:solidFill>
              </a:defRPr>
            </a:lvl3pPr>
            <a:lvl4pPr marL="1372822" indent="0">
              <a:buNone/>
              <a:defRPr sz="1500">
                <a:solidFill>
                  <a:schemeClr val="tx1">
                    <a:tint val="75000"/>
                  </a:schemeClr>
                </a:solidFill>
              </a:defRPr>
            </a:lvl4pPr>
            <a:lvl5pPr marL="1830430" indent="0">
              <a:buNone/>
              <a:defRPr sz="1500">
                <a:solidFill>
                  <a:schemeClr val="tx1">
                    <a:tint val="75000"/>
                  </a:schemeClr>
                </a:solidFill>
              </a:defRPr>
            </a:lvl5pPr>
            <a:lvl6pPr marL="2288038" indent="0">
              <a:buNone/>
              <a:defRPr sz="1500">
                <a:solidFill>
                  <a:schemeClr val="tx1">
                    <a:tint val="75000"/>
                  </a:schemeClr>
                </a:solidFill>
              </a:defRPr>
            </a:lvl6pPr>
            <a:lvl7pPr marL="2745646" indent="0">
              <a:buNone/>
              <a:defRPr sz="1500">
                <a:solidFill>
                  <a:schemeClr val="tx1">
                    <a:tint val="75000"/>
                  </a:schemeClr>
                </a:solidFill>
              </a:defRPr>
            </a:lvl7pPr>
            <a:lvl8pPr marL="3203253" indent="0">
              <a:buNone/>
              <a:defRPr sz="1500">
                <a:solidFill>
                  <a:schemeClr val="tx1">
                    <a:tint val="75000"/>
                  </a:schemeClr>
                </a:solidFill>
              </a:defRPr>
            </a:lvl8pPr>
            <a:lvl9pPr marL="3660861" indent="0">
              <a:buNone/>
              <a:defRPr sz="1500">
                <a:solidFill>
                  <a:schemeClr val="tx1">
                    <a:tint val="75000"/>
                  </a:schemeClr>
                </a:solidFill>
              </a:defRPr>
            </a:lvl9pPr>
          </a:lstStyle>
          <a:p>
            <a:pPr lvl="0"/>
            <a:r>
              <a:rPr lang="en-US" dirty="0"/>
              <a:t>Click to edit master text styles</a:t>
            </a:r>
          </a:p>
        </p:txBody>
      </p:sp>
      <p:sp>
        <p:nvSpPr>
          <p:cNvPr id="10" name="Slide Number Placeholder 5"/>
          <p:cNvSpPr>
            <a:spLocks noGrp="1"/>
          </p:cNvSpPr>
          <p:nvPr userDrawn="1">
            <p:ph type="sldNum" sz="quarter" idx="4"/>
          </p:nvPr>
        </p:nvSpPr>
        <p:spPr>
          <a:xfrm>
            <a:off x="294490" y="6462574"/>
            <a:ext cx="448654" cy="260809"/>
          </a:xfrm>
          <a:prstGeom prst="rect">
            <a:avLst/>
          </a:prstGeom>
        </p:spPr>
        <p:txBody>
          <a:bodyPr vert="horz" wrap="square" lIns="91521" tIns="45761" rIns="91521" bIns="45761" rtlCol="0" anchor="b">
            <a:noAutofit/>
          </a:bodyPr>
          <a:lstStyle>
            <a:lvl1pPr>
              <a:defRPr lang="en-US" sz="1050" b="1" smtClean="0">
                <a:solidFill>
                  <a:schemeClr val="bg1"/>
                </a:solidFill>
              </a:defRPr>
            </a:lvl1pPr>
          </a:lstStyle>
          <a:p>
            <a:fld id="{B071A5F3-A4FF-4CEE-8215-C08835B585C1}" type="slidenum">
              <a:rPr lang="en-US" smtClean="0"/>
              <a:pPr/>
              <a:t>‹#›</a:t>
            </a:fld>
            <a:endParaRPr lang="en-US" dirty="0"/>
          </a:p>
        </p:txBody>
      </p:sp>
      <p:sp>
        <p:nvSpPr>
          <p:cNvPr id="9" name="Footer Placeholder 4"/>
          <p:cNvSpPr>
            <a:spLocks noGrp="1"/>
          </p:cNvSpPr>
          <p:nvPr userDrawn="1">
            <p:ph type="ftr" sz="quarter" idx="3"/>
          </p:nvPr>
        </p:nvSpPr>
        <p:spPr>
          <a:xfrm>
            <a:off x="743144" y="6472734"/>
            <a:ext cx="6540464" cy="240489"/>
          </a:xfrm>
          <a:prstGeom prst="rect">
            <a:avLst/>
          </a:prstGeom>
        </p:spPr>
        <p:txBody>
          <a:bodyPr vert="horz" wrap="square" lIns="91521" tIns="45761" rIns="91521" bIns="45761" rtlCol="0" anchor="b">
            <a:noAutofit/>
          </a:bodyPr>
          <a:lstStyle>
            <a:lvl1pPr>
              <a:defRPr lang="en-US" sz="800" smtClean="0">
                <a:solidFill>
                  <a:schemeClr val="bg1"/>
                </a:solidFill>
              </a:defRPr>
            </a:lvl1pPr>
          </a:lstStyle>
          <a:p>
            <a:r>
              <a:rPr lang="en-US"/>
              <a:t>© 2023 NetApp, Inc. All rights reserved.  — NETAPP CONFIDENTIAL — </a:t>
            </a:r>
            <a:endParaRPr lang="en-US" dirty="0"/>
          </a:p>
        </p:txBody>
      </p:sp>
      <p:sp>
        <p:nvSpPr>
          <p:cNvPr id="12" name="Rectangle 11">
            <a:extLst>
              <a:ext uri="{FF2B5EF4-FFF2-40B4-BE49-F238E27FC236}">
                <a16:creationId xmlns:a16="http://schemas.microsoft.com/office/drawing/2014/main" id="{98774014-DE33-433F-BEA1-FAC71ABE8C7A}"/>
              </a:ext>
            </a:extLst>
          </p:cNvPr>
          <p:cNvSpPr/>
          <p:nvPr userDrawn="1"/>
        </p:nvSpPr>
        <p:spPr>
          <a:xfrm>
            <a:off x="359" y="0"/>
            <a:ext cx="1381328" cy="1381328"/>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5216" rtl="0" eaLnBrk="1" latinLnBrk="0" hangingPunct="1">
              <a:defRPr sz="1900" kern="1200">
                <a:solidFill>
                  <a:schemeClr val="lt1"/>
                </a:solidFill>
                <a:latin typeface="+mn-lt"/>
                <a:ea typeface="+mn-ea"/>
                <a:cs typeface="+mn-cs"/>
              </a:defRPr>
            </a:lvl1pPr>
            <a:lvl2pPr marL="457608" algn="l" defTabSz="915216" rtl="0" eaLnBrk="1" latinLnBrk="0" hangingPunct="1">
              <a:defRPr sz="1900" kern="1200">
                <a:solidFill>
                  <a:schemeClr val="lt1"/>
                </a:solidFill>
                <a:latin typeface="+mn-lt"/>
                <a:ea typeface="+mn-ea"/>
                <a:cs typeface="+mn-cs"/>
              </a:defRPr>
            </a:lvl2pPr>
            <a:lvl3pPr marL="915216" algn="l" defTabSz="915216" rtl="0" eaLnBrk="1" latinLnBrk="0" hangingPunct="1">
              <a:defRPr sz="1900" kern="1200">
                <a:solidFill>
                  <a:schemeClr val="lt1"/>
                </a:solidFill>
                <a:latin typeface="+mn-lt"/>
                <a:ea typeface="+mn-ea"/>
                <a:cs typeface="+mn-cs"/>
              </a:defRPr>
            </a:lvl3pPr>
            <a:lvl4pPr marL="1372822" algn="l" defTabSz="915216" rtl="0" eaLnBrk="1" latinLnBrk="0" hangingPunct="1">
              <a:defRPr sz="1900" kern="1200">
                <a:solidFill>
                  <a:schemeClr val="lt1"/>
                </a:solidFill>
                <a:latin typeface="+mn-lt"/>
                <a:ea typeface="+mn-ea"/>
                <a:cs typeface="+mn-cs"/>
              </a:defRPr>
            </a:lvl4pPr>
            <a:lvl5pPr marL="1830430" algn="l" defTabSz="915216" rtl="0" eaLnBrk="1" latinLnBrk="0" hangingPunct="1">
              <a:defRPr sz="1900" kern="1200">
                <a:solidFill>
                  <a:schemeClr val="lt1"/>
                </a:solidFill>
                <a:latin typeface="+mn-lt"/>
                <a:ea typeface="+mn-ea"/>
                <a:cs typeface="+mn-cs"/>
              </a:defRPr>
            </a:lvl5pPr>
            <a:lvl6pPr marL="2288038" algn="l" defTabSz="915216" rtl="0" eaLnBrk="1" latinLnBrk="0" hangingPunct="1">
              <a:defRPr sz="1900" kern="1200">
                <a:solidFill>
                  <a:schemeClr val="lt1"/>
                </a:solidFill>
                <a:latin typeface="+mn-lt"/>
                <a:ea typeface="+mn-ea"/>
                <a:cs typeface="+mn-cs"/>
              </a:defRPr>
            </a:lvl6pPr>
            <a:lvl7pPr marL="2745646" algn="l" defTabSz="915216" rtl="0" eaLnBrk="1" latinLnBrk="0" hangingPunct="1">
              <a:defRPr sz="1900" kern="1200">
                <a:solidFill>
                  <a:schemeClr val="lt1"/>
                </a:solidFill>
                <a:latin typeface="+mn-lt"/>
                <a:ea typeface="+mn-ea"/>
                <a:cs typeface="+mn-cs"/>
              </a:defRPr>
            </a:lvl7pPr>
            <a:lvl8pPr marL="3203253" algn="l" defTabSz="915216" rtl="0" eaLnBrk="1" latinLnBrk="0" hangingPunct="1">
              <a:defRPr sz="1900" kern="1200">
                <a:solidFill>
                  <a:schemeClr val="lt1"/>
                </a:solidFill>
                <a:latin typeface="+mn-lt"/>
                <a:ea typeface="+mn-ea"/>
                <a:cs typeface="+mn-cs"/>
              </a:defRPr>
            </a:lvl8pPr>
            <a:lvl9pPr marL="3660861" algn="l" defTabSz="915216" rtl="0" eaLnBrk="1" latinLnBrk="0" hangingPunct="1">
              <a:defRPr sz="1900" kern="1200">
                <a:solidFill>
                  <a:schemeClr val="lt1"/>
                </a:solidFill>
                <a:latin typeface="+mn-lt"/>
                <a:ea typeface="+mn-ea"/>
                <a:cs typeface="+mn-cs"/>
              </a:defRPr>
            </a:lvl9pPr>
          </a:lstStyle>
          <a:p>
            <a:pPr algn="ctr">
              <a:lnSpc>
                <a:spcPct val="95000"/>
              </a:lnSpc>
            </a:pPr>
            <a:endParaRPr lang="en-US" sz="2000" dirty="0" err="1">
              <a:solidFill>
                <a:srgbClr val="FFFFFF"/>
              </a:solidFill>
            </a:endParaRPr>
          </a:p>
        </p:txBody>
      </p:sp>
      <p:sp>
        <p:nvSpPr>
          <p:cNvPr id="14" name="Freeform: Shape 13">
            <a:extLst>
              <a:ext uri="{FF2B5EF4-FFF2-40B4-BE49-F238E27FC236}">
                <a16:creationId xmlns:a16="http://schemas.microsoft.com/office/drawing/2014/main" id="{F1628E7E-D6BA-42CD-8A1E-2CD38D7F4A60}"/>
              </a:ext>
            </a:extLst>
          </p:cNvPr>
          <p:cNvSpPr>
            <a:spLocks noChangeAspect="1" noChangeArrowheads="1"/>
          </p:cNvSpPr>
          <p:nvPr userDrawn="1"/>
        </p:nvSpPr>
        <p:spPr bwMode="auto">
          <a:xfrm>
            <a:off x="10776007" y="6495019"/>
            <a:ext cx="1042416" cy="190644"/>
          </a:xfrm>
          <a:custGeom>
            <a:avLst/>
            <a:gdLst>
              <a:gd name="connsiteX0" fmla="*/ 3294826 w 3504841"/>
              <a:gd name="connsiteY0" fmla="*/ 214318 h 640991"/>
              <a:gd name="connsiteX1" fmla="*/ 3198090 w 3504841"/>
              <a:gd name="connsiteY1" fmla="*/ 323592 h 640991"/>
              <a:gd name="connsiteX2" fmla="*/ 3198090 w 3504841"/>
              <a:gd name="connsiteY2" fmla="*/ 324670 h 640991"/>
              <a:gd name="connsiteX3" fmla="*/ 3294826 w 3504841"/>
              <a:gd name="connsiteY3" fmla="*/ 434304 h 640991"/>
              <a:gd name="connsiteX4" fmla="*/ 3391922 w 3504841"/>
              <a:gd name="connsiteY4" fmla="*/ 324670 h 640991"/>
              <a:gd name="connsiteX5" fmla="*/ 3391922 w 3504841"/>
              <a:gd name="connsiteY5" fmla="*/ 323592 h 640991"/>
              <a:gd name="connsiteX6" fmla="*/ 3294826 w 3504841"/>
              <a:gd name="connsiteY6" fmla="*/ 214318 h 640991"/>
              <a:gd name="connsiteX7" fmla="*/ 2831785 w 3504841"/>
              <a:gd name="connsiteY7" fmla="*/ 214318 h 640991"/>
              <a:gd name="connsiteX8" fmla="*/ 2735408 w 3504841"/>
              <a:gd name="connsiteY8" fmla="*/ 323592 h 640991"/>
              <a:gd name="connsiteX9" fmla="*/ 2735408 w 3504841"/>
              <a:gd name="connsiteY9" fmla="*/ 324670 h 640991"/>
              <a:gd name="connsiteX10" fmla="*/ 2831785 w 3504841"/>
              <a:gd name="connsiteY10" fmla="*/ 434304 h 640991"/>
              <a:gd name="connsiteX11" fmla="*/ 2929240 w 3504841"/>
              <a:gd name="connsiteY11" fmla="*/ 324670 h 640991"/>
              <a:gd name="connsiteX12" fmla="*/ 2929240 w 3504841"/>
              <a:gd name="connsiteY12" fmla="*/ 323592 h 640991"/>
              <a:gd name="connsiteX13" fmla="*/ 2831785 w 3504841"/>
              <a:gd name="connsiteY13" fmla="*/ 214318 h 640991"/>
              <a:gd name="connsiteX14" fmla="*/ 1564332 w 3504841"/>
              <a:gd name="connsiteY14" fmla="*/ 209816 h 640991"/>
              <a:gd name="connsiteX15" fmla="*/ 1478061 w 3504841"/>
              <a:gd name="connsiteY15" fmla="*/ 293948 h 640991"/>
              <a:gd name="connsiteX16" fmla="*/ 1647368 w 3504841"/>
              <a:gd name="connsiteY16" fmla="*/ 293948 h 640991"/>
              <a:gd name="connsiteX17" fmla="*/ 1564332 w 3504841"/>
              <a:gd name="connsiteY17" fmla="*/ 209816 h 640991"/>
              <a:gd name="connsiteX18" fmla="*/ 2327603 w 3504841"/>
              <a:gd name="connsiteY18" fmla="*/ 137236 h 640991"/>
              <a:gd name="connsiteX19" fmla="*/ 2258507 w 3504841"/>
              <a:gd name="connsiteY19" fmla="*/ 305808 h 640991"/>
              <a:gd name="connsiteX20" fmla="*/ 2396699 w 3504841"/>
              <a:gd name="connsiteY20" fmla="*/ 305808 h 640991"/>
              <a:gd name="connsiteX21" fmla="*/ 1564332 w 3504841"/>
              <a:gd name="connsiteY21" fmla="*/ 120650 h 640991"/>
              <a:gd name="connsiteX22" fmla="*/ 1757004 w 3504841"/>
              <a:gd name="connsiteY22" fmla="*/ 335295 h 640991"/>
              <a:gd name="connsiteX23" fmla="*/ 1755925 w 3504841"/>
              <a:gd name="connsiteY23" fmla="*/ 364777 h 640991"/>
              <a:gd name="connsiteX24" fmla="*/ 1480218 w 3504841"/>
              <a:gd name="connsiteY24" fmla="*/ 364777 h 640991"/>
              <a:gd name="connsiteX25" fmla="*/ 1577273 w 3504841"/>
              <a:gd name="connsiteY25" fmla="*/ 442796 h 640991"/>
              <a:gd name="connsiteX26" fmla="*/ 1673968 w 3504841"/>
              <a:gd name="connsiteY26" fmla="*/ 402169 h 640991"/>
              <a:gd name="connsiteX27" fmla="*/ 1737593 w 3504841"/>
              <a:gd name="connsiteY27" fmla="*/ 458976 h 640991"/>
              <a:gd name="connsiteX28" fmla="*/ 1575475 w 3504841"/>
              <a:gd name="connsiteY28" fmla="*/ 533041 h 640991"/>
              <a:gd name="connsiteX29" fmla="*/ 1368425 w 3504841"/>
              <a:gd name="connsiteY29" fmla="*/ 327025 h 640991"/>
              <a:gd name="connsiteX30" fmla="*/ 1368425 w 3504841"/>
              <a:gd name="connsiteY30" fmla="*/ 326306 h 640991"/>
              <a:gd name="connsiteX31" fmla="*/ 1564332 w 3504841"/>
              <a:gd name="connsiteY31" fmla="*/ 120650 h 640991"/>
              <a:gd name="connsiteX32" fmla="*/ 3323955 w 3504841"/>
              <a:gd name="connsiteY32" fmla="*/ 119062 h 640991"/>
              <a:gd name="connsiteX33" fmla="*/ 3504841 w 3504841"/>
              <a:gd name="connsiteY33" fmla="*/ 323592 h 640991"/>
              <a:gd name="connsiteX34" fmla="*/ 3504841 w 3504841"/>
              <a:gd name="connsiteY34" fmla="*/ 324670 h 640991"/>
              <a:gd name="connsiteX35" fmla="*/ 3323955 w 3504841"/>
              <a:gd name="connsiteY35" fmla="*/ 529560 h 640991"/>
              <a:gd name="connsiteX36" fmla="*/ 3200247 w 3504841"/>
              <a:gd name="connsiteY36" fmla="*/ 470609 h 640991"/>
              <a:gd name="connsiteX37" fmla="*/ 3200247 w 3504841"/>
              <a:gd name="connsiteY37" fmla="*/ 640991 h 640991"/>
              <a:gd name="connsiteX38" fmla="*/ 3087688 w 3504841"/>
              <a:gd name="connsiteY38" fmla="*/ 640991 h 640991"/>
              <a:gd name="connsiteX39" fmla="*/ 3087688 w 3504841"/>
              <a:gd name="connsiteY39" fmla="*/ 126251 h 640991"/>
              <a:gd name="connsiteX40" fmla="*/ 3200247 w 3504841"/>
              <a:gd name="connsiteY40" fmla="*/ 126251 h 640991"/>
              <a:gd name="connsiteX41" fmla="*/ 3200247 w 3504841"/>
              <a:gd name="connsiteY41" fmla="*/ 183045 h 640991"/>
              <a:gd name="connsiteX42" fmla="*/ 3323955 w 3504841"/>
              <a:gd name="connsiteY42" fmla="*/ 119062 h 640991"/>
              <a:gd name="connsiteX43" fmla="*/ 2861992 w 3504841"/>
              <a:gd name="connsiteY43" fmla="*/ 119062 h 640991"/>
              <a:gd name="connsiteX44" fmla="*/ 3042879 w 3504841"/>
              <a:gd name="connsiteY44" fmla="*/ 323592 h 640991"/>
              <a:gd name="connsiteX45" fmla="*/ 3042879 w 3504841"/>
              <a:gd name="connsiteY45" fmla="*/ 324670 h 640991"/>
              <a:gd name="connsiteX46" fmla="*/ 2861992 w 3504841"/>
              <a:gd name="connsiteY46" fmla="*/ 529560 h 640991"/>
              <a:gd name="connsiteX47" fmla="*/ 2738285 w 3504841"/>
              <a:gd name="connsiteY47" fmla="*/ 470609 h 640991"/>
              <a:gd name="connsiteX48" fmla="*/ 2738285 w 3504841"/>
              <a:gd name="connsiteY48" fmla="*/ 640991 h 640991"/>
              <a:gd name="connsiteX49" fmla="*/ 2625725 w 3504841"/>
              <a:gd name="connsiteY49" fmla="*/ 640991 h 640991"/>
              <a:gd name="connsiteX50" fmla="*/ 2625725 w 3504841"/>
              <a:gd name="connsiteY50" fmla="*/ 126251 h 640991"/>
              <a:gd name="connsiteX51" fmla="*/ 2738285 w 3504841"/>
              <a:gd name="connsiteY51" fmla="*/ 126251 h 640991"/>
              <a:gd name="connsiteX52" fmla="*/ 2738285 w 3504841"/>
              <a:gd name="connsiteY52" fmla="*/ 183045 h 640991"/>
              <a:gd name="connsiteX53" fmla="*/ 2861992 w 3504841"/>
              <a:gd name="connsiteY53" fmla="*/ 119062 h 640991"/>
              <a:gd name="connsiteX54" fmla="*/ 1828929 w 3504841"/>
              <a:gd name="connsiteY54" fmla="*/ 25400 h 640991"/>
              <a:gd name="connsiteX55" fmla="*/ 1939876 w 3504841"/>
              <a:gd name="connsiteY55" fmla="*/ 25400 h 640991"/>
              <a:gd name="connsiteX56" fmla="*/ 1939876 w 3504841"/>
              <a:gd name="connsiteY56" fmla="*/ 127331 h 640991"/>
              <a:gd name="connsiteX57" fmla="*/ 2033229 w 3504841"/>
              <a:gd name="connsiteY57" fmla="*/ 127331 h 640991"/>
              <a:gd name="connsiteX58" fmla="*/ 2033229 w 3504841"/>
              <a:gd name="connsiteY58" fmla="*/ 223859 h 640991"/>
              <a:gd name="connsiteX59" fmla="*/ 1939876 w 3504841"/>
              <a:gd name="connsiteY59" fmla="*/ 223859 h 640991"/>
              <a:gd name="connsiteX60" fmla="*/ 1939876 w 3504841"/>
              <a:gd name="connsiteY60" fmla="*/ 393143 h 640991"/>
              <a:gd name="connsiteX61" fmla="*/ 1976499 w 3504841"/>
              <a:gd name="connsiteY61" fmla="*/ 431682 h 640991"/>
              <a:gd name="connsiteX62" fmla="*/ 2032152 w 3504841"/>
              <a:gd name="connsiteY62" fmla="*/ 417635 h 640991"/>
              <a:gd name="connsiteX63" fmla="*/ 2032152 w 3504841"/>
              <a:gd name="connsiteY63" fmla="*/ 508040 h 640991"/>
              <a:gd name="connsiteX64" fmla="*/ 1942748 w 3504841"/>
              <a:gd name="connsiteY64" fmla="*/ 531452 h 640991"/>
              <a:gd name="connsiteX65" fmla="*/ 1828929 w 3504841"/>
              <a:gd name="connsiteY65" fmla="*/ 411512 h 640991"/>
              <a:gd name="connsiteX66" fmla="*/ 1828929 w 3504841"/>
              <a:gd name="connsiteY66" fmla="*/ 223859 h 640991"/>
              <a:gd name="connsiteX67" fmla="*/ 1781175 w 3504841"/>
              <a:gd name="connsiteY67" fmla="*/ 223859 h 640991"/>
              <a:gd name="connsiteX68" fmla="*/ 1781175 w 3504841"/>
              <a:gd name="connsiteY68" fmla="*/ 127331 h 640991"/>
              <a:gd name="connsiteX69" fmla="*/ 1828929 w 3504841"/>
              <a:gd name="connsiteY69" fmla="*/ 127331 h 640991"/>
              <a:gd name="connsiteX70" fmla="*/ 852488 w 3504841"/>
              <a:gd name="connsiteY70" fmla="*/ 1587 h 640991"/>
              <a:gd name="connsiteX71" fmla="*/ 958347 w 3504841"/>
              <a:gd name="connsiteY71" fmla="*/ 1587 h 640991"/>
              <a:gd name="connsiteX72" fmla="*/ 1201030 w 3504841"/>
              <a:gd name="connsiteY72" fmla="*/ 324325 h 640991"/>
              <a:gd name="connsiteX73" fmla="*/ 1201030 w 3504841"/>
              <a:gd name="connsiteY73" fmla="*/ 1587 h 640991"/>
              <a:gd name="connsiteX74" fmla="*/ 1314090 w 3504841"/>
              <a:gd name="connsiteY74" fmla="*/ 1587 h 640991"/>
              <a:gd name="connsiteX75" fmla="*/ 1314090 w 3504841"/>
              <a:gd name="connsiteY75" fmla="*/ 523515 h 640991"/>
              <a:gd name="connsiteX76" fmla="*/ 1216513 w 3504841"/>
              <a:gd name="connsiteY76" fmla="*/ 523515 h 640991"/>
              <a:gd name="connsiteX77" fmla="*/ 965548 w 3504841"/>
              <a:gd name="connsiteY77" fmla="*/ 193573 h 640991"/>
              <a:gd name="connsiteX78" fmla="*/ 965548 w 3504841"/>
              <a:gd name="connsiteY78" fmla="*/ 523515 h 640991"/>
              <a:gd name="connsiteX79" fmla="*/ 852488 w 3504841"/>
              <a:gd name="connsiteY79" fmla="*/ 523515 h 640991"/>
              <a:gd name="connsiteX80" fmla="*/ 0 w 3504841"/>
              <a:gd name="connsiteY80" fmla="*/ 1587 h 640991"/>
              <a:gd name="connsiteX81" fmla="*/ 626703 w 3504841"/>
              <a:gd name="connsiteY81" fmla="*/ 1587 h 640991"/>
              <a:gd name="connsiteX82" fmla="*/ 626703 w 3504841"/>
              <a:gd name="connsiteY82" fmla="*/ 523515 h 640991"/>
              <a:gd name="connsiteX83" fmla="*/ 383005 w 3504841"/>
              <a:gd name="connsiteY83" fmla="*/ 523515 h 640991"/>
              <a:gd name="connsiteX84" fmla="*/ 383005 w 3504841"/>
              <a:gd name="connsiteY84" fmla="*/ 209782 h 640991"/>
              <a:gd name="connsiteX85" fmla="*/ 243698 w 3504841"/>
              <a:gd name="connsiteY85" fmla="*/ 209782 h 640991"/>
              <a:gd name="connsiteX86" fmla="*/ 243698 w 3504841"/>
              <a:gd name="connsiteY86" fmla="*/ 523515 h 640991"/>
              <a:gd name="connsiteX87" fmla="*/ 0 w 3504841"/>
              <a:gd name="connsiteY87" fmla="*/ 523515 h 640991"/>
              <a:gd name="connsiteX88" fmla="*/ 2277940 w 3504841"/>
              <a:gd name="connsiteY88" fmla="*/ 0 h 640991"/>
              <a:gd name="connsiteX89" fmla="*/ 2380505 w 3504841"/>
              <a:gd name="connsiteY89" fmla="*/ 0 h 640991"/>
              <a:gd name="connsiteX90" fmla="*/ 2596790 w 3504841"/>
              <a:gd name="connsiteY90" fmla="*/ 521927 h 640991"/>
              <a:gd name="connsiteX91" fmla="*/ 2478031 w 3504841"/>
              <a:gd name="connsiteY91" fmla="*/ 521927 h 640991"/>
              <a:gd name="connsiteX92" fmla="*/ 2430168 w 3504841"/>
              <a:gd name="connsiteY92" fmla="*/ 405223 h 640991"/>
              <a:gd name="connsiteX93" fmla="*/ 2223959 w 3504841"/>
              <a:gd name="connsiteY93" fmla="*/ 405223 h 640991"/>
              <a:gd name="connsiteX94" fmla="*/ 2176095 w 3504841"/>
              <a:gd name="connsiteY94" fmla="*/ 521927 h 640991"/>
              <a:gd name="connsiteX95" fmla="*/ 2060575 w 3504841"/>
              <a:gd name="connsiteY95" fmla="*/ 521927 h 64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3504841" h="640991">
                <a:moveTo>
                  <a:pt x="3294826" y="214318"/>
                </a:moveTo>
                <a:cubicBezTo>
                  <a:pt x="3242322" y="214318"/>
                  <a:pt x="3198090" y="258171"/>
                  <a:pt x="3198090" y="323592"/>
                </a:cubicBezTo>
                <a:lnTo>
                  <a:pt x="3198090" y="324670"/>
                </a:lnTo>
                <a:cubicBezTo>
                  <a:pt x="3198090" y="390451"/>
                  <a:pt x="3242322" y="434304"/>
                  <a:pt x="3294826" y="434304"/>
                </a:cubicBezTo>
                <a:cubicBezTo>
                  <a:pt x="3347689" y="434304"/>
                  <a:pt x="3391922" y="391529"/>
                  <a:pt x="3391922" y="324670"/>
                </a:cubicBezTo>
                <a:lnTo>
                  <a:pt x="3391922" y="323592"/>
                </a:lnTo>
                <a:cubicBezTo>
                  <a:pt x="3391922" y="258171"/>
                  <a:pt x="3347689" y="214318"/>
                  <a:pt x="3294826" y="214318"/>
                </a:cubicBezTo>
                <a:close/>
                <a:moveTo>
                  <a:pt x="2831785" y="214318"/>
                </a:moveTo>
                <a:cubicBezTo>
                  <a:pt x="2778921" y="214318"/>
                  <a:pt x="2735408" y="258171"/>
                  <a:pt x="2735408" y="323592"/>
                </a:cubicBezTo>
                <a:lnTo>
                  <a:pt x="2735408" y="324670"/>
                </a:lnTo>
                <a:cubicBezTo>
                  <a:pt x="2735408" y="390451"/>
                  <a:pt x="2778921" y="434304"/>
                  <a:pt x="2831785" y="434304"/>
                </a:cubicBezTo>
                <a:cubicBezTo>
                  <a:pt x="2885367" y="434304"/>
                  <a:pt x="2929240" y="391529"/>
                  <a:pt x="2929240" y="324670"/>
                </a:cubicBezTo>
                <a:lnTo>
                  <a:pt x="2929240" y="323592"/>
                </a:lnTo>
                <a:cubicBezTo>
                  <a:pt x="2929240" y="258171"/>
                  <a:pt x="2884288" y="214318"/>
                  <a:pt x="2831785" y="214318"/>
                </a:cubicBezTo>
                <a:close/>
                <a:moveTo>
                  <a:pt x="1564332" y="209816"/>
                </a:moveTo>
                <a:cubicBezTo>
                  <a:pt x="1517602" y="209816"/>
                  <a:pt x="1487048" y="243253"/>
                  <a:pt x="1478061" y="293948"/>
                </a:cubicBezTo>
                <a:lnTo>
                  <a:pt x="1647368" y="293948"/>
                </a:lnTo>
                <a:cubicBezTo>
                  <a:pt x="1640179" y="243253"/>
                  <a:pt x="1611062" y="209816"/>
                  <a:pt x="1564332" y="209816"/>
                </a:cubicBezTo>
                <a:close/>
                <a:moveTo>
                  <a:pt x="2327603" y="137236"/>
                </a:moveTo>
                <a:lnTo>
                  <a:pt x="2258507" y="305808"/>
                </a:lnTo>
                <a:lnTo>
                  <a:pt x="2396699" y="305808"/>
                </a:lnTo>
                <a:close/>
                <a:moveTo>
                  <a:pt x="1564332" y="120650"/>
                </a:moveTo>
                <a:cubicBezTo>
                  <a:pt x="1696974" y="120650"/>
                  <a:pt x="1757004" y="223119"/>
                  <a:pt x="1757004" y="335295"/>
                </a:cubicBezTo>
                <a:cubicBezTo>
                  <a:pt x="1757004" y="344283"/>
                  <a:pt x="1755925" y="354710"/>
                  <a:pt x="1755925" y="364777"/>
                </a:cubicBezTo>
                <a:lnTo>
                  <a:pt x="1480218" y="364777"/>
                </a:lnTo>
                <a:cubicBezTo>
                  <a:pt x="1491361" y="415472"/>
                  <a:pt x="1526589" y="442796"/>
                  <a:pt x="1577273" y="442796"/>
                </a:cubicBezTo>
                <a:cubicBezTo>
                  <a:pt x="1615016" y="442796"/>
                  <a:pt x="1642335" y="430572"/>
                  <a:pt x="1673968" y="402169"/>
                </a:cubicBezTo>
                <a:lnTo>
                  <a:pt x="1737593" y="458976"/>
                </a:lnTo>
                <a:cubicBezTo>
                  <a:pt x="1701287" y="504637"/>
                  <a:pt x="1647368" y="533041"/>
                  <a:pt x="1575475" y="533041"/>
                </a:cubicBezTo>
                <a:cubicBezTo>
                  <a:pt x="1455775" y="531962"/>
                  <a:pt x="1368425" y="447830"/>
                  <a:pt x="1368425" y="327025"/>
                </a:cubicBezTo>
                <a:lnTo>
                  <a:pt x="1368425" y="326306"/>
                </a:lnTo>
                <a:cubicBezTo>
                  <a:pt x="1368425" y="213051"/>
                  <a:pt x="1449664" y="120650"/>
                  <a:pt x="1564332" y="120650"/>
                </a:cubicBezTo>
                <a:close/>
                <a:moveTo>
                  <a:pt x="3323955" y="119062"/>
                </a:moveTo>
                <a:cubicBezTo>
                  <a:pt x="3416376" y="119062"/>
                  <a:pt x="3504841" y="190953"/>
                  <a:pt x="3504841" y="323592"/>
                </a:cubicBezTo>
                <a:lnTo>
                  <a:pt x="3504841" y="324670"/>
                </a:lnTo>
                <a:cubicBezTo>
                  <a:pt x="3504841" y="457309"/>
                  <a:pt x="3418533" y="529560"/>
                  <a:pt x="3323955" y="529560"/>
                </a:cubicBezTo>
                <a:cubicBezTo>
                  <a:pt x="3264259" y="529560"/>
                  <a:pt x="3226499" y="502241"/>
                  <a:pt x="3200247" y="470609"/>
                </a:cubicBezTo>
                <a:lnTo>
                  <a:pt x="3200247" y="640991"/>
                </a:lnTo>
                <a:lnTo>
                  <a:pt x="3087688" y="640991"/>
                </a:lnTo>
                <a:lnTo>
                  <a:pt x="3087688" y="126251"/>
                </a:lnTo>
                <a:lnTo>
                  <a:pt x="3200247" y="126251"/>
                </a:lnTo>
                <a:lnTo>
                  <a:pt x="3200247" y="183045"/>
                </a:lnTo>
                <a:cubicBezTo>
                  <a:pt x="3227578" y="146381"/>
                  <a:pt x="3265338" y="119062"/>
                  <a:pt x="3323955" y="119062"/>
                </a:cubicBezTo>
                <a:close/>
                <a:moveTo>
                  <a:pt x="2861992" y="119062"/>
                </a:moveTo>
                <a:cubicBezTo>
                  <a:pt x="2954413" y="119062"/>
                  <a:pt x="3042879" y="190953"/>
                  <a:pt x="3042879" y="323592"/>
                </a:cubicBezTo>
                <a:lnTo>
                  <a:pt x="3042879" y="324670"/>
                </a:lnTo>
                <a:cubicBezTo>
                  <a:pt x="3042879" y="457309"/>
                  <a:pt x="2956571" y="529560"/>
                  <a:pt x="2861992" y="529560"/>
                </a:cubicBezTo>
                <a:cubicBezTo>
                  <a:pt x="2802296" y="529560"/>
                  <a:pt x="2764537" y="502241"/>
                  <a:pt x="2738285" y="470609"/>
                </a:cubicBezTo>
                <a:lnTo>
                  <a:pt x="2738285" y="640991"/>
                </a:lnTo>
                <a:lnTo>
                  <a:pt x="2625725" y="640991"/>
                </a:lnTo>
                <a:lnTo>
                  <a:pt x="2625725" y="126251"/>
                </a:lnTo>
                <a:lnTo>
                  <a:pt x="2738285" y="126251"/>
                </a:lnTo>
                <a:lnTo>
                  <a:pt x="2738285" y="183045"/>
                </a:lnTo>
                <a:cubicBezTo>
                  <a:pt x="2765615" y="146381"/>
                  <a:pt x="2803375" y="119062"/>
                  <a:pt x="2861992" y="119062"/>
                </a:cubicBezTo>
                <a:close/>
                <a:moveTo>
                  <a:pt x="1828929" y="25400"/>
                </a:moveTo>
                <a:lnTo>
                  <a:pt x="1939876" y="25400"/>
                </a:lnTo>
                <a:lnTo>
                  <a:pt x="1939876" y="127331"/>
                </a:lnTo>
                <a:lnTo>
                  <a:pt x="2033229" y="127331"/>
                </a:lnTo>
                <a:lnTo>
                  <a:pt x="2033229" y="223859"/>
                </a:lnTo>
                <a:lnTo>
                  <a:pt x="1939876" y="223859"/>
                </a:lnTo>
                <a:lnTo>
                  <a:pt x="1939876" y="393143"/>
                </a:lnTo>
                <a:cubicBezTo>
                  <a:pt x="1939876" y="419436"/>
                  <a:pt x="1951006" y="431682"/>
                  <a:pt x="1976499" y="431682"/>
                </a:cubicBezTo>
                <a:cubicBezTo>
                  <a:pt x="1996606" y="431682"/>
                  <a:pt x="2015995" y="426640"/>
                  <a:pt x="2032152" y="417635"/>
                </a:cubicBezTo>
                <a:lnTo>
                  <a:pt x="2032152" y="508040"/>
                </a:lnTo>
                <a:cubicBezTo>
                  <a:pt x="2008814" y="522087"/>
                  <a:pt x="1981526" y="531452"/>
                  <a:pt x="1942748" y="531452"/>
                </a:cubicBezTo>
                <a:cubicBezTo>
                  <a:pt x="1874888" y="530371"/>
                  <a:pt x="1828929" y="502998"/>
                  <a:pt x="1828929" y="411512"/>
                </a:cubicBezTo>
                <a:lnTo>
                  <a:pt x="1828929" y="223859"/>
                </a:lnTo>
                <a:lnTo>
                  <a:pt x="1781175" y="223859"/>
                </a:lnTo>
                <a:lnTo>
                  <a:pt x="1781175" y="127331"/>
                </a:lnTo>
                <a:lnTo>
                  <a:pt x="1828929" y="127331"/>
                </a:lnTo>
                <a:close/>
                <a:moveTo>
                  <a:pt x="852488" y="1587"/>
                </a:moveTo>
                <a:lnTo>
                  <a:pt x="958347" y="1587"/>
                </a:lnTo>
                <a:lnTo>
                  <a:pt x="1201030" y="324325"/>
                </a:lnTo>
                <a:lnTo>
                  <a:pt x="1201030" y="1587"/>
                </a:lnTo>
                <a:lnTo>
                  <a:pt x="1314090" y="1587"/>
                </a:lnTo>
                <a:lnTo>
                  <a:pt x="1314090" y="523515"/>
                </a:lnTo>
                <a:lnTo>
                  <a:pt x="1216513" y="523515"/>
                </a:lnTo>
                <a:lnTo>
                  <a:pt x="965548" y="193573"/>
                </a:lnTo>
                <a:lnTo>
                  <a:pt x="965548" y="523515"/>
                </a:lnTo>
                <a:lnTo>
                  <a:pt x="852488" y="523515"/>
                </a:lnTo>
                <a:close/>
                <a:moveTo>
                  <a:pt x="0" y="1587"/>
                </a:moveTo>
                <a:lnTo>
                  <a:pt x="626703" y="1587"/>
                </a:lnTo>
                <a:lnTo>
                  <a:pt x="626703" y="523515"/>
                </a:lnTo>
                <a:lnTo>
                  <a:pt x="383005" y="523515"/>
                </a:lnTo>
                <a:lnTo>
                  <a:pt x="383005" y="209782"/>
                </a:lnTo>
                <a:lnTo>
                  <a:pt x="243698" y="209782"/>
                </a:lnTo>
                <a:lnTo>
                  <a:pt x="243698" y="523515"/>
                </a:lnTo>
                <a:lnTo>
                  <a:pt x="0" y="523515"/>
                </a:lnTo>
                <a:close/>
                <a:moveTo>
                  <a:pt x="2277940" y="0"/>
                </a:moveTo>
                <a:lnTo>
                  <a:pt x="2380505" y="0"/>
                </a:lnTo>
                <a:lnTo>
                  <a:pt x="2596790" y="521927"/>
                </a:lnTo>
                <a:lnTo>
                  <a:pt x="2478031" y="521927"/>
                </a:lnTo>
                <a:lnTo>
                  <a:pt x="2430168" y="405223"/>
                </a:lnTo>
                <a:lnTo>
                  <a:pt x="2223959" y="405223"/>
                </a:lnTo>
                <a:lnTo>
                  <a:pt x="2176095" y="521927"/>
                </a:lnTo>
                <a:lnTo>
                  <a:pt x="2060575" y="521927"/>
                </a:lnTo>
                <a:close/>
              </a:path>
            </a:pathLst>
          </a:custGeom>
          <a:solidFill>
            <a:schemeClr val="bg1"/>
          </a:solidFill>
          <a:ln>
            <a:noFill/>
          </a:ln>
          <a:effectLst/>
        </p:spPr>
        <p:txBody>
          <a:bodyPr wrap="square" anchor="ctr">
            <a:noAutofit/>
          </a:bodyPr>
          <a:lstStyle/>
          <a:p>
            <a:endParaRPr lang="en-US"/>
          </a:p>
        </p:txBody>
      </p:sp>
    </p:spTree>
    <p:extLst>
      <p:ext uri="{BB962C8B-B14F-4D97-AF65-F5344CB8AC3E}">
        <p14:creationId xmlns:p14="http://schemas.microsoft.com/office/powerpoint/2010/main" val="2139714808"/>
      </p:ext>
    </p:extLst>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263032" y="240330"/>
            <a:ext cx="10179088" cy="904795"/>
          </a:xfrm>
        </p:spPr>
        <p:txBody>
          <a:bodyPr wrap="square" lIns="91521">
            <a:noAutofit/>
          </a:bodyPr>
          <a:lstStyle>
            <a:lvl1pPr>
              <a:defRPr/>
            </a:lvl1pPr>
          </a:lstStyle>
          <a:p>
            <a:r>
              <a:rPr lang="en-US" dirty="0"/>
              <a:t>Click to Edit Master Title Style</a:t>
            </a:r>
          </a:p>
        </p:txBody>
      </p:sp>
      <p:sp>
        <p:nvSpPr>
          <p:cNvPr id="41" name="Text Placeholder 2"/>
          <p:cNvSpPr>
            <a:spLocks noGrp="1"/>
          </p:cNvSpPr>
          <p:nvPr>
            <p:ph type="body" idx="10" hasCustomPrompt="1"/>
          </p:nvPr>
        </p:nvSpPr>
        <p:spPr bwMode="gray">
          <a:xfrm>
            <a:off x="263032" y="1106419"/>
            <a:ext cx="10179088" cy="400109"/>
          </a:xfrm>
        </p:spPr>
        <p:txBody>
          <a:bodyPr lIns="91521" tIns="45761" rIns="91521" bIns="45761" anchor="t">
            <a:noAutofit/>
          </a:bodyPr>
          <a:lstStyle>
            <a:lvl1pPr marL="0" indent="0">
              <a:spcBef>
                <a:spcPts val="0"/>
              </a:spcBef>
              <a:spcAft>
                <a:spcPts val="0"/>
              </a:spcAft>
              <a:buNone/>
              <a:defRPr sz="1800" b="0">
                <a:solidFill>
                  <a:schemeClr val="accent2"/>
                </a:solidFill>
              </a:defRPr>
            </a:lvl1pPr>
            <a:lvl2pPr marL="457608" indent="0">
              <a:buNone/>
              <a:defRPr sz="2000" b="1"/>
            </a:lvl2pPr>
            <a:lvl3pPr marL="915216" indent="0">
              <a:buNone/>
              <a:defRPr sz="1900" b="1"/>
            </a:lvl3pPr>
            <a:lvl4pPr marL="1372822" indent="0">
              <a:buNone/>
              <a:defRPr sz="1600" b="1"/>
            </a:lvl4pPr>
            <a:lvl5pPr marL="1830430" indent="0">
              <a:buNone/>
              <a:defRPr sz="1600" b="1"/>
            </a:lvl5pPr>
            <a:lvl6pPr marL="2288038" indent="0">
              <a:buNone/>
              <a:defRPr sz="1600" b="1"/>
            </a:lvl6pPr>
            <a:lvl7pPr marL="2745646" indent="0">
              <a:buNone/>
              <a:defRPr sz="1600" b="1"/>
            </a:lvl7pPr>
            <a:lvl8pPr marL="3203253" indent="0">
              <a:buNone/>
              <a:defRPr sz="1600" b="1"/>
            </a:lvl8pPr>
            <a:lvl9pPr marL="3660861" indent="0">
              <a:buNone/>
              <a:defRPr sz="1600" b="1"/>
            </a:lvl9pPr>
          </a:lstStyle>
          <a:p>
            <a:pPr lvl="0"/>
            <a:r>
              <a:rPr lang="en-US" dirty="0"/>
              <a:t>Click to edit master text styles</a:t>
            </a:r>
          </a:p>
        </p:txBody>
      </p:sp>
      <p:sp>
        <p:nvSpPr>
          <p:cNvPr id="12" name="Slide Number Placeholder 5"/>
          <p:cNvSpPr>
            <a:spLocks noGrp="1"/>
          </p:cNvSpPr>
          <p:nvPr>
            <p:ph type="sldNum" sz="quarter" idx="4"/>
          </p:nvPr>
        </p:nvSpPr>
        <p:spPr>
          <a:xfrm>
            <a:off x="294490" y="6462574"/>
            <a:ext cx="448654" cy="260809"/>
          </a:xfrm>
          <a:prstGeom prst="rect">
            <a:avLst/>
          </a:prstGeom>
        </p:spPr>
        <p:txBody>
          <a:bodyPr vert="horz" wrap="square" lIns="91521" tIns="45761" rIns="91521" bIns="45761" rtlCol="0" anchor="b">
            <a:noAutofit/>
          </a:bodyPr>
          <a:lstStyle>
            <a:lvl1pPr>
              <a:defRPr lang="en-US" sz="1050" b="1" smtClean="0">
                <a:solidFill>
                  <a:schemeClr val="bg1"/>
                </a:solidFill>
              </a:defRPr>
            </a:lvl1pPr>
          </a:lstStyle>
          <a:p>
            <a:fld id="{B071A5F3-A4FF-4CEE-8215-C08835B585C1}" type="slidenum">
              <a:rPr lang="en-US" smtClean="0"/>
              <a:pPr/>
              <a:t>‹#›</a:t>
            </a:fld>
            <a:endParaRPr lang="en-US" dirty="0"/>
          </a:p>
        </p:txBody>
      </p:sp>
      <p:sp>
        <p:nvSpPr>
          <p:cNvPr id="10" name="Footer Placeholder 4"/>
          <p:cNvSpPr>
            <a:spLocks noGrp="1"/>
          </p:cNvSpPr>
          <p:nvPr>
            <p:ph type="ftr" sz="quarter" idx="3"/>
          </p:nvPr>
        </p:nvSpPr>
        <p:spPr>
          <a:xfrm>
            <a:off x="743144" y="6472734"/>
            <a:ext cx="6540464" cy="240489"/>
          </a:xfrm>
          <a:prstGeom prst="rect">
            <a:avLst/>
          </a:prstGeom>
        </p:spPr>
        <p:txBody>
          <a:bodyPr vert="horz" wrap="square" lIns="91521" tIns="45761" rIns="91521" bIns="45761" rtlCol="0" anchor="b">
            <a:noAutofit/>
          </a:bodyPr>
          <a:lstStyle>
            <a:lvl1pPr>
              <a:defRPr lang="en-US" sz="800" smtClean="0">
                <a:solidFill>
                  <a:schemeClr val="bg1"/>
                </a:solidFill>
              </a:defRPr>
            </a:lvl1pPr>
          </a:lstStyle>
          <a:p>
            <a:r>
              <a:rPr lang="en-US"/>
              <a:t>© 2023 NetApp, Inc. All rights reserved.  — NETAPP CONFIDENTIAL — </a:t>
            </a:r>
            <a:endParaRPr lang="en-US" dirty="0"/>
          </a:p>
        </p:txBody>
      </p:sp>
      <p:sp>
        <p:nvSpPr>
          <p:cNvPr id="11" name="Picture Placeholder 10"/>
          <p:cNvSpPr>
            <a:spLocks noGrp="1"/>
          </p:cNvSpPr>
          <p:nvPr>
            <p:ph type="pic" sz="quarter" idx="22" hasCustomPrompt="1"/>
          </p:nvPr>
        </p:nvSpPr>
        <p:spPr>
          <a:xfrm>
            <a:off x="10594000" y="240331"/>
            <a:ext cx="1330669" cy="1266197"/>
          </a:xfrm>
        </p:spPr>
        <p:txBody>
          <a:bodyPr wrap="square" lIns="91521" tIns="45761" rIns="91521" bIns="45761">
            <a:noAutofit/>
          </a:bodyPr>
          <a:lstStyle>
            <a:lvl1pPr marL="0" indent="0" algn="ctr">
              <a:lnSpc>
                <a:spcPct val="85000"/>
              </a:lnSpc>
              <a:buFontTx/>
              <a:buNone/>
              <a:defRPr sz="1100" baseline="0">
                <a:solidFill>
                  <a:schemeClr val="bg1"/>
                </a:solidFill>
              </a:defRPr>
            </a:lvl1pPr>
          </a:lstStyle>
          <a:p>
            <a:r>
              <a:rPr lang="en-US" dirty="0"/>
              <a:t>CLICK TO INSERT LOGO, OR USE PLACEHOLDER TO ALIGN LOGO.</a:t>
            </a:r>
          </a:p>
        </p:txBody>
      </p:sp>
      <p:sp>
        <p:nvSpPr>
          <p:cNvPr id="14" name="Content Placeholder 3"/>
          <p:cNvSpPr>
            <a:spLocks noGrp="1"/>
          </p:cNvSpPr>
          <p:nvPr>
            <p:ph sz="quarter" idx="14" hasCustomPrompt="1"/>
          </p:nvPr>
        </p:nvSpPr>
        <p:spPr>
          <a:xfrm>
            <a:off x="263031" y="1733552"/>
            <a:ext cx="5720108" cy="4479925"/>
          </a:xfrm>
        </p:spPr>
        <p:txBody>
          <a:bodyPr wrap="square" lIns="91521" tIns="45761" rIns="91521" bIns="45761">
            <a:noAutofit/>
          </a:bodyPr>
          <a:lstStyle>
            <a:lvl1pPr marL="0" indent="0">
              <a:buFont typeface="Arial" panose="020B0604020202020204" pitchFamily="34" charset="0"/>
              <a:buChar char="​"/>
              <a:defRPr>
                <a:solidFill>
                  <a:schemeClr val="bg1"/>
                </a:solidFill>
              </a:defRPr>
            </a:lvl1pPr>
            <a:lvl2pPr marL="170014" indent="-170014">
              <a:buClr>
                <a:schemeClr val="accent2"/>
              </a:buClr>
              <a:buFont typeface="Wingdings" panose="05000000000000000000" pitchFamily="2" charset="2"/>
              <a:buChar char="§"/>
              <a:defRPr/>
            </a:lvl2pPr>
            <a:lvl3pPr marL="346383" indent="-176370">
              <a:buClr>
                <a:schemeClr val="accent2"/>
              </a:buClr>
              <a:buFont typeface="Wingdings" panose="05000000000000000000" pitchFamily="2" charset="2"/>
              <a:buChar char="§"/>
              <a:defRPr/>
            </a:lvl3pPr>
            <a:lvl4pPr marL="575187" indent="-228804">
              <a:buClr>
                <a:schemeClr val="accent2"/>
              </a:buClr>
              <a:buFont typeface="Wingdings" panose="05000000000000000000" pitchFamily="2" charset="2"/>
              <a:buChar char="§"/>
              <a:defRPr/>
            </a:lvl4pPr>
            <a:lvl5pPr marL="803991" indent="-228804">
              <a:buClr>
                <a:schemeClr val="accent2"/>
              </a:buClr>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p:cNvSpPr>
            <a:spLocks noGrp="1"/>
          </p:cNvSpPr>
          <p:nvPr>
            <p:ph type="pic" sz="quarter" idx="24" hasCustomPrompt="1"/>
          </p:nvPr>
        </p:nvSpPr>
        <p:spPr>
          <a:xfrm>
            <a:off x="6208181" y="1733551"/>
            <a:ext cx="5771367" cy="4480560"/>
          </a:xfrm>
        </p:spPr>
        <p:txBody>
          <a:bodyPr/>
          <a:lstStyle>
            <a:lvl1pPr marL="0" indent="0">
              <a:buNone/>
              <a:defRPr/>
            </a:lvl1pPr>
          </a:lstStyle>
          <a:p>
            <a:r>
              <a:rPr lang="en-US" dirty="0"/>
              <a:t>Click to add photo</a:t>
            </a:r>
          </a:p>
        </p:txBody>
      </p:sp>
      <p:sp>
        <p:nvSpPr>
          <p:cNvPr id="15" name="Freeform: Shape 14">
            <a:extLst>
              <a:ext uri="{FF2B5EF4-FFF2-40B4-BE49-F238E27FC236}">
                <a16:creationId xmlns:a16="http://schemas.microsoft.com/office/drawing/2014/main" id="{87725FC2-3E48-470E-91D3-27F1D7113524}"/>
              </a:ext>
            </a:extLst>
          </p:cNvPr>
          <p:cNvSpPr>
            <a:spLocks noChangeAspect="1" noChangeArrowheads="1"/>
          </p:cNvSpPr>
          <p:nvPr userDrawn="1"/>
        </p:nvSpPr>
        <p:spPr bwMode="auto">
          <a:xfrm>
            <a:off x="10776007" y="6495019"/>
            <a:ext cx="1042416" cy="190644"/>
          </a:xfrm>
          <a:custGeom>
            <a:avLst/>
            <a:gdLst>
              <a:gd name="connsiteX0" fmla="*/ 3294826 w 3504841"/>
              <a:gd name="connsiteY0" fmla="*/ 214318 h 640991"/>
              <a:gd name="connsiteX1" fmla="*/ 3198090 w 3504841"/>
              <a:gd name="connsiteY1" fmla="*/ 323592 h 640991"/>
              <a:gd name="connsiteX2" fmla="*/ 3198090 w 3504841"/>
              <a:gd name="connsiteY2" fmla="*/ 324670 h 640991"/>
              <a:gd name="connsiteX3" fmla="*/ 3294826 w 3504841"/>
              <a:gd name="connsiteY3" fmla="*/ 434304 h 640991"/>
              <a:gd name="connsiteX4" fmla="*/ 3391922 w 3504841"/>
              <a:gd name="connsiteY4" fmla="*/ 324670 h 640991"/>
              <a:gd name="connsiteX5" fmla="*/ 3391922 w 3504841"/>
              <a:gd name="connsiteY5" fmla="*/ 323592 h 640991"/>
              <a:gd name="connsiteX6" fmla="*/ 3294826 w 3504841"/>
              <a:gd name="connsiteY6" fmla="*/ 214318 h 640991"/>
              <a:gd name="connsiteX7" fmla="*/ 2831785 w 3504841"/>
              <a:gd name="connsiteY7" fmla="*/ 214318 h 640991"/>
              <a:gd name="connsiteX8" fmla="*/ 2735408 w 3504841"/>
              <a:gd name="connsiteY8" fmla="*/ 323592 h 640991"/>
              <a:gd name="connsiteX9" fmla="*/ 2735408 w 3504841"/>
              <a:gd name="connsiteY9" fmla="*/ 324670 h 640991"/>
              <a:gd name="connsiteX10" fmla="*/ 2831785 w 3504841"/>
              <a:gd name="connsiteY10" fmla="*/ 434304 h 640991"/>
              <a:gd name="connsiteX11" fmla="*/ 2929240 w 3504841"/>
              <a:gd name="connsiteY11" fmla="*/ 324670 h 640991"/>
              <a:gd name="connsiteX12" fmla="*/ 2929240 w 3504841"/>
              <a:gd name="connsiteY12" fmla="*/ 323592 h 640991"/>
              <a:gd name="connsiteX13" fmla="*/ 2831785 w 3504841"/>
              <a:gd name="connsiteY13" fmla="*/ 214318 h 640991"/>
              <a:gd name="connsiteX14" fmla="*/ 1564332 w 3504841"/>
              <a:gd name="connsiteY14" fmla="*/ 209816 h 640991"/>
              <a:gd name="connsiteX15" fmla="*/ 1478061 w 3504841"/>
              <a:gd name="connsiteY15" fmla="*/ 293948 h 640991"/>
              <a:gd name="connsiteX16" fmla="*/ 1647368 w 3504841"/>
              <a:gd name="connsiteY16" fmla="*/ 293948 h 640991"/>
              <a:gd name="connsiteX17" fmla="*/ 1564332 w 3504841"/>
              <a:gd name="connsiteY17" fmla="*/ 209816 h 640991"/>
              <a:gd name="connsiteX18" fmla="*/ 2327603 w 3504841"/>
              <a:gd name="connsiteY18" fmla="*/ 137236 h 640991"/>
              <a:gd name="connsiteX19" fmla="*/ 2258507 w 3504841"/>
              <a:gd name="connsiteY19" fmla="*/ 305808 h 640991"/>
              <a:gd name="connsiteX20" fmla="*/ 2396699 w 3504841"/>
              <a:gd name="connsiteY20" fmla="*/ 305808 h 640991"/>
              <a:gd name="connsiteX21" fmla="*/ 1564332 w 3504841"/>
              <a:gd name="connsiteY21" fmla="*/ 120650 h 640991"/>
              <a:gd name="connsiteX22" fmla="*/ 1757004 w 3504841"/>
              <a:gd name="connsiteY22" fmla="*/ 335295 h 640991"/>
              <a:gd name="connsiteX23" fmla="*/ 1755925 w 3504841"/>
              <a:gd name="connsiteY23" fmla="*/ 364777 h 640991"/>
              <a:gd name="connsiteX24" fmla="*/ 1480218 w 3504841"/>
              <a:gd name="connsiteY24" fmla="*/ 364777 h 640991"/>
              <a:gd name="connsiteX25" fmla="*/ 1577273 w 3504841"/>
              <a:gd name="connsiteY25" fmla="*/ 442796 h 640991"/>
              <a:gd name="connsiteX26" fmla="*/ 1673968 w 3504841"/>
              <a:gd name="connsiteY26" fmla="*/ 402169 h 640991"/>
              <a:gd name="connsiteX27" fmla="*/ 1737593 w 3504841"/>
              <a:gd name="connsiteY27" fmla="*/ 458976 h 640991"/>
              <a:gd name="connsiteX28" fmla="*/ 1575475 w 3504841"/>
              <a:gd name="connsiteY28" fmla="*/ 533041 h 640991"/>
              <a:gd name="connsiteX29" fmla="*/ 1368425 w 3504841"/>
              <a:gd name="connsiteY29" fmla="*/ 327025 h 640991"/>
              <a:gd name="connsiteX30" fmla="*/ 1368425 w 3504841"/>
              <a:gd name="connsiteY30" fmla="*/ 326306 h 640991"/>
              <a:gd name="connsiteX31" fmla="*/ 1564332 w 3504841"/>
              <a:gd name="connsiteY31" fmla="*/ 120650 h 640991"/>
              <a:gd name="connsiteX32" fmla="*/ 3323955 w 3504841"/>
              <a:gd name="connsiteY32" fmla="*/ 119062 h 640991"/>
              <a:gd name="connsiteX33" fmla="*/ 3504841 w 3504841"/>
              <a:gd name="connsiteY33" fmla="*/ 323592 h 640991"/>
              <a:gd name="connsiteX34" fmla="*/ 3504841 w 3504841"/>
              <a:gd name="connsiteY34" fmla="*/ 324670 h 640991"/>
              <a:gd name="connsiteX35" fmla="*/ 3323955 w 3504841"/>
              <a:gd name="connsiteY35" fmla="*/ 529560 h 640991"/>
              <a:gd name="connsiteX36" fmla="*/ 3200247 w 3504841"/>
              <a:gd name="connsiteY36" fmla="*/ 470609 h 640991"/>
              <a:gd name="connsiteX37" fmla="*/ 3200247 w 3504841"/>
              <a:gd name="connsiteY37" fmla="*/ 640991 h 640991"/>
              <a:gd name="connsiteX38" fmla="*/ 3087688 w 3504841"/>
              <a:gd name="connsiteY38" fmla="*/ 640991 h 640991"/>
              <a:gd name="connsiteX39" fmla="*/ 3087688 w 3504841"/>
              <a:gd name="connsiteY39" fmla="*/ 126251 h 640991"/>
              <a:gd name="connsiteX40" fmla="*/ 3200247 w 3504841"/>
              <a:gd name="connsiteY40" fmla="*/ 126251 h 640991"/>
              <a:gd name="connsiteX41" fmla="*/ 3200247 w 3504841"/>
              <a:gd name="connsiteY41" fmla="*/ 183045 h 640991"/>
              <a:gd name="connsiteX42" fmla="*/ 3323955 w 3504841"/>
              <a:gd name="connsiteY42" fmla="*/ 119062 h 640991"/>
              <a:gd name="connsiteX43" fmla="*/ 2861992 w 3504841"/>
              <a:gd name="connsiteY43" fmla="*/ 119062 h 640991"/>
              <a:gd name="connsiteX44" fmla="*/ 3042879 w 3504841"/>
              <a:gd name="connsiteY44" fmla="*/ 323592 h 640991"/>
              <a:gd name="connsiteX45" fmla="*/ 3042879 w 3504841"/>
              <a:gd name="connsiteY45" fmla="*/ 324670 h 640991"/>
              <a:gd name="connsiteX46" fmla="*/ 2861992 w 3504841"/>
              <a:gd name="connsiteY46" fmla="*/ 529560 h 640991"/>
              <a:gd name="connsiteX47" fmla="*/ 2738285 w 3504841"/>
              <a:gd name="connsiteY47" fmla="*/ 470609 h 640991"/>
              <a:gd name="connsiteX48" fmla="*/ 2738285 w 3504841"/>
              <a:gd name="connsiteY48" fmla="*/ 640991 h 640991"/>
              <a:gd name="connsiteX49" fmla="*/ 2625725 w 3504841"/>
              <a:gd name="connsiteY49" fmla="*/ 640991 h 640991"/>
              <a:gd name="connsiteX50" fmla="*/ 2625725 w 3504841"/>
              <a:gd name="connsiteY50" fmla="*/ 126251 h 640991"/>
              <a:gd name="connsiteX51" fmla="*/ 2738285 w 3504841"/>
              <a:gd name="connsiteY51" fmla="*/ 126251 h 640991"/>
              <a:gd name="connsiteX52" fmla="*/ 2738285 w 3504841"/>
              <a:gd name="connsiteY52" fmla="*/ 183045 h 640991"/>
              <a:gd name="connsiteX53" fmla="*/ 2861992 w 3504841"/>
              <a:gd name="connsiteY53" fmla="*/ 119062 h 640991"/>
              <a:gd name="connsiteX54" fmla="*/ 1828929 w 3504841"/>
              <a:gd name="connsiteY54" fmla="*/ 25400 h 640991"/>
              <a:gd name="connsiteX55" fmla="*/ 1939876 w 3504841"/>
              <a:gd name="connsiteY55" fmla="*/ 25400 h 640991"/>
              <a:gd name="connsiteX56" fmla="*/ 1939876 w 3504841"/>
              <a:gd name="connsiteY56" fmla="*/ 127331 h 640991"/>
              <a:gd name="connsiteX57" fmla="*/ 2033229 w 3504841"/>
              <a:gd name="connsiteY57" fmla="*/ 127331 h 640991"/>
              <a:gd name="connsiteX58" fmla="*/ 2033229 w 3504841"/>
              <a:gd name="connsiteY58" fmla="*/ 223859 h 640991"/>
              <a:gd name="connsiteX59" fmla="*/ 1939876 w 3504841"/>
              <a:gd name="connsiteY59" fmla="*/ 223859 h 640991"/>
              <a:gd name="connsiteX60" fmla="*/ 1939876 w 3504841"/>
              <a:gd name="connsiteY60" fmla="*/ 393143 h 640991"/>
              <a:gd name="connsiteX61" fmla="*/ 1976499 w 3504841"/>
              <a:gd name="connsiteY61" fmla="*/ 431682 h 640991"/>
              <a:gd name="connsiteX62" fmla="*/ 2032152 w 3504841"/>
              <a:gd name="connsiteY62" fmla="*/ 417635 h 640991"/>
              <a:gd name="connsiteX63" fmla="*/ 2032152 w 3504841"/>
              <a:gd name="connsiteY63" fmla="*/ 508040 h 640991"/>
              <a:gd name="connsiteX64" fmla="*/ 1942748 w 3504841"/>
              <a:gd name="connsiteY64" fmla="*/ 531452 h 640991"/>
              <a:gd name="connsiteX65" fmla="*/ 1828929 w 3504841"/>
              <a:gd name="connsiteY65" fmla="*/ 411512 h 640991"/>
              <a:gd name="connsiteX66" fmla="*/ 1828929 w 3504841"/>
              <a:gd name="connsiteY66" fmla="*/ 223859 h 640991"/>
              <a:gd name="connsiteX67" fmla="*/ 1781175 w 3504841"/>
              <a:gd name="connsiteY67" fmla="*/ 223859 h 640991"/>
              <a:gd name="connsiteX68" fmla="*/ 1781175 w 3504841"/>
              <a:gd name="connsiteY68" fmla="*/ 127331 h 640991"/>
              <a:gd name="connsiteX69" fmla="*/ 1828929 w 3504841"/>
              <a:gd name="connsiteY69" fmla="*/ 127331 h 640991"/>
              <a:gd name="connsiteX70" fmla="*/ 852488 w 3504841"/>
              <a:gd name="connsiteY70" fmla="*/ 1587 h 640991"/>
              <a:gd name="connsiteX71" fmla="*/ 958347 w 3504841"/>
              <a:gd name="connsiteY71" fmla="*/ 1587 h 640991"/>
              <a:gd name="connsiteX72" fmla="*/ 1201030 w 3504841"/>
              <a:gd name="connsiteY72" fmla="*/ 324325 h 640991"/>
              <a:gd name="connsiteX73" fmla="*/ 1201030 w 3504841"/>
              <a:gd name="connsiteY73" fmla="*/ 1587 h 640991"/>
              <a:gd name="connsiteX74" fmla="*/ 1314090 w 3504841"/>
              <a:gd name="connsiteY74" fmla="*/ 1587 h 640991"/>
              <a:gd name="connsiteX75" fmla="*/ 1314090 w 3504841"/>
              <a:gd name="connsiteY75" fmla="*/ 523515 h 640991"/>
              <a:gd name="connsiteX76" fmla="*/ 1216513 w 3504841"/>
              <a:gd name="connsiteY76" fmla="*/ 523515 h 640991"/>
              <a:gd name="connsiteX77" fmla="*/ 965548 w 3504841"/>
              <a:gd name="connsiteY77" fmla="*/ 193573 h 640991"/>
              <a:gd name="connsiteX78" fmla="*/ 965548 w 3504841"/>
              <a:gd name="connsiteY78" fmla="*/ 523515 h 640991"/>
              <a:gd name="connsiteX79" fmla="*/ 852488 w 3504841"/>
              <a:gd name="connsiteY79" fmla="*/ 523515 h 640991"/>
              <a:gd name="connsiteX80" fmla="*/ 0 w 3504841"/>
              <a:gd name="connsiteY80" fmla="*/ 1587 h 640991"/>
              <a:gd name="connsiteX81" fmla="*/ 626703 w 3504841"/>
              <a:gd name="connsiteY81" fmla="*/ 1587 h 640991"/>
              <a:gd name="connsiteX82" fmla="*/ 626703 w 3504841"/>
              <a:gd name="connsiteY82" fmla="*/ 523515 h 640991"/>
              <a:gd name="connsiteX83" fmla="*/ 383005 w 3504841"/>
              <a:gd name="connsiteY83" fmla="*/ 523515 h 640991"/>
              <a:gd name="connsiteX84" fmla="*/ 383005 w 3504841"/>
              <a:gd name="connsiteY84" fmla="*/ 209782 h 640991"/>
              <a:gd name="connsiteX85" fmla="*/ 243698 w 3504841"/>
              <a:gd name="connsiteY85" fmla="*/ 209782 h 640991"/>
              <a:gd name="connsiteX86" fmla="*/ 243698 w 3504841"/>
              <a:gd name="connsiteY86" fmla="*/ 523515 h 640991"/>
              <a:gd name="connsiteX87" fmla="*/ 0 w 3504841"/>
              <a:gd name="connsiteY87" fmla="*/ 523515 h 640991"/>
              <a:gd name="connsiteX88" fmla="*/ 2277940 w 3504841"/>
              <a:gd name="connsiteY88" fmla="*/ 0 h 640991"/>
              <a:gd name="connsiteX89" fmla="*/ 2380505 w 3504841"/>
              <a:gd name="connsiteY89" fmla="*/ 0 h 640991"/>
              <a:gd name="connsiteX90" fmla="*/ 2596790 w 3504841"/>
              <a:gd name="connsiteY90" fmla="*/ 521927 h 640991"/>
              <a:gd name="connsiteX91" fmla="*/ 2478031 w 3504841"/>
              <a:gd name="connsiteY91" fmla="*/ 521927 h 640991"/>
              <a:gd name="connsiteX92" fmla="*/ 2430168 w 3504841"/>
              <a:gd name="connsiteY92" fmla="*/ 405223 h 640991"/>
              <a:gd name="connsiteX93" fmla="*/ 2223959 w 3504841"/>
              <a:gd name="connsiteY93" fmla="*/ 405223 h 640991"/>
              <a:gd name="connsiteX94" fmla="*/ 2176095 w 3504841"/>
              <a:gd name="connsiteY94" fmla="*/ 521927 h 640991"/>
              <a:gd name="connsiteX95" fmla="*/ 2060575 w 3504841"/>
              <a:gd name="connsiteY95" fmla="*/ 521927 h 64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3504841" h="640991">
                <a:moveTo>
                  <a:pt x="3294826" y="214318"/>
                </a:moveTo>
                <a:cubicBezTo>
                  <a:pt x="3242322" y="214318"/>
                  <a:pt x="3198090" y="258171"/>
                  <a:pt x="3198090" y="323592"/>
                </a:cubicBezTo>
                <a:lnTo>
                  <a:pt x="3198090" y="324670"/>
                </a:lnTo>
                <a:cubicBezTo>
                  <a:pt x="3198090" y="390451"/>
                  <a:pt x="3242322" y="434304"/>
                  <a:pt x="3294826" y="434304"/>
                </a:cubicBezTo>
                <a:cubicBezTo>
                  <a:pt x="3347689" y="434304"/>
                  <a:pt x="3391922" y="391529"/>
                  <a:pt x="3391922" y="324670"/>
                </a:cubicBezTo>
                <a:lnTo>
                  <a:pt x="3391922" y="323592"/>
                </a:lnTo>
                <a:cubicBezTo>
                  <a:pt x="3391922" y="258171"/>
                  <a:pt x="3347689" y="214318"/>
                  <a:pt x="3294826" y="214318"/>
                </a:cubicBezTo>
                <a:close/>
                <a:moveTo>
                  <a:pt x="2831785" y="214318"/>
                </a:moveTo>
                <a:cubicBezTo>
                  <a:pt x="2778921" y="214318"/>
                  <a:pt x="2735408" y="258171"/>
                  <a:pt x="2735408" y="323592"/>
                </a:cubicBezTo>
                <a:lnTo>
                  <a:pt x="2735408" y="324670"/>
                </a:lnTo>
                <a:cubicBezTo>
                  <a:pt x="2735408" y="390451"/>
                  <a:pt x="2778921" y="434304"/>
                  <a:pt x="2831785" y="434304"/>
                </a:cubicBezTo>
                <a:cubicBezTo>
                  <a:pt x="2885367" y="434304"/>
                  <a:pt x="2929240" y="391529"/>
                  <a:pt x="2929240" y="324670"/>
                </a:cubicBezTo>
                <a:lnTo>
                  <a:pt x="2929240" y="323592"/>
                </a:lnTo>
                <a:cubicBezTo>
                  <a:pt x="2929240" y="258171"/>
                  <a:pt x="2884288" y="214318"/>
                  <a:pt x="2831785" y="214318"/>
                </a:cubicBezTo>
                <a:close/>
                <a:moveTo>
                  <a:pt x="1564332" y="209816"/>
                </a:moveTo>
                <a:cubicBezTo>
                  <a:pt x="1517602" y="209816"/>
                  <a:pt x="1487048" y="243253"/>
                  <a:pt x="1478061" y="293948"/>
                </a:cubicBezTo>
                <a:lnTo>
                  <a:pt x="1647368" y="293948"/>
                </a:lnTo>
                <a:cubicBezTo>
                  <a:pt x="1640179" y="243253"/>
                  <a:pt x="1611062" y="209816"/>
                  <a:pt x="1564332" y="209816"/>
                </a:cubicBezTo>
                <a:close/>
                <a:moveTo>
                  <a:pt x="2327603" y="137236"/>
                </a:moveTo>
                <a:lnTo>
                  <a:pt x="2258507" y="305808"/>
                </a:lnTo>
                <a:lnTo>
                  <a:pt x="2396699" y="305808"/>
                </a:lnTo>
                <a:close/>
                <a:moveTo>
                  <a:pt x="1564332" y="120650"/>
                </a:moveTo>
                <a:cubicBezTo>
                  <a:pt x="1696974" y="120650"/>
                  <a:pt x="1757004" y="223119"/>
                  <a:pt x="1757004" y="335295"/>
                </a:cubicBezTo>
                <a:cubicBezTo>
                  <a:pt x="1757004" y="344283"/>
                  <a:pt x="1755925" y="354710"/>
                  <a:pt x="1755925" y="364777"/>
                </a:cubicBezTo>
                <a:lnTo>
                  <a:pt x="1480218" y="364777"/>
                </a:lnTo>
                <a:cubicBezTo>
                  <a:pt x="1491361" y="415472"/>
                  <a:pt x="1526589" y="442796"/>
                  <a:pt x="1577273" y="442796"/>
                </a:cubicBezTo>
                <a:cubicBezTo>
                  <a:pt x="1615016" y="442796"/>
                  <a:pt x="1642335" y="430572"/>
                  <a:pt x="1673968" y="402169"/>
                </a:cubicBezTo>
                <a:lnTo>
                  <a:pt x="1737593" y="458976"/>
                </a:lnTo>
                <a:cubicBezTo>
                  <a:pt x="1701287" y="504637"/>
                  <a:pt x="1647368" y="533041"/>
                  <a:pt x="1575475" y="533041"/>
                </a:cubicBezTo>
                <a:cubicBezTo>
                  <a:pt x="1455775" y="531962"/>
                  <a:pt x="1368425" y="447830"/>
                  <a:pt x="1368425" y="327025"/>
                </a:cubicBezTo>
                <a:lnTo>
                  <a:pt x="1368425" y="326306"/>
                </a:lnTo>
                <a:cubicBezTo>
                  <a:pt x="1368425" y="213051"/>
                  <a:pt x="1449664" y="120650"/>
                  <a:pt x="1564332" y="120650"/>
                </a:cubicBezTo>
                <a:close/>
                <a:moveTo>
                  <a:pt x="3323955" y="119062"/>
                </a:moveTo>
                <a:cubicBezTo>
                  <a:pt x="3416376" y="119062"/>
                  <a:pt x="3504841" y="190953"/>
                  <a:pt x="3504841" y="323592"/>
                </a:cubicBezTo>
                <a:lnTo>
                  <a:pt x="3504841" y="324670"/>
                </a:lnTo>
                <a:cubicBezTo>
                  <a:pt x="3504841" y="457309"/>
                  <a:pt x="3418533" y="529560"/>
                  <a:pt x="3323955" y="529560"/>
                </a:cubicBezTo>
                <a:cubicBezTo>
                  <a:pt x="3264259" y="529560"/>
                  <a:pt x="3226499" y="502241"/>
                  <a:pt x="3200247" y="470609"/>
                </a:cubicBezTo>
                <a:lnTo>
                  <a:pt x="3200247" y="640991"/>
                </a:lnTo>
                <a:lnTo>
                  <a:pt x="3087688" y="640991"/>
                </a:lnTo>
                <a:lnTo>
                  <a:pt x="3087688" y="126251"/>
                </a:lnTo>
                <a:lnTo>
                  <a:pt x="3200247" y="126251"/>
                </a:lnTo>
                <a:lnTo>
                  <a:pt x="3200247" y="183045"/>
                </a:lnTo>
                <a:cubicBezTo>
                  <a:pt x="3227578" y="146381"/>
                  <a:pt x="3265338" y="119062"/>
                  <a:pt x="3323955" y="119062"/>
                </a:cubicBezTo>
                <a:close/>
                <a:moveTo>
                  <a:pt x="2861992" y="119062"/>
                </a:moveTo>
                <a:cubicBezTo>
                  <a:pt x="2954413" y="119062"/>
                  <a:pt x="3042879" y="190953"/>
                  <a:pt x="3042879" y="323592"/>
                </a:cubicBezTo>
                <a:lnTo>
                  <a:pt x="3042879" y="324670"/>
                </a:lnTo>
                <a:cubicBezTo>
                  <a:pt x="3042879" y="457309"/>
                  <a:pt x="2956571" y="529560"/>
                  <a:pt x="2861992" y="529560"/>
                </a:cubicBezTo>
                <a:cubicBezTo>
                  <a:pt x="2802296" y="529560"/>
                  <a:pt x="2764537" y="502241"/>
                  <a:pt x="2738285" y="470609"/>
                </a:cubicBezTo>
                <a:lnTo>
                  <a:pt x="2738285" y="640991"/>
                </a:lnTo>
                <a:lnTo>
                  <a:pt x="2625725" y="640991"/>
                </a:lnTo>
                <a:lnTo>
                  <a:pt x="2625725" y="126251"/>
                </a:lnTo>
                <a:lnTo>
                  <a:pt x="2738285" y="126251"/>
                </a:lnTo>
                <a:lnTo>
                  <a:pt x="2738285" y="183045"/>
                </a:lnTo>
                <a:cubicBezTo>
                  <a:pt x="2765615" y="146381"/>
                  <a:pt x="2803375" y="119062"/>
                  <a:pt x="2861992" y="119062"/>
                </a:cubicBezTo>
                <a:close/>
                <a:moveTo>
                  <a:pt x="1828929" y="25400"/>
                </a:moveTo>
                <a:lnTo>
                  <a:pt x="1939876" y="25400"/>
                </a:lnTo>
                <a:lnTo>
                  <a:pt x="1939876" y="127331"/>
                </a:lnTo>
                <a:lnTo>
                  <a:pt x="2033229" y="127331"/>
                </a:lnTo>
                <a:lnTo>
                  <a:pt x="2033229" y="223859"/>
                </a:lnTo>
                <a:lnTo>
                  <a:pt x="1939876" y="223859"/>
                </a:lnTo>
                <a:lnTo>
                  <a:pt x="1939876" y="393143"/>
                </a:lnTo>
                <a:cubicBezTo>
                  <a:pt x="1939876" y="419436"/>
                  <a:pt x="1951006" y="431682"/>
                  <a:pt x="1976499" y="431682"/>
                </a:cubicBezTo>
                <a:cubicBezTo>
                  <a:pt x="1996606" y="431682"/>
                  <a:pt x="2015995" y="426640"/>
                  <a:pt x="2032152" y="417635"/>
                </a:cubicBezTo>
                <a:lnTo>
                  <a:pt x="2032152" y="508040"/>
                </a:lnTo>
                <a:cubicBezTo>
                  <a:pt x="2008814" y="522087"/>
                  <a:pt x="1981526" y="531452"/>
                  <a:pt x="1942748" y="531452"/>
                </a:cubicBezTo>
                <a:cubicBezTo>
                  <a:pt x="1874888" y="530371"/>
                  <a:pt x="1828929" y="502998"/>
                  <a:pt x="1828929" y="411512"/>
                </a:cubicBezTo>
                <a:lnTo>
                  <a:pt x="1828929" y="223859"/>
                </a:lnTo>
                <a:lnTo>
                  <a:pt x="1781175" y="223859"/>
                </a:lnTo>
                <a:lnTo>
                  <a:pt x="1781175" y="127331"/>
                </a:lnTo>
                <a:lnTo>
                  <a:pt x="1828929" y="127331"/>
                </a:lnTo>
                <a:close/>
                <a:moveTo>
                  <a:pt x="852488" y="1587"/>
                </a:moveTo>
                <a:lnTo>
                  <a:pt x="958347" y="1587"/>
                </a:lnTo>
                <a:lnTo>
                  <a:pt x="1201030" y="324325"/>
                </a:lnTo>
                <a:lnTo>
                  <a:pt x="1201030" y="1587"/>
                </a:lnTo>
                <a:lnTo>
                  <a:pt x="1314090" y="1587"/>
                </a:lnTo>
                <a:lnTo>
                  <a:pt x="1314090" y="523515"/>
                </a:lnTo>
                <a:lnTo>
                  <a:pt x="1216513" y="523515"/>
                </a:lnTo>
                <a:lnTo>
                  <a:pt x="965548" y="193573"/>
                </a:lnTo>
                <a:lnTo>
                  <a:pt x="965548" y="523515"/>
                </a:lnTo>
                <a:lnTo>
                  <a:pt x="852488" y="523515"/>
                </a:lnTo>
                <a:close/>
                <a:moveTo>
                  <a:pt x="0" y="1587"/>
                </a:moveTo>
                <a:lnTo>
                  <a:pt x="626703" y="1587"/>
                </a:lnTo>
                <a:lnTo>
                  <a:pt x="626703" y="523515"/>
                </a:lnTo>
                <a:lnTo>
                  <a:pt x="383005" y="523515"/>
                </a:lnTo>
                <a:lnTo>
                  <a:pt x="383005" y="209782"/>
                </a:lnTo>
                <a:lnTo>
                  <a:pt x="243698" y="209782"/>
                </a:lnTo>
                <a:lnTo>
                  <a:pt x="243698" y="523515"/>
                </a:lnTo>
                <a:lnTo>
                  <a:pt x="0" y="523515"/>
                </a:lnTo>
                <a:close/>
                <a:moveTo>
                  <a:pt x="2277940" y="0"/>
                </a:moveTo>
                <a:lnTo>
                  <a:pt x="2380505" y="0"/>
                </a:lnTo>
                <a:lnTo>
                  <a:pt x="2596790" y="521927"/>
                </a:lnTo>
                <a:lnTo>
                  <a:pt x="2478031" y="521927"/>
                </a:lnTo>
                <a:lnTo>
                  <a:pt x="2430168" y="405223"/>
                </a:lnTo>
                <a:lnTo>
                  <a:pt x="2223959" y="405223"/>
                </a:lnTo>
                <a:lnTo>
                  <a:pt x="2176095" y="521927"/>
                </a:lnTo>
                <a:lnTo>
                  <a:pt x="2060575" y="521927"/>
                </a:lnTo>
                <a:close/>
              </a:path>
            </a:pathLst>
          </a:custGeom>
          <a:solidFill>
            <a:schemeClr val="bg1"/>
          </a:solidFill>
          <a:ln>
            <a:noFill/>
          </a:ln>
          <a:effectLst/>
        </p:spPr>
        <p:txBody>
          <a:bodyPr wrap="square" anchor="ctr">
            <a:noAutofit/>
          </a:bodyPr>
          <a:lstStyle/>
          <a:p>
            <a:endParaRPr lang="en-US"/>
          </a:p>
        </p:txBody>
      </p:sp>
    </p:spTree>
    <p:extLst>
      <p:ext uri="{BB962C8B-B14F-4D97-AF65-F5344CB8AC3E}">
        <p14:creationId xmlns:p14="http://schemas.microsoft.com/office/powerpoint/2010/main" val="1168225447"/>
      </p:ext>
    </p:extLst>
  </p:cSld>
  <p:clrMapOvr>
    <a:masterClrMapping/>
  </p:clrMapOvr>
  <p:transition spd="med">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8" name="Title 7"/>
          <p:cNvSpPr>
            <a:spLocks noGrp="1"/>
          </p:cNvSpPr>
          <p:nvPr>
            <p:ph type="title" hasCustomPrompt="1"/>
          </p:nvPr>
        </p:nvSpPr>
        <p:spPr bwMode="gray">
          <a:xfrm>
            <a:off x="1289697" y="193676"/>
            <a:ext cx="9612608" cy="4701053"/>
          </a:xfrm>
        </p:spPr>
        <p:txBody>
          <a:bodyPr wrap="square" lIns="91521" tIns="45761" rIns="91521" bIns="45761">
            <a:noAutofit/>
          </a:bodyPr>
          <a:lstStyle>
            <a:lvl1pPr marL="117579" indent="-117579">
              <a:lnSpc>
                <a:spcPct val="120000"/>
              </a:lnSpc>
              <a:defRPr sz="3600" b="0"/>
            </a:lvl1pPr>
          </a:lstStyle>
          <a:p>
            <a:r>
              <a:rPr lang="en-US" dirty="0"/>
              <a:t>Click to edit quote</a:t>
            </a:r>
          </a:p>
        </p:txBody>
      </p:sp>
      <p:sp>
        <p:nvSpPr>
          <p:cNvPr id="29" name="Text Placeholder 2"/>
          <p:cNvSpPr>
            <a:spLocks noGrp="1"/>
          </p:cNvSpPr>
          <p:nvPr>
            <p:ph type="body" idx="1" hasCustomPrompt="1"/>
          </p:nvPr>
        </p:nvSpPr>
        <p:spPr bwMode="gray">
          <a:xfrm>
            <a:off x="1289697" y="5174130"/>
            <a:ext cx="9612608" cy="321628"/>
          </a:xfrm>
        </p:spPr>
        <p:txBody>
          <a:bodyPr wrap="square" lIns="91521" tIns="45761" rIns="91521" bIns="45761" anchor="t">
            <a:noAutofit/>
          </a:bodyPr>
          <a:lstStyle>
            <a:lvl1pPr marL="0" indent="0" algn="l">
              <a:buNone/>
              <a:defRPr sz="2000" b="1" cap="none" baseline="0">
                <a:solidFill>
                  <a:schemeClr val="accent2"/>
                </a:solidFill>
              </a:defRPr>
            </a:lvl1pPr>
            <a:lvl2pPr marL="457608" indent="0">
              <a:buNone/>
              <a:defRPr sz="1900">
                <a:solidFill>
                  <a:schemeClr val="tx1">
                    <a:tint val="75000"/>
                  </a:schemeClr>
                </a:solidFill>
              </a:defRPr>
            </a:lvl2pPr>
            <a:lvl3pPr marL="915216" indent="0">
              <a:buNone/>
              <a:defRPr sz="1600">
                <a:solidFill>
                  <a:schemeClr val="tx1">
                    <a:tint val="75000"/>
                  </a:schemeClr>
                </a:solidFill>
              </a:defRPr>
            </a:lvl3pPr>
            <a:lvl4pPr marL="1372822" indent="0">
              <a:buNone/>
              <a:defRPr sz="1500">
                <a:solidFill>
                  <a:schemeClr val="tx1">
                    <a:tint val="75000"/>
                  </a:schemeClr>
                </a:solidFill>
              </a:defRPr>
            </a:lvl4pPr>
            <a:lvl5pPr marL="1830430" indent="0">
              <a:buNone/>
              <a:defRPr sz="1500">
                <a:solidFill>
                  <a:schemeClr val="tx1">
                    <a:tint val="75000"/>
                  </a:schemeClr>
                </a:solidFill>
              </a:defRPr>
            </a:lvl5pPr>
            <a:lvl6pPr marL="2288038" indent="0">
              <a:buNone/>
              <a:defRPr sz="1500">
                <a:solidFill>
                  <a:schemeClr val="tx1">
                    <a:tint val="75000"/>
                  </a:schemeClr>
                </a:solidFill>
              </a:defRPr>
            </a:lvl6pPr>
            <a:lvl7pPr marL="2745646" indent="0">
              <a:buNone/>
              <a:defRPr sz="1500">
                <a:solidFill>
                  <a:schemeClr val="tx1">
                    <a:tint val="75000"/>
                  </a:schemeClr>
                </a:solidFill>
              </a:defRPr>
            </a:lvl7pPr>
            <a:lvl8pPr marL="3203253" indent="0">
              <a:buNone/>
              <a:defRPr sz="1500">
                <a:solidFill>
                  <a:schemeClr val="tx1">
                    <a:tint val="75000"/>
                  </a:schemeClr>
                </a:solidFill>
              </a:defRPr>
            </a:lvl8pPr>
            <a:lvl9pPr marL="3660861" indent="0">
              <a:buNone/>
              <a:defRPr sz="1500">
                <a:solidFill>
                  <a:schemeClr val="tx1">
                    <a:tint val="75000"/>
                  </a:schemeClr>
                </a:solidFill>
              </a:defRPr>
            </a:lvl9pPr>
          </a:lstStyle>
          <a:p>
            <a:pPr lvl="0"/>
            <a:r>
              <a:rPr lang="en-US" dirty="0"/>
              <a:t>Click to edit master text styles</a:t>
            </a:r>
          </a:p>
        </p:txBody>
      </p:sp>
      <p:sp>
        <p:nvSpPr>
          <p:cNvPr id="11" name="Slide Number Placeholder 5"/>
          <p:cNvSpPr>
            <a:spLocks noGrp="1"/>
          </p:cNvSpPr>
          <p:nvPr>
            <p:ph type="sldNum" sz="quarter" idx="4"/>
          </p:nvPr>
        </p:nvSpPr>
        <p:spPr>
          <a:xfrm>
            <a:off x="294490" y="6462574"/>
            <a:ext cx="448654" cy="260809"/>
          </a:xfrm>
          <a:prstGeom prst="rect">
            <a:avLst/>
          </a:prstGeom>
        </p:spPr>
        <p:txBody>
          <a:bodyPr vert="horz" wrap="square" lIns="91521" tIns="45761" rIns="91521" bIns="45761" rtlCol="0" anchor="b">
            <a:noAutofit/>
          </a:bodyPr>
          <a:lstStyle>
            <a:lvl1pPr>
              <a:defRPr lang="en-US" sz="1050" b="1" smtClean="0">
                <a:solidFill>
                  <a:schemeClr val="bg1"/>
                </a:solidFill>
              </a:defRPr>
            </a:lvl1pPr>
          </a:lstStyle>
          <a:p>
            <a:fld id="{B071A5F3-A4FF-4CEE-8215-C08835B585C1}" type="slidenum">
              <a:rPr lang="en-US" smtClean="0"/>
              <a:pPr/>
              <a:t>‹#›</a:t>
            </a:fld>
            <a:endParaRPr lang="en-US" dirty="0"/>
          </a:p>
        </p:txBody>
      </p:sp>
      <p:sp>
        <p:nvSpPr>
          <p:cNvPr id="10" name="Footer Placeholder 4"/>
          <p:cNvSpPr>
            <a:spLocks noGrp="1"/>
          </p:cNvSpPr>
          <p:nvPr>
            <p:ph type="ftr" sz="quarter" idx="3"/>
          </p:nvPr>
        </p:nvSpPr>
        <p:spPr>
          <a:xfrm>
            <a:off x="743144" y="6472734"/>
            <a:ext cx="6540464" cy="240489"/>
          </a:xfrm>
          <a:prstGeom prst="rect">
            <a:avLst/>
          </a:prstGeom>
        </p:spPr>
        <p:txBody>
          <a:bodyPr vert="horz" wrap="square" lIns="91521" tIns="45761" rIns="91521" bIns="45761" rtlCol="0" anchor="b">
            <a:noAutofit/>
          </a:bodyPr>
          <a:lstStyle>
            <a:lvl1pPr>
              <a:defRPr lang="en-US" sz="800" smtClean="0">
                <a:solidFill>
                  <a:schemeClr val="bg1"/>
                </a:solidFill>
              </a:defRPr>
            </a:lvl1pPr>
          </a:lstStyle>
          <a:p>
            <a:r>
              <a:rPr lang="en-US"/>
              <a:t>© 2023 NetApp, Inc. All rights reserved.  — NETAPP CONFIDENTIAL — </a:t>
            </a:r>
            <a:endParaRPr lang="en-US" dirty="0"/>
          </a:p>
        </p:txBody>
      </p:sp>
      <p:sp>
        <p:nvSpPr>
          <p:cNvPr id="7" name="Freeform: Shape 6">
            <a:extLst>
              <a:ext uri="{FF2B5EF4-FFF2-40B4-BE49-F238E27FC236}">
                <a16:creationId xmlns:a16="http://schemas.microsoft.com/office/drawing/2014/main" id="{F1187F6A-C9E4-4D68-B2E4-6AE24729F259}"/>
              </a:ext>
            </a:extLst>
          </p:cNvPr>
          <p:cNvSpPr>
            <a:spLocks noChangeAspect="1" noChangeArrowheads="1"/>
          </p:cNvSpPr>
          <p:nvPr userDrawn="1"/>
        </p:nvSpPr>
        <p:spPr bwMode="auto">
          <a:xfrm>
            <a:off x="10776007" y="6495019"/>
            <a:ext cx="1042416" cy="190644"/>
          </a:xfrm>
          <a:custGeom>
            <a:avLst/>
            <a:gdLst>
              <a:gd name="connsiteX0" fmla="*/ 3294826 w 3504841"/>
              <a:gd name="connsiteY0" fmla="*/ 214318 h 640991"/>
              <a:gd name="connsiteX1" fmla="*/ 3198090 w 3504841"/>
              <a:gd name="connsiteY1" fmla="*/ 323592 h 640991"/>
              <a:gd name="connsiteX2" fmla="*/ 3198090 w 3504841"/>
              <a:gd name="connsiteY2" fmla="*/ 324670 h 640991"/>
              <a:gd name="connsiteX3" fmla="*/ 3294826 w 3504841"/>
              <a:gd name="connsiteY3" fmla="*/ 434304 h 640991"/>
              <a:gd name="connsiteX4" fmla="*/ 3391922 w 3504841"/>
              <a:gd name="connsiteY4" fmla="*/ 324670 h 640991"/>
              <a:gd name="connsiteX5" fmla="*/ 3391922 w 3504841"/>
              <a:gd name="connsiteY5" fmla="*/ 323592 h 640991"/>
              <a:gd name="connsiteX6" fmla="*/ 3294826 w 3504841"/>
              <a:gd name="connsiteY6" fmla="*/ 214318 h 640991"/>
              <a:gd name="connsiteX7" fmla="*/ 2831785 w 3504841"/>
              <a:gd name="connsiteY7" fmla="*/ 214318 h 640991"/>
              <a:gd name="connsiteX8" fmla="*/ 2735408 w 3504841"/>
              <a:gd name="connsiteY8" fmla="*/ 323592 h 640991"/>
              <a:gd name="connsiteX9" fmla="*/ 2735408 w 3504841"/>
              <a:gd name="connsiteY9" fmla="*/ 324670 h 640991"/>
              <a:gd name="connsiteX10" fmla="*/ 2831785 w 3504841"/>
              <a:gd name="connsiteY10" fmla="*/ 434304 h 640991"/>
              <a:gd name="connsiteX11" fmla="*/ 2929240 w 3504841"/>
              <a:gd name="connsiteY11" fmla="*/ 324670 h 640991"/>
              <a:gd name="connsiteX12" fmla="*/ 2929240 w 3504841"/>
              <a:gd name="connsiteY12" fmla="*/ 323592 h 640991"/>
              <a:gd name="connsiteX13" fmla="*/ 2831785 w 3504841"/>
              <a:gd name="connsiteY13" fmla="*/ 214318 h 640991"/>
              <a:gd name="connsiteX14" fmla="*/ 1564332 w 3504841"/>
              <a:gd name="connsiteY14" fmla="*/ 209816 h 640991"/>
              <a:gd name="connsiteX15" fmla="*/ 1478061 w 3504841"/>
              <a:gd name="connsiteY15" fmla="*/ 293948 h 640991"/>
              <a:gd name="connsiteX16" fmla="*/ 1647368 w 3504841"/>
              <a:gd name="connsiteY16" fmla="*/ 293948 h 640991"/>
              <a:gd name="connsiteX17" fmla="*/ 1564332 w 3504841"/>
              <a:gd name="connsiteY17" fmla="*/ 209816 h 640991"/>
              <a:gd name="connsiteX18" fmla="*/ 2327603 w 3504841"/>
              <a:gd name="connsiteY18" fmla="*/ 137236 h 640991"/>
              <a:gd name="connsiteX19" fmla="*/ 2258507 w 3504841"/>
              <a:gd name="connsiteY19" fmla="*/ 305808 h 640991"/>
              <a:gd name="connsiteX20" fmla="*/ 2396699 w 3504841"/>
              <a:gd name="connsiteY20" fmla="*/ 305808 h 640991"/>
              <a:gd name="connsiteX21" fmla="*/ 1564332 w 3504841"/>
              <a:gd name="connsiteY21" fmla="*/ 120650 h 640991"/>
              <a:gd name="connsiteX22" fmla="*/ 1757004 w 3504841"/>
              <a:gd name="connsiteY22" fmla="*/ 335295 h 640991"/>
              <a:gd name="connsiteX23" fmla="*/ 1755925 w 3504841"/>
              <a:gd name="connsiteY23" fmla="*/ 364777 h 640991"/>
              <a:gd name="connsiteX24" fmla="*/ 1480218 w 3504841"/>
              <a:gd name="connsiteY24" fmla="*/ 364777 h 640991"/>
              <a:gd name="connsiteX25" fmla="*/ 1577273 w 3504841"/>
              <a:gd name="connsiteY25" fmla="*/ 442796 h 640991"/>
              <a:gd name="connsiteX26" fmla="*/ 1673968 w 3504841"/>
              <a:gd name="connsiteY26" fmla="*/ 402169 h 640991"/>
              <a:gd name="connsiteX27" fmla="*/ 1737593 w 3504841"/>
              <a:gd name="connsiteY27" fmla="*/ 458976 h 640991"/>
              <a:gd name="connsiteX28" fmla="*/ 1575475 w 3504841"/>
              <a:gd name="connsiteY28" fmla="*/ 533041 h 640991"/>
              <a:gd name="connsiteX29" fmla="*/ 1368425 w 3504841"/>
              <a:gd name="connsiteY29" fmla="*/ 327025 h 640991"/>
              <a:gd name="connsiteX30" fmla="*/ 1368425 w 3504841"/>
              <a:gd name="connsiteY30" fmla="*/ 326306 h 640991"/>
              <a:gd name="connsiteX31" fmla="*/ 1564332 w 3504841"/>
              <a:gd name="connsiteY31" fmla="*/ 120650 h 640991"/>
              <a:gd name="connsiteX32" fmla="*/ 3323955 w 3504841"/>
              <a:gd name="connsiteY32" fmla="*/ 119062 h 640991"/>
              <a:gd name="connsiteX33" fmla="*/ 3504841 w 3504841"/>
              <a:gd name="connsiteY33" fmla="*/ 323592 h 640991"/>
              <a:gd name="connsiteX34" fmla="*/ 3504841 w 3504841"/>
              <a:gd name="connsiteY34" fmla="*/ 324670 h 640991"/>
              <a:gd name="connsiteX35" fmla="*/ 3323955 w 3504841"/>
              <a:gd name="connsiteY35" fmla="*/ 529560 h 640991"/>
              <a:gd name="connsiteX36" fmla="*/ 3200247 w 3504841"/>
              <a:gd name="connsiteY36" fmla="*/ 470609 h 640991"/>
              <a:gd name="connsiteX37" fmla="*/ 3200247 w 3504841"/>
              <a:gd name="connsiteY37" fmla="*/ 640991 h 640991"/>
              <a:gd name="connsiteX38" fmla="*/ 3087688 w 3504841"/>
              <a:gd name="connsiteY38" fmla="*/ 640991 h 640991"/>
              <a:gd name="connsiteX39" fmla="*/ 3087688 w 3504841"/>
              <a:gd name="connsiteY39" fmla="*/ 126251 h 640991"/>
              <a:gd name="connsiteX40" fmla="*/ 3200247 w 3504841"/>
              <a:gd name="connsiteY40" fmla="*/ 126251 h 640991"/>
              <a:gd name="connsiteX41" fmla="*/ 3200247 w 3504841"/>
              <a:gd name="connsiteY41" fmla="*/ 183045 h 640991"/>
              <a:gd name="connsiteX42" fmla="*/ 3323955 w 3504841"/>
              <a:gd name="connsiteY42" fmla="*/ 119062 h 640991"/>
              <a:gd name="connsiteX43" fmla="*/ 2861992 w 3504841"/>
              <a:gd name="connsiteY43" fmla="*/ 119062 h 640991"/>
              <a:gd name="connsiteX44" fmla="*/ 3042879 w 3504841"/>
              <a:gd name="connsiteY44" fmla="*/ 323592 h 640991"/>
              <a:gd name="connsiteX45" fmla="*/ 3042879 w 3504841"/>
              <a:gd name="connsiteY45" fmla="*/ 324670 h 640991"/>
              <a:gd name="connsiteX46" fmla="*/ 2861992 w 3504841"/>
              <a:gd name="connsiteY46" fmla="*/ 529560 h 640991"/>
              <a:gd name="connsiteX47" fmla="*/ 2738285 w 3504841"/>
              <a:gd name="connsiteY47" fmla="*/ 470609 h 640991"/>
              <a:gd name="connsiteX48" fmla="*/ 2738285 w 3504841"/>
              <a:gd name="connsiteY48" fmla="*/ 640991 h 640991"/>
              <a:gd name="connsiteX49" fmla="*/ 2625725 w 3504841"/>
              <a:gd name="connsiteY49" fmla="*/ 640991 h 640991"/>
              <a:gd name="connsiteX50" fmla="*/ 2625725 w 3504841"/>
              <a:gd name="connsiteY50" fmla="*/ 126251 h 640991"/>
              <a:gd name="connsiteX51" fmla="*/ 2738285 w 3504841"/>
              <a:gd name="connsiteY51" fmla="*/ 126251 h 640991"/>
              <a:gd name="connsiteX52" fmla="*/ 2738285 w 3504841"/>
              <a:gd name="connsiteY52" fmla="*/ 183045 h 640991"/>
              <a:gd name="connsiteX53" fmla="*/ 2861992 w 3504841"/>
              <a:gd name="connsiteY53" fmla="*/ 119062 h 640991"/>
              <a:gd name="connsiteX54" fmla="*/ 1828929 w 3504841"/>
              <a:gd name="connsiteY54" fmla="*/ 25400 h 640991"/>
              <a:gd name="connsiteX55" fmla="*/ 1939876 w 3504841"/>
              <a:gd name="connsiteY55" fmla="*/ 25400 h 640991"/>
              <a:gd name="connsiteX56" fmla="*/ 1939876 w 3504841"/>
              <a:gd name="connsiteY56" fmla="*/ 127331 h 640991"/>
              <a:gd name="connsiteX57" fmla="*/ 2033229 w 3504841"/>
              <a:gd name="connsiteY57" fmla="*/ 127331 h 640991"/>
              <a:gd name="connsiteX58" fmla="*/ 2033229 w 3504841"/>
              <a:gd name="connsiteY58" fmla="*/ 223859 h 640991"/>
              <a:gd name="connsiteX59" fmla="*/ 1939876 w 3504841"/>
              <a:gd name="connsiteY59" fmla="*/ 223859 h 640991"/>
              <a:gd name="connsiteX60" fmla="*/ 1939876 w 3504841"/>
              <a:gd name="connsiteY60" fmla="*/ 393143 h 640991"/>
              <a:gd name="connsiteX61" fmla="*/ 1976499 w 3504841"/>
              <a:gd name="connsiteY61" fmla="*/ 431682 h 640991"/>
              <a:gd name="connsiteX62" fmla="*/ 2032152 w 3504841"/>
              <a:gd name="connsiteY62" fmla="*/ 417635 h 640991"/>
              <a:gd name="connsiteX63" fmla="*/ 2032152 w 3504841"/>
              <a:gd name="connsiteY63" fmla="*/ 508040 h 640991"/>
              <a:gd name="connsiteX64" fmla="*/ 1942748 w 3504841"/>
              <a:gd name="connsiteY64" fmla="*/ 531452 h 640991"/>
              <a:gd name="connsiteX65" fmla="*/ 1828929 w 3504841"/>
              <a:gd name="connsiteY65" fmla="*/ 411512 h 640991"/>
              <a:gd name="connsiteX66" fmla="*/ 1828929 w 3504841"/>
              <a:gd name="connsiteY66" fmla="*/ 223859 h 640991"/>
              <a:gd name="connsiteX67" fmla="*/ 1781175 w 3504841"/>
              <a:gd name="connsiteY67" fmla="*/ 223859 h 640991"/>
              <a:gd name="connsiteX68" fmla="*/ 1781175 w 3504841"/>
              <a:gd name="connsiteY68" fmla="*/ 127331 h 640991"/>
              <a:gd name="connsiteX69" fmla="*/ 1828929 w 3504841"/>
              <a:gd name="connsiteY69" fmla="*/ 127331 h 640991"/>
              <a:gd name="connsiteX70" fmla="*/ 852488 w 3504841"/>
              <a:gd name="connsiteY70" fmla="*/ 1587 h 640991"/>
              <a:gd name="connsiteX71" fmla="*/ 958347 w 3504841"/>
              <a:gd name="connsiteY71" fmla="*/ 1587 h 640991"/>
              <a:gd name="connsiteX72" fmla="*/ 1201030 w 3504841"/>
              <a:gd name="connsiteY72" fmla="*/ 324325 h 640991"/>
              <a:gd name="connsiteX73" fmla="*/ 1201030 w 3504841"/>
              <a:gd name="connsiteY73" fmla="*/ 1587 h 640991"/>
              <a:gd name="connsiteX74" fmla="*/ 1314090 w 3504841"/>
              <a:gd name="connsiteY74" fmla="*/ 1587 h 640991"/>
              <a:gd name="connsiteX75" fmla="*/ 1314090 w 3504841"/>
              <a:gd name="connsiteY75" fmla="*/ 523515 h 640991"/>
              <a:gd name="connsiteX76" fmla="*/ 1216513 w 3504841"/>
              <a:gd name="connsiteY76" fmla="*/ 523515 h 640991"/>
              <a:gd name="connsiteX77" fmla="*/ 965548 w 3504841"/>
              <a:gd name="connsiteY77" fmla="*/ 193573 h 640991"/>
              <a:gd name="connsiteX78" fmla="*/ 965548 w 3504841"/>
              <a:gd name="connsiteY78" fmla="*/ 523515 h 640991"/>
              <a:gd name="connsiteX79" fmla="*/ 852488 w 3504841"/>
              <a:gd name="connsiteY79" fmla="*/ 523515 h 640991"/>
              <a:gd name="connsiteX80" fmla="*/ 0 w 3504841"/>
              <a:gd name="connsiteY80" fmla="*/ 1587 h 640991"/>
              <a:gd name="connsiteX81" fmla="*/ 626703 w 3504841"/>
              <a:gd name="connsiteY81" fmla="*/ 1587 h 640991"/>
              <a:gd name="connsiteX82" fmla="*/ 626703 w 3504841"/>
              <a:gd name="connsiteY82" fmla="*/ 523515 h 640991"/>
              <a:gd name="connsiteX83" fmla="*/ 383005 w 3504841"/>
              <a:gd name="connsiteY83" fmla="*/ 523515 h 640991"/>
              <a:gd name="connsiteX84" fmla="*/ 383005 w 3504841"/>
              <a:gd name="connsiteY84" fmla="*/ 209782 h 640991"/>
              <a:gd name="connsiteX85" fmla="*/ 243698 w 3504841"/>
              <a:gd name="connsiteY85" fmla="*/ 209782 h 640991"/>
              <a:gd name="connsiteX86" fmla="*/ 243698 w 3504841"/>
              <a:gd name="connsiteY86" fmla="*/ 523515 h 640991"/>
              <a:gd name="connsiteX87" fmla="*/ 0 w 3504841"/>
              <a:gd name="connsiteY87" fmla="*/ 523515 h 640991"/>
              <a:gd name="connsiteX88" fmla="*/ 2277940 w 3504841"/>
              <a:gd name="connsiteY88" fmla="*/ 0 h 640991"/>
              <a:gd name="connsiteX89" fmla="*/ 2380505 w 3504841"/>
              <a:gd name="connsiteY89" fmla="*/ 0 h 640991"/>
              <a:gd name="connsiteX90" fmla="*/ 2596790 w 3504841"/>
              <a:gd name="connsiteY90" fmla="*/ 521927 h 640991"/>
              <a:gd name="connsiteX91" fmla="*/ 2478031 w 3504841"/>
              <a:gd name="connsiteY91" fmla="*/ 521927 h 640991"/>
              <a:gd name="connsiteX92" fmla="*/ 2430168 w 3504841"/>
              <a:gd name="connsiteY92" fmla="*/ 405223 h 640991"/>
              <a:gd name="connsiteX93" fmla="*/ 2223959 w 3504841"/>
              <a:gd name="connsiteY93" fmla="*/ 405223 h 640991"/>
              <a:gd name="connsiteX94" fmla="*/ 2176095 w 3504841"/>
              <a:gd name="connsiteY94" fmla="*/ 521927 h 640991"/>
              <a:gd name="connsiteX95" fmla="*/ 2060575 w 3504841"/>
              <a:gd name="connsiteY95" fmla="*/ 521927 h 64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3504841" h="640991">
                <a:moveTo>
                  <a:pt x="3294826" y="214318"/>
                </a:moveTo>
                <a:cubicBezTo>
                  <a:pt x="3242322" y="214318"/>
                  <a:pt x="3198090" y="258171"/>
                  <a:pt x="3198090" y="323592"/>
                </a:cubicBezTo>
                <a:lnTo>
                  <a:pt x="3198090" y="324670"/>
                </a:lnTo>
                <a:cubicBezTo>
                  <a:pt x="3198090" y="390451"/>
                  <a:pt x="3242322" y="434304"/>
                  <a:pt x="3294826" y="434304"/>
                </a:cubicBezTo>
                <a:cubicBezTo>
                  <a:pt x="3347689" y="434304"/>
                  <a:pt x="3391922" y="391529"/>
                  <a:pt x="3391922" y="324670"/>
                </a:cubicBezTo>
                <a:lnTo>
                  <a:pt x="3391922" y="323592"/>
                </a:lnTo>
                <a:cubicBezTo>
                  <a:pt x="3391922" y="258171"/>
                  <a:pt x="3347689" y="214318"/>
                  <a:pt x="3294826" y="214318"/>
                </a:cubicBezTo>
                <a:close/>
                <a:moveTo>
                  <a:pt x="2831785" y="214318"/>
                </a:moveTo>
                <a:cubicBezTo>
                  <a:pt x="2778921" y="214318"/>
                  <a:pt x="2735408" y="258171"/>
                  <a:pt x="2735408" y="323592"/>
                </a:cubicBezTo>
                <a:lnTo>
                  <a:pt x="2735408" y="324670"/>
                </a:lnTo>
                <a:cubicBezTo>
                  <a:pt x="2735408" y="390451"/>
                  <a:pt x="2778921" y="434304"/>
                  <a:pt x="2831785" y="434304"/>
                </a:cubicBezTo>
                <a:cubicBezTo>
                  <a:pt x="2885367" y="434304"/>
                  <a:pt x="2929240" y="391529"/>
                  <a:pt x="2929240" y="324670"/>
                </a:cubicBezTo>
                <a:lnTo>
                  <a:pt x="2929240" y="323592"/>
                </a:lnTo>
                <a:cubicBezTo>
                  <a:pt x="2929240" y="258171"/>
                  <a:pt x="2884288" y="214318"/>
                  <a:pt x="2831785" y="214318"/>
                </a:cubicBezTo>
                <a:close/>
                <a:moveTo>
                  <a:pt x="1564332" y="209816"/>
                </a:moveTo>
                <a:cubicBezTo>
                  <a:pt x="1517602" y="209816"/>
                  <a:pt x="1487048" y="243253"/>
                  <a:pt x="1478061" y="293948"/>
                </a:cubicBezTo>
                <a:lnTo>
                  <a:pt x="1647368" y="293948"/>
                </a:lnTo>
                <a:cubicBezTo>
                  <a:pt x="1640179" y="243253"/>
                  <a:pt x="1611062" y="209816"/>
                  <a:pt x="1564332" y="209816"/>
                </a:cubicBezTo>
                <a:close/>
                <a:moveTo>
                  <a:pt x="2327603" y="137236"/>
                </a:moveTo>
                <a:lnTo>
                  <a:pt x="2258507" y="305808"/>
                </a:lnTo>
                <a:lnTo>
                  <a:pt x="2396699" y="305808"/>
                </a:lnTo>
                <a:close/>
                <a:moveTo>
                  <a:pt x="1564332" y="120650"/>
                </a:moveTo>
                <a:cubicBezTo>
                  <a:pt x="1696974" y="120650"/>
                  <a:pt x="1757004" y="223119"/>
                  <a:pt x="1757004" y="335295"/>
                </a:cubicBezTo>
                <a:cubicBezTo>
                  <a:pt x="1757004" y="344283"/>
                  <a:pt x="1755925" y="354710"/>
                  <a:pt x="1755925" y="364777"/>
                </a:cubicBezTo>
                <a:lnTo>
                  <a:pt x="1480218" y="364777"/>
                </a:lnTo>
                <a:cubicBezTo>
                  <a:pt x="1491361" y="415472"/>
                  <a:pt x="1526589" y="442796"/>
                  <a:pt x="1577273" y="442796"/>
                </a:cubicBezTo>
                <a:cubicBezTo>
                  <a:pt x="1615016" y="442796"/>
                  <a:pt x="1642335" y="430572"/>
                  <a:pt x="1673968" y="402169"/>
                </a:cubicBezTo>
                <a:lnTo>
                  <a:pt x="1737593" y="458976"/>
                </a:lnTo>
                <a:cubicBezTo>
                  <a:pt x="1701287" y="504637"/>
                  <a:pt x="1647368" y="533041"/>
                  <a:pt x="1575475" y="533041"/>
                </a:cubicBezTo>
                <a:cubicBezTo>
                  <a:pt x="1455775" y="531962"/>
                  <a:pt x="1368425" y="447830"/>
                  <a:pt x="1368425" y="327025"/>
                </a:cubicBezTo>
                <a:lnTo>
                  <a:pt x="1368425" y="326306"/>
                </a:lnTo>
                <a:cubicBezTo>
                  <a:pt x="1368425" y="213051"/>
                  <a:pt x="1449664" y="120650"/>
                  <a:pt x="1564332" y="120650"/>
                </a:cubicBezTo>
                <a:close/>
                <a:moveTo>
                  <a:pt x="3323955" y="119062"/>
                </a:moveTo>
                <a:cubicBezTo>
                  <a:pt x="3416376" y="119062"/>
                  <a:pt x="3504841" y="190953"/>
                  <a:pt x="3504841" y="323592"/>
                </a:cubicBezTo>
                <a:lnTo>
                  <a:pt x="3504841" y="324670"/>
                </a:lnTo>
                <a:cubicBezTo>
                  <a:pt x="3504841" y="457309"/>
                  <a:pt x="3418533" y="529560"/>
                  <a:pt x="3323955" y="529560"/>
                </a:cubicBezTo>
                <a:cubicBezTo>
                  <a:pt x="3264259" y="529560"/>
                  <a:pt x="3226499" y="502241"/>
                  <a:pt x="3200247" y="470609"/>
                </a:cubicBezTo>
                <a:lnTo>
                  <a:pt x="3200247" y="640991"/>
                </a:lnTo>
                <a:lnTo>
                  <a:pt x="3087688" y="640991"/>
                </a:lnTo>
                <a:lnTo>
                  <a:pt x="3087688" y="126251"/>
                </a:lnTo>
                <a:lnTo>
                  <a:pt x="3200247" y="126251"/>
                </a:lnTo>
                <a:lnTo>
                  <a:pt x="3200247" y="183045"/>
                </a:lnTo>
                <a:cubicBezTo>
                  <a:pt x="3227578" y="146381"/>
                  <a:pt x="3265338" y="119062"/>
                  <a:pt x="3323955" y="119062"/>
                </a:cubicBezTo>
                <a:close/>
                <a:moveTo>
                  <a:pt x="2861992" y="119062"/>
                </a:moveTo>
                <a:cubicBezTo>
                  <a:pt x="2954413" y="119062"/>
                  <a:pt x="3042879" y="190953"/>
                  <a:pt x="3042879" y="323592"/>
                </a:cubicBezTo>
                <a:lnTo>
                  <a:pt x="3042879" y="324670"/>
                </a:lnTo>
                <a:cubicBezTo>
                  <a:pt x="3042879" y="457309"/>
                  <a:pt x="2956571" y="529560"/>
                  <a:pt x="2861992" y="529560"/>
                </a:cubicBezTo>
                <a:cubicBezTo>
                  <a:pt x="2802296" y="529560"/>
                  <a:pt x="2764537" y="502241"/>
                  <a:pt x="2738285" y="470609"/>
                </a:cubicBezTo>
                <a:lnTo>
                  <a:pt x="2738285" y="640991"/>
                </a:lnTo>
                <a:lnTo>
                  <a:pt x="2625725" y="640991"/>
                </a:lnTo>
                <a:lnTo>
                  <a:pt x="2625725" y="126251"/>
                </a:lnTo>
                <a:lnTo>
                  <a:pt x="2738285" y="126251"/>
                </a:lnTo>
                <a:lnTo>
                  <a:pt x="2738285" y="183045"/>
                </a:lnTo>
                <a:cubicBezTo>
                  <a:pt x="2765615" y="146381"/>
                  <a:pt x="2803375" y="119062"/>
                  <a:pt x="2861992" y="119062"/>
                </a:cubicBezTo>
                <a:close/>
                <a:moveTo>
                  <a:pt x="1828929" y="25400"/>
                </a:moveTo>
                <a:lnTo>
                  <a:pt x="1939876" y="25400"/>
                </a:lnTo>
                <a:lnTo>
                  <a:pt x="1939876" y="127331"/>
                </a:lnTo>
                <a:lnTo>
                  <a:pt x="2033229" y="127331"/>
                </a:lnTo>
                <a:lnTo>
                  <a:pt x="2033229" y="223859"/>
                </a:lnTo>
                <a:lnTo>
                  <a:pt x="1939876" y="223859"/>
                </a:lnTo>
                <a:lnTo>
                  <a:pt x="1939876" y="393143"/>
                </a:lnTo>
                <a:cubicBezTo>
                  <a:pt x="1939876" y="419436"/>
                  <a:pt x="1951006" y="431682"/>
                  <a:pt x="1976499" y="431682"/>
                </a:cubicBezTo>
                <a:cubicBezTo>
                  <a:pt x="1996606" y="431682"/>
                  <a:pt x="2015995" y="426640"/>
                  <a:pt x="2032152" y="417635"/>
                </a:cubicBezTo>
                <a:lnTo>
                  <a:pt x="2032152" y="508040"/>
                </a:lnTo>
                <a:cubicBezTo>
                  <a:pt x="2008814" y="522087"/>
                  <a:pt x="1981526" y="531452"/>
                  <a:pt x="1942748" y="531452"/>
                </a:cubicBezTo>
                <a:cubicBezTo>
                  <a:pt x="1874888" y="530371"/>
                  <a:pt x="1828929" y="502998"/>
                  <a:pt x="1828929" y="411512"/>
                </a:cubicBezTo>
                <a:lnTo>
                  <a:pt x="1828929" y="223859"/>
                </a:lnTo>
                <a:lnTo>
                  <a:pt x="1781175" y="223859"/>
                </a:lnTo>
                <a:lnTo>
                  <a:pt x="1781175" y="127331"/>
                </a:lnTo>
                <a:lnTo>
                  <a:pt x="1828929" y="127331"/>
                </a:lnTo>
                <a:close/>
                <a:moveTo>
                  <a:pt x="852488" y="1587"/>
                </a:moveTo>
                <a:lnTo>
                  <a:pt x="958347" y="1587"/>
                </a:lnTo>
                <a:lnTo>
                  <a:pt x="1201030" y="324325"/>
                </a:lnTo>
                <a:lnTo>
                  <a:pt x="1201030" y="1587"/>
                </a:lnTo>
                <a:lnTo>
                  <a:pt x="1314090" y="1587"/>
                </a:lnTo>
                <a:lnTo>
                  <a:pt x="1314090" y="523515"/>
                </a:lnTo>
                <a:lnTo>
                  <a:pt x="1216513" y="523515"/>
                </a:lnTo>
                <a:lnTo>
                  <a:pt x="965548" y="193573"/>
                </a:lnTo>
                <a:lnTo>
                  <a:pt x="965548" y="523515"/>
                </a:lnTo>
                <a:lnTo>
                  <a:pt x="852488" y="523515"/>
                </a:lnTo>
                <a:close/>
                <a:moveTo>
                  <a:pt x="0" y="1587"/>
                </a:moveTo>
                <a:lnTo>
                  <a:pt x="626703" y="1587"/>
                </a:lnTo>
                <a:lnTo>
                  <a:pt x="626703" y="523515"/>
                </a:lnTo>
                <a:lnTo>
                  <a:pt x="383005" y="523515"/>
                </a:lnTo>
                <a:lnTo>
                  <a:pt x="383005" y="209782"/>
                </a:lnTo>
                <a:lnTo>
                  <a:pt x="243698" y="209782"/>
                </a:lnTo>
                <a:lnTo>
                  <a:pt x="243698" y="523515"/>
                </a:lnTo>
                <a:lnTo>
                  <a:pt x="0" y="523515"/>
                </a:lnTo>
                <a:close/>
                <a:moveTo>
                  <a:pt x="2277940" y="0"/>
                </a:moveTo>
                <a:lnTo>
                  <a:pt x="2380505" y="0"/>
                </a:lnTo>
                <a:lnTo>
                  <a:pt x="2596790" y="521927"/>
                </a:lnTo>
                <a:lnTo>
                  <a:pt x="2478031" y="521927"/>
                </a:lnTo>
                <a:lnTo>
                  <a:pt x="2430168" y="405223"/>
                </a:lnTo>
                <a:lnTo>
                  <a:pt x="2223959" y="405223"/>
                </a:lnTo>
                <a:lnTo>
                  <a:pt x="2176095" y="521927"/>
                </a:lnTo>
                <a:lnTo>
                  <a:pt x="2060575" y="521927"/>
                </a:lnTo>
                <a:close/>
              </a:path>
            </a:pathLst>
          </a:custGeom>
          <a:solidFill>
            <a:schemeClr val="bg1"/>
          </a:solidFill>
          <a:ln>
            <a:noFill/>
          </a:ln>
          <a:effectLst/>
        </p:spPr>
        <p:txBody>
          <a:bodyPr wrap="square" anchor="ctr">
            <a:noAutofit/>
          </a:bodyPr>
          <a:lstStyle/>
          <a:p>
            <a:endParaRPr lang="en-US"/>
          </a:p>
        </p:txBody>
      </p:sp>
    </p:spTree>
    <p:extLst>
      <p:ext uri="{BB962C8B-B14F-4D97-AF65-F5344CB8AC3E}">
        <p14:creationId xmlns:p14="http://schemas.microsoft.com/office/powerpoint/2010/main" val="2433677140"/>
      </p:ext>
    </p:extLst>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g Statement">
    <p:spTree>
      <p:nvGrpSpPr>
        <p:cNvPr id="1" name=""/>
        <p:cNvGrpSpPr/>
        <p:nvPr/>
      </p:nvGrpSpPr>
      <p:grpSpPr>
        <a:xfrm>
          <a:off x="0" y="0"/>
          <a:ext cx="0" cy="0"/>
          <a:chOff x="0" y="0"/>
          <a:chExt cx="0" cy="0"/>
        </a:xfrm>
      </p:grpSpPr>
      <p:sp>
        <p:nvSpPr>
          <p:cNvPr id="8" name="Title 7"/>
          <p:cNvSpPr>
            <a:spLocks noGrp="1"/>
          </p:cNvSpPr>
          <p:nvPr>
            <p:ph type="title" hasCustomPrompt="1"/>
          </p:nvPr>
        </p:nvSpPr>
        <p:spPr bwMode="gray">
          <a:xfrm>
            <a:off x="1289697" y="379697"/>
            <a:ext cx="9612608" cy="5407955"/>
          </a:xfrm>
        </p:spPr>
        <p:txBody>
          <a:bodyPr wrap="square" lIns="91521" tIns="45761" rIns="91521" bIns="45761" anchor="ctr">
            <a:noAutofit/>
          </a:bodyPr>
          <a:lstStyle>
            <a:lvl1pPr marL="0" indent="0" algn="ctr">
              <a:lnSpc>
                <a:spcPct val="80000"/>
              </a:lnSpc>
              <a:defRPr sz="10000" b="1">
                <a:solidFill>
                  <a:schemeClr val="bg1"/>
                </a:solidFill>
              </a:defRPr>
            </a:lvl1pPr>
          </a:lstStyle>
          <a:p>
            <a:r>
              <a:rPr lang="en-US" dirty="0"/>
              <a:t>CLICK TO EDIT STATEMENT</a:t>
            </a:r>
          </a:p>
        </p:txBody>
      </p:sp>
      <p:sp>
        <p:nvSpPr>
          <p:cNvPr id="11" name="Slide Number Placeholder 5"/>
          <p:cNvSpPr>
            <a:spLocks noGrp="1"/>
          </p:cNvSpPr>
          <p:nvPr>
            <p:ph type="sldNum" sz="quarter" idx="4"/>
          </p:nvPr>
        </p:nvSpPr>
        <p:spPr>
          <a:xfrm>
            <a:off x="294490" y="6462574"/>
            <a:ext cx="448654" cy="260809"/>
          </a:xfrm>
          <a:prstGeom prst="rect">
            <a:avLst/>
          </a:prstGeom>
        </p:spPr>
        <p:txBody>
          <a:bodyPr vert="horz" wrap="square" lIns="91521" tIns="45761" rIns="91521" bIns="45761" rtlCol="0" anchor="b">
            <a:noAutofit/>
          </a:bodyPr>
          <a:lstStyle>
            <a:lvl1pPr>
              <a:defRPr lang="en-US" sz="1050" b="1" smtClean="0">
                <a:solidFill>
                  <a:schemeClr val="bg1"/>
                </a:solidFill>
              </a:defRPr>
            </a:lvl1pPr>
          </a:lstStyle>
          <a:p>
            <a:fld id="{B071A5F3-A4FF-4CEE-8215-C08835B585C1}" type="slidenum">
              <a:rPr lang="en-US" smtClean="0"/>
              <a:pPr/>
              <a:t>‹#›</a:t>
            </a:fld>
            <a:endParaRPr lang="en-US" dirty="0"/>
          </a:p>
        </p:txBody>
      </p:sp>
      <p:sp>
        <p:nvSpPr>
          <p:cNvPr id="10" name="Footer Placeholder 4"/>
          <p:cNvSpPr>
            <a:spLocks noGrp="1"/>
          </p:cNvSpPr>
          <p:nvPr>
            <p:ph type="ftr" sz="quarter" idx="3"/>
          </p:nvPr>
        </p:nvSpPr>
        <p:spPr>
          <a:xfrm>
            <a:off x="743144" y="6472734"/>
            <a:ext cx="6540464" cy="240489"/>
          </a:xfrm>
          <a:prstGeom prst="rect">
            <a:avLst/>
          </a:prstGeom>
        </p:spPr>
        <p:txBody>
          <a:bodyPr vert="horz" wrap="square" lIns="91521" tIns="45761" rIns="91521" bIns="45761" rtlCol="0" anchor="b">
            <a:noAutofit/>
          </a:bodyPr>
          <a:lstStyle>
            <a:lvl1pPr>
              <a:defRPr lang="en-US" sz="800" smtClean="0">
                <a:solidFill>
                  <a:schemeClr val="bg1"/>
                </a:solidFill>
              </a:defRPr>
            </a:lvl1pPr>
          </a:lstStyle>
          <a:p>
            <a:r>
              <a:rPr lang="en-US"/>
              <a:t>© 2023 NetApp, Inc. All rights reserved.  — NETAPP CONFIDENTIAL — </a:t>
            </a:r>
            <a:endParaRPr lang="en-US" dirty="0"/>
          </a:p>
        </p:txBody>
      </p:sp>
      <p:sp>
        <p:nvSpPr>
          <p:cNvPr id="7" name="Freeform: Shape 6">
            <a:extLst>
              <a:ext uri="{FF2B5EF4-FFF2-40B4-BE49-F238E27FC236}">
                <a16:creationId xmlns:a16="http://schemas.microsoft.com/office/drawing/2014/main" id="{DB0D0D53-1EAE-45DF-9F7F-57405C41343E}"/>
              </a:ext>
            </a:extLst>
          </p:cNvPr>
          <p:cNvSpPr>
            <a:spLocks noChangeAspect="1" noChangeArrowheads="1"/>
          </p:cNvSpPr>
          <p:nvPr userDrawn="1"/>
        </p:nvSpPr>
        <p:spPr bwMode="auto">
          <a:xfrm>
            <a:off x="10776007" y="6495019"/>
            <a:ext cx="1042416" cy="190644"/>
          </a:xfrm>
          <a:custGeom>
            <a:avLst/>
            <a:gdLst>
              <a:gd name="connsiteX0" fmla="*/ 3294826 w 3504841"/>
              <a:gd name="connsiteY0" fmla="*/ 214318 h 640991"/>
              <a:gd name="connsiteX1" fmla="*/ 3198090 w 3504841"/>
              <a:gd name="connsiteY1" fmla="*/ 323592 h 640991"/>
              <a:gd name="connsiteX2" fmla="*/ 3198090 w 3504841"/>
              <a:gd name="connsiteY2" fmla="*/ 324670 h 640991"/>
              <a:gd name="connsiteX3" fmla="*/ 3294826 w 3504841"/>
              <a:gd name="connsiteY3" fmla="*/ 434304 h 640991"/>
              <a:gd name="connsiteX4" fmla="*/ 3391922 w 3504841"/>
              <a:gd name="connsiteY4" fmla="*/ 324670 h 640991"/>
              <a:gd name="connsiteX5" fmla="*/ 3391922 w 3504841"/>
              <a:gd name="connsiteY5" fmla="*/ 323592 h 640991"/>
              <a:gd name="connsiteX6" fmla="*/ 3294826 w 3504841"/>
              <a:gd name="connsiteY6" fmla="*/ 214318 h 640991"/>
              <a:gd name="connsiteX7" fmla="*/ 2831785 w 3504841"/>
              <a:gd name="connsiteY7" fmla="*/ 214318 h 640991"/>
              <a:gd name="connsiteX8" fmla="*/ 2735408 w 3504841"/>
              <a:gd name="connsiteY8" fmla="*/ 323592 h 640991"/>
              <a:gd name="connsiteX9" fmla="*/ 2735408 w 3504841"/>
              <a:gd name="connsiteY9" fmla="*/ 324670 h 640991"/>
              <a:gd name="connsiteX10" fmla="*/ 2831785 w 3504841"/>
              <a:gd name="connsiteY10" fmla="*/ 434304 h 640991"/>
              <a:gd name="connsiteX11" fmla="*/ 2929240 w 3504841"/>
              <a:gd name="connsiteY11" fmla="*/ 324670 h 640991"/>
              <a:gd name="connsiteX12" fmla="*/ 2929240 w 3504841"/>
              <a:gd name="connsiteY12" fmla="*/ 323592 h 640991"/>
              <a:gd name="connsiteX13" fmla="*/ 2831785 w 3504841"/>
              <a:gd name="connsiteY13" fmla="*/ 214318 h 640991"/>
              <a:gd name="connsiteX14" fmla="*/ 1564332 w 3504841"/>
              <a:gd name="connsiteY14" fmla="*/ 209816 h 640991"/>
              <a:gd name="connsiteX15" fmla="*/ 1478061 w 3504841"/>
              <a:gd name="connsiteY15" fmla="*/ 293948 h 640991"/>
              <a:gd name="connsiteX16" fmla="*/ 1647368 w 3504841"/>
              <a:gd name="connsiteY16" fmla="*/ 293948 h 640991"/>
              <a:gd name="connsiteX17" fmla="*/ 1564332 w 3504841"/>
              <a:gd name="connsiteY17" fmla="*/ 209816 h 640991"/>
              <a:gd name="connsiteX18" fmla="*/ 2327603 w 3504841"/>
              <a:gd name="connsiteY18" fmla="*/ 137236 h 640991"/>
              <a:gd name="connsiteX19" fmla="*/ 2258507 w 3504841"/>
              <a:gd name="connsiteY19" fmla="*/ 305808 h 640991"/>
              <a:gd name="connsiteX20" fmla="*/ 2396699 w 3504841"/>
              <a:gd name="connsiteY20" fmla="*/ 305808 h 640991"/>
              <a:gd name="connsiteX21" fmla="*/ 1564332 w 3504841"/>
              <a:gd name="connsiteY21" fmla="*/ 120650 h 640991"/>
              <a:gd name="connsiteX22" fmla="*/ 1757004 w 3504841"/>
              <a:gd name="connsiteY22" fmla="*/ 335295 h 640991"/>
              <a:gd name="connsiteX23" fmla="*/ 1755925 w 3504841"/>
              <a:gd name="connsiteY23" fmla="*/ 364777 h 640991"/>
              <a:gd name="connsiteX24" fmla="*/ 1480218 w 3504841"/>
              <a:gd name="connsiteY24" fmla="*/ 364777 h 640991"/>
              <a:gd name="connsiteX25" fmla="*/ 1577273 w 3504841"/>
              <a:gd name="connsiteY25" fmla="*/ 442796 h 640991"/>
              <a:gd name="connsiteX26" fmla="*/ 1673968 w 3504841"/>
              <a:gd name="connsiteY26" fmla="*/ 402169 h 640991"/>
              <a:gd name="connsiteX27" fmla="*/ 1737593 w 3504841"/>
              <a:gd name="connsiteY27" fmla="*/ 458976 h 640991"/>
              <a:gd name="connsiteX28" fmla="*/ 1575475 w 3504841"/>
              <a:gd name="connsiteY28" fmla="*/ 533041 h 640991"/>
              <a:gd name="connsiteX29" fmla="*/ 1368425 w 3504841"/>
              <a:gd name="connsiteY29" fmla="*/ 327025 h 640991"/>
              <a:gd name="connsiteX30" fmla="*/ 1368425 w 3504841"/>
              <a:gd name="connsiteY30" fmla="*/ 326306 h 640991"/>
              <a:gd name="connsiteX31" fmla="*/ 1564332 w 3504841"/>
              <a:gd name="connsiteY31" fmla="*/ 120650 h 640991"/>
              <a:gd name="connsiteX32" fmla="*/ 3323955 w 3504841"/>
              <a:gd name="connsiteY32" fmla="*/ 119062 h 640991"/>
              <a:gd name="connsiteX33" fmla="*/ 3504841 w 3504841"/>
              <a:gd name="connsiteY33" fmla="*/ 323592 h 640991"/>
              <a:gd name="connsiteX34" fmla="*/ 3504841 w 3504841"/>
              <a:gd name="connsiteY34" fmla="*/ 324670 h 640991"/>
              <a:gd name="connsiteX35" fmla="*/ 3323955 w 3504841"/>
              <a:gd name="connsiteY35" fmla="*/ 529560 h 640991"/>
              <a:gd name="connsiteX36" fmla="*/ 3200247 w 3504841"/>
              <a:gd name="connsiteY36" fmla="*/ 470609 h 640991"/>
              <a:gd name="connsiteX37" fmla="*/ 3200247 w 3504841"/>
              <a:gd name="connsiteY37" fmla="*/ 640991 h 640991"/>
              <a:gd name="connsiteX38" fmla="*/ 3087688 w 3504841"/>
              <a:gd name="connsiteY38" fmla="*/ 640991 h 640991"/>
              <a:gd name="connsiteX39" fmla="*/ 3087688 w 3504841"/>
              <a:gd name="connsiteY39" fmla="*/ 126251 h 640991"/>
              <a:gd name="connsiteX40" fmla="*/ 3200247 w 3504841"/>
              <a:gd name="connsiteY40" fmla="*/ 126251 h 640991"/>
              <a:gd name="connsiteX41" fmla="*/ 3200247 w 3504841"/>
              <a:gd name="connsiteY41" fmla="*/ 183045 h 640991"/>
              <a:gd name="connsiteX42" fmla="*/ 3323955 w 3504841"/>
              <a:gd name="connsiteY42" fmla="*/ 119062 h 640991"/>
              <a:gd name="connsiteX43" fmla="*/ 2861992 w 3504841"/>
              <a:gd name="connsiteY43" fmla="*/ 119062 h 640991"/>
              <a:gd name="connsiteX44" fmla="*/ 3042879 w 3504841"/>
              <a:gd name="connsiteY44" fmla="*/ 323592 h 640991"/>
              <a:gd name="connsiteX45" fmla="*/ 3042879 w 3504841"/>
              <a:gd name="connsiteY45" fmla="*/ 324670 h 640991"/>
              <a:gd name="connsiteX46" fmla="*/ 2861992 w 3504841"/>
              <a:gd name="connsiteY46" fmla="*/ 529560 h 640991"/>
              <a:gd name="connsiteX47" fmla="*/ 2738285 w 3504841"/>
              <a:gd name="connsiteY47" fmla="*/ 470609 h 640991"/>
              <a:gd name="connsiteX48" fmla="*/ 2738285 w 3504841"/>
              <a:gd name="connsiteY48" fmla="*/ 640991 h 640991"/>
              <a:gd name="connsiteX49" fmla="*/ 2625725 w 3504841"/>
              <a:gd name="connsiteY49" fmla="*/ 640991 h 640991"/>
              <a:gd name="connsiteX50" fmla="*/ 2625725 w 3504841"/>
              <a:gd name="connsiteY50" fmla="*/ 126251 h 640991"/>
              <a:gd name="connsiteX51" fmla="*/ 2738285 w 3504841"/>
              <a:gd name="connsiteY51" fmla="*/ 126251 h 640991"/>
              <a:gd name="connsiteX52" fmla="*/ 2738285 w 3504841"/>
              <a:gd name="connsiteY52" fmla="*/ 183045 h 640991"/>
              <a:gd name="connsiteX53" fmla="*/ 2861992 w 3504841"/>
              <a:gd name="connsiteY53" fmla="*/ 119062 h 640991"/>
              <a:gd name="connsiteX54" fmla="*/ 1828929 w 3504841"/>
              <a:gd name="connsiteY54" fmla="*/ 25400 h 640991"/>
              <a:gd name="connsiteX55" fmla="*/ 1939876 w 3504841"/>
              <a:gd name="connsiteY55" fmla="*/ 25400 h 640991"/>
              <a:gd name="connsiteX56" fmla="*/ 1939876 w 3504841"/>
              <a:gd name="connsiteY56" fmla="*/ 127331 h 640991"/>
              <a:gd name="connsiteX57" fmla="*/ 2033229 w 3504841"/>
              <a:gd name="connsiteY57" fmla="*/ 127331 h 640991"/>
              <a:gd name="connsiteX58" fmla="*/ 2033229 w 3504841"/>
              <a:gd name="connsiteY58" fmla="*/ 223859 h 640991"/>
              <a:gd name="connsiteX59" fmla="*/ 1939876 w 3504841"/>
              <a:gd name="connsiteY59" fmla="*/ 223859 h 640991"/>
              <a:gd name="connsiteX60" fmla="*/ 1939876 w 3504841"/>
              <a:gd name="connsiteY60" fmla="*/ 393143 h 640991"/>
              <a:gd name="connsiteX61" fmla="*/ 1976499 w 3504841"/>
              <a:gd name="connsiteY61" fmla="*/ 431682 h 640991"/>
              <a:gd name="connsiteX62" fmla="*/ 2032152 w 3504841"/>
              <a:gd name="connsiteY62" fmla="*/ 417635 h 640991"/>
              <a:gd name="connsiteX63" fmla="*/ 2032152 w 3504841"/>
              <a:gd name="connsiteY63" fmla="*/ 508040 h 640991"/>
              <a:gd name="connsiteX64" fmla="*/ 1942748 w 3504841"/>
              <a:gd name="connsiteY64" fmla="*/ 531452 h 640991"/>
              <a:gd name="connsiteX65" fmla="*/ 1828929 w 3504841"/>
              <a:gd name="connsiteY65" fmla="*/ 411512 h 640991"/>
              <a:gd name="connsiteX66" fmla="*/ 1828929 w 3504841"/>
              <a:gd name="connsiteY66" fmla="*/ 223859 h 640991"/>
              <a:gd name="connsiteX67" fmla="*/ 1781175 w 3504841"/>
              <a:gd name="connsiteY67" fmla="*/ 223859 h 640991"/>
              <a:gd name="connsiteX68" fmla="*/ 1781175 w 3504841"/>
              <a:gd name="connsiteY68" fmla="*/ 127331 h 640991"/>
              <a:gd name="connsiteX69" fmla="*/ 1828929 w 3504841"/>
              <a:gd name="connsiteY69" fmla="*/ 127331 h 640991"/>
              <a:gd name="connsiteX70" fmla="*/ 852488 w 3504841"/>
              <a:gd name="connsiteY70" fmla="*/ 1587 h 640991"/>
              <a:gd name="connsiteX71" fmla="*/ 958347 w 3504841"/>
              <a:gd name="connsiteY71" fmla="*/ 1587 h 640991"/>
              <a:gd name="connsiteX72" fmla="*/ 1201030 w 3504841"/>
              <a:gd name="connsiteY72" fmla="*/ 324325 h 640991"/>
              <a:gd name="connsiteX73" fmla="*/ 1201030 w 3504841"/>
              <a:gd name="connsiteY73" fmla="*/ 1587 h 640991"/>
              <a:gd name="connsiteX74" fmla="*/ 1314090 w 3504841"/>
              <a:gd name="connsiteY74" fmla="*/ 1587 h 640991"/>
              <a:gd name="connsiteX75" fmla="*/ 1314090 w 3504841"/>
              <a:gd name="connsiteY75" fmla="*/ 523515 h 640991"/>
              <a:gd name="connsiteX76" fmla="*/ 1216513 w 3504841"/>
              <a:gd name="connsiteY76" fmla="*/ 523515 h 640991"/>
              <a:gd name="connsiteX77" fmla="*/ 965548 w 3504841"/>
              <a:gd name="connsiteY77" fmla="*/ 193573 h 640991"/>
              <a:gd name="connsiteX78" fmla="*/ 965548 w 3504841"/>
              <a:gd name="connsiteY78" fmla="*/ 523515 h 640991"/>
              <a:gd name="connsiteX79" fmla="*/ 852488 w 3504841"/>
              <a:gd name="connsiteY79" fmla="*/ 523515 h 640991"/>
              <a:gd name="connsiteX80" fmla="*/ 0 w 3504841"/>
              <a:gd name="connsiteY80" fmla="*/ 1587 h 640991"/>
              <a:gd name="connsiteX81" fmla="*/ 626703 w 3504841"/>
              <a:gd name="connsiteY81" fmla="*/ 1587 h 640991"/>
              <a:gd name="connsiteX82" fmla="*/ 626703 w 3504841"/>
              <a:gd name="connsiteY82" fmla="*/ 523515 h 640991"/>
              <a:gd name="connsiteX83" fmla="*/ 383005 w 3504841"/>
              <a:gd name="connsiteY83" fmla="*/ 523515 h 640991"/>
              <a:gd name="connsiteX84" fmla="*/ 383005 w 3504841"/>
              <a:gd name="connsiteY84" fmla="*/ 209782 h 640991"/>
              <a:gd name="connsiteX85" fmla="*/ 243698 w 3504841"/>
              <a:gd name="connsiteY85" fmla="*/ 209782 h 640991"/>
              <a:gd name="connsiteX86" fmla="*/ 243698 w 3504841"/>
              <a:gd name="connsiteY86" fmla="*/ 523515 h 640991"/>
              <a:gd name="connsiteX87" fmla="*/ 0 w 3504841"/>
              <a:gd name="connsiteY87" fmla="*/ 523515 h 640991"/>
              <a:gd name="connsiteX88" fmla="*/ 2277940 w 3504841"/>
              <a:gd name="connsiteY88" fmla="*/ 0 h 640991"/>
              <a:gd name="connsiteX89" fmla="*/ 2380505 w 3504841"/>
              <a:gd name="connsiteY89" fmla="*/ 0 h 640991"/>
              <a:gd name="connsiteX90" fmla="*/ 2596790 w 3504841"/>
              <a:gd name="connsiteY90" fmla="*/ 521927 h 640991"/>
              <a:gd name="connsiteX91" fmla="*/ 2478031 w 3504841"/>
              <a:gd name="connsiteY91" fmla="*/ 521927 h 640991"/>
              <a:gd name="connsiteX92" fmla="*/ 2430168 w 3504841"/>
              <a:gd name="connsiteY92" fmla="*/ 405223 h 640991"/>
              <a:gd name="connsiteX93" fmla="*/ 2223959 w 3504841"/>
              <a:gd name="connsiteY93" fmla="*/ 405223 h 640991"/>
              <a:gd name="connsiteX94" fmla="*/ 2176095 w 3504841"/>
              <a:gd name="connsiteY94" fmla="*/ 521927 h 640991"/>
              <a:gd name="connsiteX95" fmla="*/ 2060575 w 3504841"/>
              <a:gd name="connsiteY95" fmla="*/ 521927 h 64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3504841" h="640991">
                <a:moveTo>
                  <a:pt x="3294826" y="214318"/>
                </a:moveTo>
                <a:cubicBezTo>
                  <a:pt x="3242322" y="214318"/>
                  <a:pt x="3198090" y="258171"/>
                  <a:pt x="3198090" y="323592"/>
                </a:cubicBezTo>
                <a:lnTo>
                  <a:pt x="3198090" y="324670"/>
                </a:lnTo>
                <a:cubicBezTo>
                  <a:pt x="3198090" y="390451"/>
                  <a:pt x="3242322" y="434304"/>
                  <a:pt x="3294826" y="434304"/>
                </a:cubicBezTo>
                <a:cubicBezTo>
                  <a:pt x="3347689" y="434304"/>
                  <a:pt x="3391922" y="391529"/>
                  <a:pt x="3391922" y="324670"/>
                </a:cubicBezTo>
                <a:lnTo>
                  <a:pt x="3391922" y="323592"/>
                </a:lnTo>
                <a:cubicBezTo>
                  <a:pt x="3391922" y="258171"/>
                  <a:pt x="3347689" y="214318"/>
                  <a:pt x="3294826" y="214318"/>
                </a:cubicBezTo>
                <a:close/>
                <a:moveTo>
                  <a:pt x="2831785" y="214318"/>
                </a:moveTo>
                <a:cubicBezTo>
                  <a:pt x="2778921" y="214318"/>
                  <a:pt x="2735408" y="258171"/>
                  <a:pt x="2735408" y="323592"/>
                </a:cubicBezTo>
                <a:lnTo>
                  <a:pt x="2735408" y="324670"/>
                </a:lnTo>
                <a:cubicBezTo>
                  <a:pt x="2735408" y="390451"/>
                  <a:pt x="2778921" y="434304"/>
                  <a:pt x="2831785" y="434304"/>
                </a:cubicBezTo>
                <a:cubicBezTo>
                  <a:pt x="2885367" y="434304"/>
                  <a:pt x="2929240" y="391529"/>
                  <a:pt x="2929240" y="324670"/>
                </a:cubicBezTo>
                <a:lnTo>
                  <a:pt x="2929240" y="323592"/>
                </a:lnTo>
                <a:cubicBezTo>
                  <a:pt x="2929240" y="258171"/>
                  <a:pt x="2884288" y="214318"/>
                  <a:pt x="2831785" y="214318"/>
                </a:cubicBezTo>
                <a:close/>
                <a:moveTo>
                  <a:pt x="1564332" y="209816"/>
                </a:moveTo>
                <a:cubicBezTo>
                  <a:pt x="1517602" y="209816"/>
                  <a:pt x="1487048" y="243253"/>
                  <a:pt x="1478061" y="293948"/>
                </a:cubicBezTo>
                <a:lnTo>
                  <a:pt x="1647368" y="293948"/>
                </a:lnTo>
                <a:cubicBezTo>
                  <a:pt x="1640179" y="243253"/>
                  <a:pt x="1611062" y="209816"/>
                  <a:pt x="1564332" y="209816"/>
                </a:cubicBezTo>
                <a:close/>
                <a:moveTo>
                  <a:pt x="2327603" y="137236"/>
                </a:moveTo>
                <a:lnTo>
                  <a:pt x="2258507" y="305808"/>
                </a:lnTo>
                <a:lnTo>
                  <a:pt x="2396699" y="305808"/>
                </a:lnTo>
                <a:close/>
                <a:moveTo>
                  <a:pt x="1564332" y="120650"/>
                </a:moveTo>
                <a:cubicBezTo>
                  <a:pt x="1696974" y="120650"/>
                  <a:pt x="1757004" y="223119"/>
                  <a:pt x="1757004" y="335295"/>
                </a:cubicBezTo>
                <a:cubicBezTo>
                  <a:pt x="1757004" y="344283"/>
                  <a:pt x="1755925" y="354710"/>
                  <a:pt x="1755925" y="364777"/>
                </a:cubicBezTo>
                <a:lnTo>
                  <a:pt x="1480218" y="364777"/>
                </a:lnTo>
                <a:cubicBezTo>
                  <a:pt x="1491361" y="415472"/>
                  <a:pt x="1526589" y="442796"/>
                  <a:pt x="1577273" y="442796"/>
                </a:cubicBezTo>
                <a:cubicBezTo>
                  <a:pt x="1615016" y="442796"/>
                  <a:pt x="1642335" y="430572"/>
                  <a:pt x="1673968" y="402169"/>
                </a:cubicBezTo>
                <a:lnTo>
                  <a:pt x="1737593" y="458976"/>
                </a:lnTo>
                <a:cubicBezTo>
                  <a:pt x="1701287" y="504637"/>
                  <a:pt x="1647368" y="533041"/>
                  <a:pt x="1575475" y="533041"/>
                </a:cubicBezTo>
                <a:cubicBezTo>
                  <a:pt x="1455775" y="531962"/>
                  <a:pt x="1368425" y="447830"/>
                  <a:pt x="1368425" y="327025"/>
                </a:cubicBezTo>
                <a:lnTo>
                  <a:pt x="1368425" y="326306"/>
                </a:lnTo>
                <a:cubicBezTo>
                  <a:pt x="1368425" y="213051"/>
                  <a:pt x="1449664" y="120650"/>
                  <a:pt x="1564332" y="120650"/>
                </a:cubicBezTo>
                <a:close/>
                <a:moveTo>
                  <a:pt x="3323955" y="119062"/>
                </a:moveTo>
                <a:cubicBezTo>
                  <a:pt x="3416376" y="119062"/>
                  <a:pt x="3504841" y="190953"/>
                  <a:pt x="3504841" y="323592"/>
                </a:cubicBezTo>
                <a:lnTo>
                  <a:pt x="3504841" y="324670"/>
                </a:lnTo>
                <a:cubicBezTo>
                  <a:pt x="3504841" y="457309"/>
                  <a:pt x="3418533" y="529560"/>
                  <a:pt x="3323955" y="529560"/>
                </a:cubicBezTo>
                <a:cubicBezTo>
                  <a:pt x="3264259" y="529560"/>
                  <a:pt x="3226499" y="502241"/>
                  <a:pt x="3200247" y="470609"/>
                </a:cubicBezTo>
                <a:lnTo>
                  <a:pt x="3200247" y="640991"/>
                </a:lnTo>
                <a:lnTo>
                  <a:pt x="3087688" y="640991"/>
                </a:lnTo>
                <a:lnTo>
                  <a:pt x="3087688" y="126251"/>
                </a:lnTo>
                <a:lnTo>
                  <a:pt x="3200247" y="126251"/>
                </a:lnTo>
                <a:lnTo>
                  <a:pt x="3200247" y="183045"/>
                </a:lnTo>
                <a:cubicBezTo>
                  <a:pt x="3227578" y="146381"/>
                  <a:pt x="3265338" y="119062"/>
                  <a:pt x="3323955" y="119062"/>
                </a:cubicBezTo>
                <a:close/>
                <a:moveTo>
                  <a:pt x="2861992" y="119062"/>
                </a:moveTo>
                <a:cubicBezTo>
                  <a:pt x="2954413" y="119062"/>
                  <a:pt x="3042879" y="190953"/>
                  <a:pt x="3042879" y="323592"/>
                </a:cubicBezTo>
                <a:lnTo>
                  <a:pt x="3042879" y="324670"/>
                </a:lnTo>
                <a:cubicBezTo>
                  <a:pt x="3042879" y="457309"/>
                  <a:pt x="2956571" y="529560"/>
                  <a:pt x="2861992" y="529560"/>
                </a:cubicBezTo>
                <a:cubicBezTo>
                  <a:pt x="2802296" y="529560"/>
                  <a:pt x="2764537" y="502241"/>
                  <a:pt x="2738285" y="470609"/>
                </a:cubicBezTo>
                <a:lnTo>
                  <a:pt x="2738285" y="640991"/>
                </a:lnTo>
                <a:lnTo>
                  <a:pt x="2625725" y="640991"/>
                </a:lnTo>
                <a:lnTo>
                  <a:pt x="2625725" y="126251"/>
                </a:lnTo>
                <a:lnTo>
                  <a:pt x="2738285" y="126251"/>
                </a:lnTo>
                <a:lnTo>
                  <a:pt x="2738285" y="183045"/>
                </a:lnTo>
                <a:cubicBezTo>
                  <a:pt x="2765615" y="146381"/>
                  <a:pt x="2803375" y="119062"/>
                  <a:pt x="2861992" y="119062"/>
                </a:cubicBezTo>
                <a:close/>
                <a:moveTo>
                  <a:pt x="1828929" y="25400"/>
                </a:moveTo>
                <a:lnTo>
                  <a:pt x="1939876" y="25400"/>
                </a:lnTo>
                <a:lnTo>
                  <a:pt x="1939876" y="127331"/>
                </a:lnTo>
                <a:lnTo>
                  <a:pt x="2033229" y="127331"/>
                </a:lnTo>
                <a:lnTo>
                  <a:pt x="2033229" y="223859"/>
                </a:lnTo>
                <a:lnTo>
                  <a:pt x="1939876" y="223859"/>
                </a:lnTo>
                <a:lnTo>
                  <a:pt x="1939876" y="393143"/>
                </a:lnTo>
                <a:cubicBezTo>
                  <a:pt x="1939876" y="419436"/>
                  <a:pt x="1951006" y="431682"/>
                  <a:pt x="1976499" y="431682"/>
                </a:cubicBezTo>
                <a:cubicBezTo>
                  <a:pt x="1996606" y="431682"/>
                  <a:pt x="2015995" y="426640"/>
                  <a:pt x="2032152" y="417635"/>
                </a:cubicBezTo>
                <a:lnTo>
                  <a:pt x="2032152" y="508040"/>
                </a:lnTo>
                <a:cubicBezTo>
                  <a:pt x="2008814" y="522087"/>
                  <a:pt x="1981526" y="531452"/>
                  <a:pt x="1942748" y="531452"/>
                </a:cubicBezTo>
                <a:cubicBezTo>
                  <a:pt x="1874888" y="530371"/>
                  <a:pt x="1828929" y="502998"/>
                  <a:pt x="1828929" y="411512"/>
                </a:cubicBezTo>
                <a:lnTo>
                  <a:pt x="1828929" y="223859"/>
                </a:lnTo>
                <a:lnTo>
                  <a:pt x="1781175" y="223859"/>
                </a:lnTo>
                <a:lnTo>
                  <a:pt x="1781175" y="127331"/>
                </a:lnTo>
                <a:lnTo>
                  <a:pt x="1828929" y="127331"/>
                </a:lnTo>
                <a:close/>
                <a:moveTo>
                  <a:pt x="852488" y="1587"/>
                </a:moveTo>
                <a:lnTo>
                  <a:pt x="958347" y="1587"/>
                </a:lnTo>
                <a:lnTo>
                  <a:pt x="1201030" y="324325"/>
                </a:lnTo>
                <a:lnTo>
                  <a:pt x="1201030" y="1587"/>
                </a:lnTo>
                <a:lnTo>
                  <a:pt x="1314090" y="1587"/>
                </a:lnTo>
                <a:lnTo>
                  <a:pt x="1314090" y="523515"/>
                </a:lnTo>
                <a:lnTo>
                  <a:pt x="1216513" y="523515"/>
                </a:lnTo>
                <a:lnTo>
                  <a:pt x="965548" y="193573"/>
                </a:lnTo>
                <a:lnTo>
                  <a:pt x="965548" y="523515"/>
                </a:lnTo>
                <a:lnTo>
                  <a:pt x="852488" y="523515"/>
                </a:lnTo>
                <a:close/>
                <a:moveTo>
                  <a:pt x="0" y="1587"/>
                </a:moveTo>
                <a:lnTo>
                  <a:pt x="626703" y="1587"/>
                </a:lnTo>
                <a:lnTo>
                  <a:pt x="626703" y="523515"/>
                </a:lnTo>
                <a:lnTo>
                  <a:pt x="383005" y="523515"/>
                </a:lnTo>
                <a:lnTo>
                  <a:pt x="383005" y="209782"/>
                </a:lnTo>
                <a:lnTo>
                  <a:pt x="243698" y="209782"/>
                </a:lnTo>
                <a:lnTo>
                  <a:pt x="243698" y="523515"/>
                </a:lnTo>
                <a:lnTo>
                  <a:pt x="0" y="523515"/>
                </a:lnTo>
                <a:close/>
                <a:moveTo>
                  <a:pt x="2277940" y="0"/>
                </a:moveTo>
                <a:lnTo>
                  <a:pt x="2380505" y="0"/>
                </a:lnTo>
                <a:lnTo>
                  <a:pt x="2596790" y="521927"/>
                </a:lnTo>
                <a:lnTo>
                  <a:pt x="2478031" y="521927"/>
                </a:lnTo>
                <a:lnTo>
                  <a:pt x="2430168" y="405223"/>
                </a:lnTo>
                <a:lnTo>
                  <a:pt x="2223959" y="405223"/>
                </a:lnTo>
                <a:lnTo>
                  <a:pt x="2176095" y="521927"/>
                </a:lnTo>
                <a:lnTo>
                  <a:pt x="2060575" y="521927"/>
                </a:lnTo>
                <a:close/>
              </a:path>
            </a:pathLst>
          </a:custGeom>
          <a:solidFill>
            <a:schemeClr val="bg1"/>
          </a:solidFill>
          <a:ln>
            <a:noFill/>
          </a:ln>
          <a:effectLst/>
        </p:spPr>
        <p:txBody>
          <a:bodyPr wrap="square" anchor="ctr">
            <a:noAutofit/>
          </a:bodyPr>
          <a:lstStyle/>
          <a:p>
            <a:endParaRPr lang="en-US"/>
          </a:p>
        </p:txBody>
      </p:sp>
    </p:spTree>
    <p:extLst>
      <p:ext uri="{BB962C8B-B14F-4D97-AF65-F5344CB8AC3E}">
        <p14:creationId xmlns:p14="http://schemas.microsoft.com/office/powerpoint/2010/main" val="1418228793"/>
      </p:ext>
    </p:extLst>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8" name="Slide Number Placeholder 5"/>
          <p:cNvSpPr>
            <a:spLocks noGrp="1"/>
          </p:cNvSpPr>
          <p:nvPr>
            <p:ph type="sldNum" sz="quarter" idx="4"/>
          </p:nvPr>
        </p:nvSpPr>
        <p:spPr>
          <a:xfrm>
            <a:off x="294490" y="6462574"/>
            <a:ext cx="448654" cy="260809"/>
          </a:xfrm>
          <a:prstGeom prst="rect">
            <a:avLst/>
          </a:prstGeom>
        </p:spPr>
        <p:txBody>
          <a:bodyPr vert="horz" wrap="square" lIns="91521" tIns="45761" rIns="91521" bIns="45761" rtlCol="0" anchor="b">
            <a:noAutofit/>
          </a:bodyPr>
          <a:lstStyle>
            <a:lvl1pPr>
              <a:defRPr lang="en-US" sz="1050" b="1" smtClean="0">
                <a:solidFill>
                  <a:schemeClr val="bg1"/>
                </a:solidFill>
              </a:defRPr>
            </a:lvl1pPr>
          </a:lstStyle>
          <a:p>
            <a:fld id="{B071A5F3-A4FF-4CEE-8215-C08835B585C1}" type="slidenum">
              <a:rPr lang="en-US" smtClean="0"/>
              <a:pPr/>
              <a:t>‹#›</a:t>
            </a:fld>
            <a:endParaRPr lang="en-US" dirty="0"/>
          </a:p>
        </p:txBody>
      </p:sp>
      <p:sp>
        <p:nvSpPr>
          <p:cNvPr id="7" name="Footer Placeholder 4"/>
          <p:cNvSpPr>
            <a:spLocks noGrp="1"/>
          </p:cNvSpPr>
          <p:nvPr>
            <p:ph type="ftr" sz="quarter" idx="3"/>
          </p:nvPr>
        </p:nvSpPr>
        <p:spPr>
          <a:xfrm>
            <a:off x="743144" y="6472734"/>
            <a:ext cx="6540464" cy="240489"/>
          </a:xfrm>
          <a:prstGeom prst="rect">
            <a:avLst/>
          </a:prstGeom>
        </p:spPr>
        <p:txBody>
          <a:bodyPr vert="horz" wrap="square" lIns="91521" tIns="45761" rIns="91521" bIns="45761" rtlCol="0" anchor="b">
            <a:noAutofit/>
          </a:bodyPr>
          <a:lstStyle>
            <a:lvl1pPr>
              <a:defRPr lang="en-US" sz="800" smtClean="0">
                <a:solidFill>
                  <a:schemeClr val="bg1"/>
                </a:solidFill>
              </a:defRPr>
            </a:lvl1pPr>
          </a:lstStyle>
          <a:p>
            <a:r>
              <a:rPr lang="en-US"/>
              <a:t>© 2023 NetApp, Inc. All rights reserved.  — NETAPP CONFIDENTIAL — </a:t>
            </a:r>
            <a:endParaRPr lang="en-US" dirty="0"/>
          </a:p>
        </p:txBody>
      </p:sp>
      <p:sp>
        <p:nvSpPr>
          <p:cNvPr id="5" name="Freeform: Shape 4">
            <a:extLst>
              <a:ext uri="{FF2B5EF4-FFF2-40B4-BE49-F238E27FC236}">
                <a16:creationId xmlns:a16="http://schemas.microsoft.com/office/drawing/2014/main" id="{00719BE8-CE9B-4EB0-A5D2-5905E64409EB}"/>
              </a:ext>
            </a:extLst>
          </p:cNvPr>
          <p:cNvSpPr>
            <a:spLocks noChangeAspect="1" noChangeArrowheads="1"/>
          </p:cNvSpPr>
          <p:nvPr userDrawn="1"/>
        </p:nvSpPr>
        <p:spPr bwMode="auto">
          <a:xfrm>
            <a:off x="10776007" y="6495019"/>
            <a:ext cx="1042416" cy="190644"/>
          </a:xfrm>
          <a:custGeom>
            <a:avLst/>
            <a:gdLst>
              <a:gd name="connsiteX0" fmla="*/ 3294826 w 3504841"/>
              <a:gd name="connsiteY0" fmla="*/ 214318 h 640991"/>
              <a:gd name="connsiteX1" fmla="*/ 3198090 w 3504841"/>
              <a:gd name="connsiteY1" fmla="*/ 323592 h 640991"/>
              <a:gd name="connsiteX2" fmla="*/ 3198090 w 3504841"/>
              <a:gd name="connsiteY2" fmla="*/ 324670 h 640991"/>
              <a:gd name="connsiteX3" fmla="*/ 3294826 w 3504841"/>
              <a:gd name="connsiteY3" fmla="*/ 434304 h 640991"/>
              <a:gd name="connsiteX4" fmla="*/ 3391922 w 3504841"/>
              <a:gd name="connsiteY4" fmla="*/ 324670 h 640991"/>
              <a:gd name="connsiteX5" fmla="*/ 3391922 w 3504841"/>
              <a:gd name="connsiteY5" fmla="*/ 323592 h 640991"/>
              <a:gd name="connsiteX6" fmla="*/ 3294826 w 3504841"/>
              <a:gd name="connsiteY6" fmla="*/ 214318 h 640991"/>
              <a:gd name="connsiteX7" fmla="*/ 2831785 w 3504841"/>
              <a:gd name="connsiteY7" fmla="*/ 214318 h 640991"/>
              <a:gd name="connsiteX8" fmla="*/ 2735408 w 3504841"/>
              <a:gd name="connsiteY8" fmla="*/ 323592 h 640991"/>
              <a:gd name="connsiteX9" fmla="*/ 2735408 w 3504841"/>
              <a:gd name="connsiteY9" fmla="*/ 324670 h 640991"/>
              <a:gd name="connsiteX10" fmla="*/ 2831785 w 3504841"/>
              <a:gd name="connsiteY10" fmla="*/ 434304 h 640991"/>
              <a:gd name="connsiteX11" fmla="*/ 2929240 w 3504841"/>
              <a:gd name="connsiteY11" fmla="*/ 324670 h 640991"/>
              <a:gd name="connsiteX12" fmla="*/ 2929240 w 3504841"/>
              <a:gd name="connsiteY12" fmla="*/ 323592 h 640991"/>
              <a:gd name="connsiteX13" fmla="*/ 2831785 w 3504841"/>
              <a:gd name="connsiteY13" fmla="*/ 214318 h 640991"/>
              <a:gd name="connsiteX14" fmla="*/ 1564332 w 3504841"/>
              <a:gd name="connsiteY14" fmla="*/ 209816 h 640991"/>
              <a:gd name="connsiteX15" fmla="*/ 1478061 w 3504841"/>
              <a:gd name="connsiteY15" fmla="*/ 293948 h 640991"/>
              <a:gd name="connsiteX16" fmla="*/ 1647368 w 3504841"/>
              <a:gd name="connsiteY16" fmla="*/ 293948 h 640991"/>
              <a:gd name="connsiteX17" fmla="*/ 1564332 w 3504841"/>
              <a:gd name="connsiteY17" fmla="*/ 209816 h 640991"/>
              <a:gd name="connsiteX18" fmla="*/ 2327603 w 3504841"/>
              <a:gd name="connsiteY18" fmla="*/ 137236 h 640991"/>
              <a:gd name="connsiteX19" fmla="*/ 2258507 w 3504841"/>
              <a:gd name="connsiteY19" fmla="*/ 305808 h 640991"/>
              <a:gd name="connsiteX20" fmla="*/ 2396699 w 3504841"/>
              <a:gd name="connsiteY20" fmla="*/ 305808 h 640991"/>
              <a:gd name="connsiteX21" fmla="*/ 1564332 w 3504841"/>
              <a:gd name="connsiteY21" fmla="*/ 120650 h 640991"/>
              <a:gd name="connsiteX22" fmla="*/ 1757004 w 3504841"/>
              <a:gd name="connsiteY22" fmla="*/ 335295 h 640991"/>
              <a:gd name="connsiteX23" fmla="*/ 1755925 w 3504841"/>
              <a:gd name="connsiteY23" fmla="*/ 364777 h 640991"/>
              <a:gd name="connsiteX24" fmla="*/ 1480218 w 3504841"/>
              <a:gd name="connsiteY24" fmla="*/ 364777 h 640991"/>
              <a:gd name="connsiteX25" fmla="*/ 1577273 w 3504841"/>
              <a:gd name="connsiteY25" fmla="*/ 442796 h 640991"/>
              <a:gd name="connsiteX26" fmla="*/ 1673968 w 3504841"/>
              <a:gd name="connsiteY26" fmla="*/ 402169 h 640991"/>
              <a:gd name="connsiteX27" fmla="*/ 1737593 w 3504841"/>
              <a:gd name="connsiteY27" fmla="*/ 458976 h 640991"/>
              <a:gd name="connsiteX28" fmla="*/ 1575475 w 3504841"/>
              <a:gd name="connsiteY28" fmla="*/ 533041 h 640991"/>
              <a:gd name="connsiteX29" fmla="*/ 1368425 w 3504841"/>
              <a:gd name="connsiteY29" fmla="*/ 327025 h 640991"/>
              <a:gd name="connsiteX30" fmla="*/ 1368425 w 3504841"/>
              <a:gd name="connsiteY30" fmla="*/ 326306 h 640991"/>
              <a:gd name="connsiteX31" fmla="*/ 1564332 w 3504841"/>
              <a:gd name="connsiteY31" fmla="*/ 120650 h 640991"/>
              <a:gd name="connsiteX32" fmla="*/ 3323955 w 3504841"/>
              <a:gd name="connsiteY32" fmla="*/ 119062 h 640991"/>
              <a:gd name="connsiteX33" fmla="*/ 3504841 w 3504841"/>
              <a:gd name="connsiteY33" fmla="*/ 323592 h 640991"/>
              <a:gd name="connsiteX34" fmla="*/ 3504841 w 3504841"/>
              <a:gd name="connsiteY34" fmla="*/ 324670 h 640991"/>
              <a:gd name="connsiteX35" fmla="*/ 3323955 w 3504841"/>
              <a:gd name="connsiteY35" fmla="*/ 529560 h 640991"/>
              <a:gd name="connsiteX36" fmla="*/ 3200247 w 3504841"/>
              <a:gd name="connsiteY36" fmla="*/ 470609 h 640991"/>
              <a:gd name="connsiteX37" fmla="*/ 3200247 w 3504841"/>
              <a:gd name="connsiteY37" fmla="*/ 640991 h 640991"/>
              <a:gd name="connsiteX38" fmla="*/ 3087688 w 3504841"/>
              <a:gd name="connsiteY38" fmla="*/ 640991 h 640991"/>
              <a:gd name="connsiteX39" fmla="*/ 3087688 w 3504841"/>
              <a:gd name="connsiteY39" fmla="*/ 126251 h 640991"/>
              <a:gd name="connsiteX40" fmla="*/ 3200247 w 3504841"/>
              <a:gd name="connsiteY40" fmla="*/ 126251 h 640991"/>
              <a:gd name="connsiteX41" fmla="*/ 3200247 w 3504841"/>
              <a:gd name="connsiteY41" fmla="*/ 183045 h 640991"/>
              <a:gd name="connsiteX42" fmla="*/ 3323955 w 3504841"/>
              <a:gd name="connsiteY42" fmla="*/ 119062 h 640991"/>
              <a:gd name="connsiteX43" fmla="*/ 2861992 w 3504841"/>
              <a:gd name="connsiteY43" fmla="*/ 119062 h 640991"/>
              <a:gd name="connsiteX44" fmla="*/ 3042879 w 3504841"/>
              <a:gd name="connsiteY44" fmla="*/ 323592 h 640991"/>
              <a:gd name="connsiteX45" fmla="*/ 3042879 w 3504841"/>
              <a:gd name="connsiteY45" fmla="*/ 324670 h 640991"/>
              <a:gd name="connsiteX46" fmla="*/ 2861992 w 3504841"/>
              <a:gd name="connsiteY46" fmla="*/ 529560 h 640991"/>
              <a:gd name="connsiteX47" fmla="*/ 2738285 w 3504841"/>
              <a:gd name="connsiteY47" fmla="*/ 470609 h 640991"/>
              <a:gd name="connsiteX48" fmla="*/ 2738285 w 3504841"/>
              <a:gd name="connsiteY48" fmla="*/ 640991 h 640991"/>
              <a:gd name="connsiteX49" fmla="*/ 2625725 w 3504841"/>
              <a:gd name="connsiteY49" fmla="*/ 640991 h 640991"/>
              <a:gd name="connsiteX50" fmla="*/ 2625725 w 3504841"/>
              <a:gd name="connsiteY50" fmla="*/ 126251 h 640991"/>
              <a:gd name="connsiteX51" fmla="*/ 2738285 w 3504841"/>
              <a:gd name="connsiteY51" fmla="*/ 126251 h 640991"/>
              <a:gd name="connsiteX52" fmla="*/ 2738285 w 3504841"/>
              <a:gd name="connsiteY52" fmla="*/ 183045 h 640991"/>
              <a:gd name="connsiteX53" fmla="*/ 2861992 w 3504841"/>
              <a:gd name="connsiteY53" fmla="*/ 119062 h 640991"/>
              <a:gd name="connsiteX54" fmla="*/ 1828929 w 3504841"/>
              <a:gd name="connsiteY54" fmla="*/ 25400 h 640991"/>
              <a:gd name="connsiteX55" fmla="*/ 1939876 w 3504841"/>
              <a:gd name="connsiteY55" fmla="*/ 25400 h 640991"/>
              <a:gd name="connsiteX56" fmla="*/ 1939876 w 3504841"/>
              <a:gd name="connsiteY56" fmla="*/ 127331 h 640991"/>
              <a:gd name="connsiteX57" fmla="*/ 2033229 w 3504841"/>
              <a:gd name="connsiteY57" fmla="*/ 127331 h 640991"/>
              <a:gd name="connsiteX58" fmla="*/ 2033229 w 3504841"/>
              <a:gd name="connsiteY58" fmla="*/ 223859 h 640991"/>
              <a:gd name="connsiteX59" fmla="*/ 1939876 w 3504841"/>
              <a:gd name="connsiteY59" fmla="*/ 223859 h 640991"/>
              <a:gd name="connsiteX60" fmla="*/ 1939876 w 3504841"/>
              <a:gd name="connsiteY60" fmla="*/ 393143 h 640991"/>
              <a:gd name="connsiteX61" fmla="*/ 1976499 w 3504841"/>
              <a:gd name="connsiteY61" fmla="*/ 431682 h 640991"/>
              <a:gd name="connsiteX62" fmla="*/ 2032152 w 3504841"/>
              <a:gd name="connsiteY62" fmla="*/ 417635 h 640991"/>
              <a:gd name="connsiteX63" fmla="*/ 2032152 w 3504841"/>
              <a:gd name="connsiteY63" fmla="*/ 508040 h 640991"/>
              <a:gd name="connsiteX64" fmla="*/ 1942748 w 3504841"/>
              <a:gd name="connsiteY64" fmla="*/ 531452 h 640991"/>
              <a:gd name="connsiteX65" fmla="*/ 1828929 w 3504841"/>
              <a:gd name="connsiteY65" fmla="*/ 411512 h 640991"/>
              <a:gd name="connsiteX66" fmla="*/ 1828929 w 3504841"/>
              <a:gd name="connsiteY66" fmla="*/ 223859 h 640991"/>
              <a:gd name="connsiteX67" fmla="*/ 1781175 w 3504841"/>
              <a:gd name="connsiteY67" fmla="*/ 223859 h 640991"/>
              <a:gd name="connsiteX68" fmla="*/ 1781175 w 3504841"/>
              <a:gd name="connsiteY68" fmla="*/ 127331 h 640991"/>
              <a:gd name="connsiteX69" fmla="*/ 1828929 w 3504841"/>
              <a:gd name="connsiteY69" fmla="*/ 127331 h 640991"/>
              <a:gd name="connsiteX70" fmla="*/ 852488 w 3504841"/>
              <a:gd name="connsiteY70" fmla="*/ 1587 h 640991"/>
              <a:gd name="connsiteX71" fmla="*/ 958347 w 3504841"/>
              <a:gd name="connsiteY71" fmla="*/ 1587 h 640991"/>
              <a:gd name="connsiteX72" fmla="*/ 1201030 w 3504841"/>
              <a:gd name="connsiteY72" fmla="*/ 324325 h 640991"/>
              <a:gd name="connsiteX73" fmla="*/ 1201030 w 3504841"/>
              <a:gd name="connsiteY73" fmla="*/ 1587 h 640991"/>
              <a:gd name="connsiteX74" fmla="*/ 1314090 w 3504841"/>
              <a:gd name="connsiteY74" fmla="*/ 1587 h 640991"/>
              <a:gd name="connsiteX75" fmla="*/ 1314090 w 3504841"/>
              <a:gd name="connsiteY75" fmla="*/ 523515 h 640991"/>
              <a:gd name="connsiteX76" fmla="*/ 1216513 w 3504841"/>
              <a:gd name="connsiteY76" fmla="*/ 523515 h 640991"/>
              <a:gd name="connsiteX77" fmla="*/ 965548 w 3504841"/>
              <a:gd name="connsiteY77" fmla="*/ 193573 h 640991"/>
              <a:gd name="connsiteX78" fmla="*/ 965548 w 3504841"/>
              <a:gd name="connsiteY78" fmla="*/ 523515 h 640991"/>
              <a:gd name="connsiteX79" fmla="*/ 852488 w 3504841"/>
              <a:gd name="connsiteY79" fmla="*/ 523515 h 640991"/>
              <a:gd name="connsiteX80" fmla="*/ 0 w 3504841"/>
              <a:gd name="connsiteY80" fmla="*/ 1587 h 640991"/>
              <a:gd name="connsiteX81" fmla="*/ 626703 w 3504841"/>
              <a:gd name="connsiteY81" fmla="*/ 1587 h 640991"/>
              <a:gd name="connsiteX82" fmla="*/ 626703 w 3504841"/>
              <a:gd name="connsiteY82" fmla="*/ 523515 h 640991"/>
              <a:gd name="connsiteX83" fmla="*/ 383005 w 3504841"/>
              <a:gd name="connsiteY83" fmla="*/ 523515 h 640991"/>
              <a:gd name="connsiteX84" fmla="*/ 383005 w 3504841"/>
              <a:gd name="connsiteY84" fmla="*/ 209782 h 640991"/>
              <a:gd name="connsiteX85" fmla="*/ 243698 w 3504841"/>
              <a:gd name="connsiteY85" fmla="*/ 209782 h 640991"/>
              <a:gd name="connsiteX86" fmla="*/ 243698 w 3504841"/>
              <a:gd name="connsiteY86" fmla="*/ 523515 h 640991"/>
              <a:gd name="connsiteX87" fmla="*/ 0 w 3504841"/>
              <a:gd name="connsiteY87" fmla="*/ 523515 h 640991"/>
              <a:gd name="connsiteX88" fmla="*/ 2277940 w 3504841"/>
              <a:gd name="connsiteY88" fmla="*/ 0 h 640991"/>
              <a:gd name="connsiteX89" fmla="*/ 2380505 w 3504841"/>
              <a:gd name="connsiteY89" fmla="*/ 0 h 640991"/>
              <a:gd name="connsiteX90" fmla="*/ 2596790 w 3504841"/>
              <a:gd name="connsiteY90" fmla="*/ 521927 h 640991"/>
              <a:gd name="connsiteX91" fmla="*/ 2478031 w 3504841"/>
              <a:gd name="connsiteY91" fmla="*/ 521927 h 640991"/>
              <a:gd name="connsiteX92" fmla="*/ 2430168 w 3504841"/>
              <a:gd name="connsiteY92" fmla="*/ 405223 h 640991"/>
              <a:gd name="connsiteX93" fmla="*/ 2223959 w 3504841"/>
              <a:gd name="connsiteY93" fmla="*/ 405223 h 640991"/>
              <a:gd name="connsiteX94" fmla="*/ 2176095 w 3504841"/>
              <a:gd name="connsiteY94" fmla="*/ 521927 h 640991"/>
              <a:gd name="connsiteX95" fmla="*/ 2060575 w 3504841"/>
              <a:gd name="connsiteY95" fmla="*/ 521927 h 64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3504841" h="640991">
                <a:moveTo>
                  <a:pt x="3294826" y="214318"/>
                </a:moveTo>
                <a:cubicBezTo>
                  <a:pt x="3242322" y="214318"/>
                  <a:pt x="3198090" y="258171"/>
                  <a:pt x="3198090" y="323592"/>
                </a:cubicBezTo>
                <a:lnTo>
                  <a:pt x="3198090" y="324670"/>
                </a:lnTo>
                <a:cubicBezTo>
                  <a:pt x="3198090" y="390451"/>
                  <a:pt x="3242322" y="434304"/>
                  <a:pt x="3294826" y="434304"/>
                </a:cubicBezTo>
                <a:cubicBezTo>
                  <a:pt x="3347689" y="434304"/>
                  <a:pt x="3391922" y="391529"/>
                  <a:pt x="3391922" y="324670"/>
                </a:cubicBezTo>
                <a:lnTo>
                  <a:pt x="3391922" y="323592"/>
                </a:lnTo>
                <a:cubicBezTo>
                  <a:pt x="3391922" y="258171"/>
                  <a:pt x="3347689" y="214318"/>
                  <a:pt x="3294826" y="214318"/>
                </a:cubicBezTo>
                <a:close/>
                <a:moveTo>
                  <a:pt x="2831785" y="214318"/>
                </a:moveTo>
                <a:cubicBezTo>
                  <a:pt x="2778921" y="214318"/>
                  <a:pt x="2735408" y="258171"/>
                  <a:pt x="2735408" y="323592"/>
                </a:cubicBezTo>
                <a:lnTo>
                  <a:pt x="2735408" y="324670"/>
                </a:lnTo>
                <a:cubicBezTo>
                  <a:pt x="2735408" y="390451"/>
                  <a:pt x="2778921" y="434304"/>
                  <a:pt x="2831785" y="434304"/>
                </a:cubicBezTo>
                <a:cubicBezTo>
                  <a:pt x="2885367" y="434304"/>
                  <a:pt x="2929240" y="391529"/>
                  <a:pt x="2929240" y="324670"/>
                </a:cubicBezTo>
                <a:lnTo>
                  <a:pt x="2929240" y="323592"/>
                </a:lnTo>
                <a:cubicBezTo>
                  <a:pt x="2929240" y="258171"/>
                  <a:pt x="2884288" y="214318"/>
                  <a:pt x="2831785" y="214318"/>
                </a:cubicBezTo>
                <a:close/>
                <a:moveTo>
                  <a:pt x="1564332" y="209816"/>
                </a:moveTo>
                <a:cubicBezTo>
                  <a:pt x="1517602" y="209816"/>
                  <a:pt x="1487048" y="243253"/>
                  <a:pt x="1478061" y="293948"/>
                </a:cubicBezTo>
                <a:lnTo>
                  <a:pt x="1647368" y="293948"/>
                </a:lnTo>
                <a:cubicBezTo>
                  <a:pt x="1640179" y="243253"/>
                  <a:pt x="1611062" y="209816"/>
                  <a:pt x="1564332" y="209816"/>
                </a:cubicBezTo>
                <a:close/>
                <a:moveTo>
                  <a:pt x="2327603" y="137236"/>
                </a:moveTo>
                <a:lnTo>
                  <a:pt x="2258507" y="305808"/>
                </a:lnTo>
                <a:lnTo>
                  <a:pt x="2396699" y="305808"/>
                </a:lnTo>
                <a:close/>
                <a:moveTo>
                  <a:pt x="1564332" y="120650"/>
                </a:moveTo>
                <a:cubicBezTo>
                  <a:pt x="1696974" y="120650"/>
                  <a:pt x="1757004" y="223119"/>
                  <a:pt x="1757004" y="335295"/>
                </a:cubicBezTo>
                <a:cubicBezTo>
                  <a:pt x="1757004" y="344283"/>
                  <a:pt x="1755925" y="354710"/>
                  <a:pt x="1755925" y="364777"/>
                </a:cubicBezTo>
                <a:lnTo>
                  <a:pt x="1480218" y="364777"/>
                </a:lnTo>
                <a:cubicBezTo>
                  <a:pt x="1491361" y="415472"/>
                  <a:pt x="1526589" y="442796"/>
                  <a:pt x="1577273" y="442796"/>
                </a:cubicBezTo>
                <a:cubicBezTo>
                  <a:pt x="1615016" y="442796"/>
                  <a:pt x="1642335" y="430572"/>
                  <a:pt x="1673968" y="402169"/>
                </a:cubicBezTo>
                <a:lnTo>
                  <a:pt x="1737593" y="458976"/>
                </a:lnTo>
                <a:cubicBezTo>
                  <a:pt x="1701287" y="504637"/>
                  <a:pt x="1647368" y="533041"/>
                  <a:pt x="1575475" y="533041"/>
                </a:cubicBezTo>
                <a:cubicBezTo>
                  <a:pt x="1455775" y="531962"/>
                  <a:pt x="1368425" y="447830"/>
                  <a:pt x="1368425" y="327025"/>
                </a:cubicBezTo>
                <a:lnTo>
                  <a:pt x="1368425" y="326306"/>
                </a:lnTo>
                <a:cubicBezTo>
                  <a:pt x="1368425" y="213051"/>
                  <a:pt x="1449664" y="120650"/>
                  <a:pt x="1564332" y="120650"/>
                </a:cubicBezTo>
                <a:close/>
                <a:moveTo>
                  <a:pt x="3323955" y="119062"/>
                </a:moveTo>
                <a:cubicBezTo>
                  <a:pt x="3416376" y="119062"/>
                  <a:pt x="3504841" y="190953"/>
                  <a:pt x="3504841" y="323592"/>
                </a:cubicBezTo>
                <a:lnTo>
                  <a:pt x="3504841" y="324670"/>
                </a:lnTo>
                <a:cubicBezTo>
                  <a:pt x="3504841" y="457309"/>
                  <a:pt x="3418533" y="529560"/>
                  <a:pt x="3323955" y="529560"/>
                </a:cubicBezTo>
                <a:cubicBezTo>
                  <a:pt x="3264259" y="529560"/>
                  <a:pt x="3226499" y="502241"/>
                  <a:pt x="3200247" y="470609"/>
                </a:cubicBezTo>
                <a:lnTo>
                  <a:pt x="3200247" y="640991"/>
                </a:lnTo>
                <a:lnTo>
                  <a:pt x="3087688" y="640991"/>
                </a:lnTo>
                <a:lnTo>
                  <a:pt x="3087688" y="126251"/>
                </a:lnTo>
                <a:lnTo>
                  <a:pt x="3200247" y="126251"/>
                </a:lnTo>
                <a:lnTo>
                  <a:pt x="3200247" y="183045"/>
                </a:lnTo>
                <a:cubicBezTo>
                  <a:pt x="3227578" y="146381"/>
                  <a:pt x="3265338" y="119062"/>
                  <a:pt x="3323955" y="119062"/>
                </a:cubicBezTo>
                <a:close/>
                <a:moveTo>
                  <a:pt x="2861992" y="119062"/>
                </a:moveTo>
                <a:cubicBezTo>
                  <a:pt x="2954413" y="119062"/>
                  <a:pt x="3042879" y="190953"/>
                  <a:pt x="3042879" y="323592"/>
                </a:cubicBezTo>
                <a:lnTo>
                  <a:pt x="3042879" y="324670"/>
                </a:lnTo>
                <a:cubicBezTo>
                  <a:pt x="3042879" y="457309"/>
                  <a:pt x="2956571" y="529560"/>
                  <a:pt x="2861992" y="529560"/>
                </a:cubicBezTo>
                <a:cubicBezTo>
                  <a:pt x="2802296" y="529560"/>
                  <a:pt x="2764537" y="502241"/>
                  <a:pt x="2738285" y="470609"/>
                </a:cubicBezTo>
                <a:lnTo>
                  <a:pt x="2738285" y="640991"/>
                </a:lnTo>
                <a:lnTo>
                  <a:pt x="2625725" y="640991"/>
                </a:lnTo>
                <a:lnTo>
                  <a:pt x="2625725" y="126251"/>
                </a:lnTo>
                <a:lnTo>
                  <a:pt x="2738285" y="126251"/>
                </a:lnTo>
                <a:lnTo>
                  <a:pt x="2738285" y="183045"/>
                </a:lnTo>
                <a:cubicBezTo>
                  <a:pt x="2765615" y="146381"/>
                  <a:pt x="2803375" y="119062"/>
                  <a:pt x="2861992" y="119062"/>
                </a:cubicBezTo>
                <a:close/>
                <a:moveTo>
                  <a:pt x="1828929" y="25400"/>
                </a:moveTo>
                <a:lnTo>
                  <a:pt x="1939876" y="25400"/>
                </a:lnTo>
                <a:lnTo>
                  <a:pt x="1939876" y="127331"/>
                </a:lnTo>
                <a:lnTo>
                  <a:pt x="2033229" y="127331"/>
                </a:lnTo>
                <a:lnTo>
                  <a:pt x="2033229" y="223859"/>
                </a:lnTo>
                <a:lnTo>
                  <a:pt x="1939876" y="223859"/>
                </a:lnTo>
                <a:lnTo>
                  <a:pt x="1939876" y="393143"/>
                </a:lnTo>
                <a:cubicBezTo>
                  <a:pt x="1939876" y="419436"/>
                  <a:pt x="1951006" y="431682"/>
                  <a:pt x="1976499" y="431682"/>
                </a:cubicBezTo>
                <a:cubicBezTo>
                  <a:pt x="1996606" y="431682"/>
                  <a:pt x="2015995" y="426640"/>
                  <a:pt x="2032152" y="417635"/>
                </a:cubicBezTo>
                <a:lnTo>
                  <a:pt x="2032152" y="508040"/>
                </a:lnTo>
                <a:cubicBezTo>
                  <a:pt x="2008814" y="522087"/>
                  <a:pt x="1981526" y="531452"/>
                  <a:pt x="1942748" y="531452"/>
                </a:cubicBezTo>
                <a:cubicBezTo>
                  <a:pt x="1874888" y="530371"/>
                  <a:pt x="1828929" y="502998"/>
                  <a:pt x="1828929" y="411512"/>
                </a:cubicBezTo>
                <a:lnTo>
                  <a:pt x="1828929" y="223859"/>
                </a:lnTo>
                <a:lnTo>
                  <a:pt x="1781175" y="223859"/>
                </a:lnTo>
                <a:lnTo>
                  <a:pt x="1781175" y="127331"/>
                </a:lnTo>
                <a:lnTo>
                  <a:pt x="1828929" y="127331"/>
                </a:lnTo>
                <a:close/>
                <a:moveTo>
                  <a:pt x="852488" y="1587"/>
                </a:moveTo>
                <a:lnTo>
                  <a:pt x="958347" y="1587"/>
                </a:lnTo>
                <a:lnTo>
                  <a:pt x="1201030" y="324325"/>
                </a:lnTo>
                <a:lnTo>
                  <a:pt x="1201030" y="1587"/>
                </a:lnTo>
                <a:lnTo>
                  <a:pt x="1314090" y="1587"/>
                </a:lnTo>
                <a:lnTo>
                  <a:pt x="1314090" y="523515"/>
                </a:lnTo>
                <a:lnTo>
                  <a:pt x="1216513" y="523515"/>
                </a:lnTo>
                <a:lnTo>
                  <a:pt x="965548" y="193573"/>
                </a:lnTo>
                <a:lnTo>
                  <a:pt x="965548" y="523515"/>
                </a:lnTo>
                <a:lnTo>
                  <a:pt x="852488" y="523515"/>
                </a:lnTo>
                <a:close/>
                <a:moveTo>
                  <a:pt x="0" y="1587"/>
                </a:moveTo>
                <a:lnTo>
                  <a:pt x="626703" y="1587"/>
                </a:lnTo>
                <a:lnTo>
                  <a:pt x="626703" y="523515"/>
                </a:lnTo>
                <a:lnTo>
                  <a:pt x="383005" y="523515"/>
                </a:lnTo>
                <a:lnTo>
                  <a:pt x="383005" y="209782"/>
                </a:lnTo>
                <a:lnTo>
                  <a:pt x="243698" y="209782"/>
                </a:lnTo>
                <a:lnTo>
                  <a:pt x="243698" y="523515"/>
                </a:lnTo>
                <a:lnTo>
                  <a:pt x="0" y="523515"/>
                </a:lnTo>
                <a:close/>
                <a:moveTo>
                  <a:pt x="2277940" y="0"/>
                </a:moveTo>
                <a:lnTo>
                  <a:pt x="2380505" y="0"/>
                </a:lnTo>
                <a:lnTo>
                  <a:pt x="2596790" y="521927"/>
                </a:lnTo>
                <a:lnTo>
                  <a:pt x="2478031" y="521927"/>
                </a:lnTo>
                <a:lnTo>
                  <a:pt x="2430168" y="405223"/>
                </a:lnTo>
                <a:lnTo>
                  <a:pt x="2223959" y="405223"/>
                </a:lnTo>
                <a:lnTo>
                  <a:pt x="2176095" y="521927"/>
                </a:lnTo>
                <a:lnTo>
                  <a:pt x="2060575" y="521927"/>
                </a:lnTo>
                <a:close/>
              </a:path>
            </a:pathLst>
          </a:custGeom>
          <a:solidFill>
            <a:schemeClr val="bg1"/>
          </a:solidFill>
          <a:ln>
            <a:noFill/>
          </a:ln>
          <a:effectLst/>
        </p:spPr>
        <p:txBody>
          <a:bodyPr wrap="square" anchor="ctr">
            <a:noAutofit/>
          </a:bodyPr>
          <a:lstStyle/>
          <a:p>
            <a:endParaRPr lang="en-US"/>
          </a:p>
        </p:txBody>
      </p:sp>
    </p:spTree>
    <p:extLst>
      <p:ext uri="{BB962C8B-B14F-4D97-AF65-F5344CB8AC3E}">
        <p14:creationId xmlns:p14="http://schemas.microsoft.com/office/powerpoint/2010/main" val="102773714"/>
      </p:ext>
    </p:extLst>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28" name="Media Placeholder 2"/>
          <p:cNvSpPr>
            <a:spLocks noGrp="1"/>
          </p:cNvSpPr>
          <p:nvPr>
            <p:ph type="media" sz="quarter" idx="19" hasCustomPrompt="1"/>
          </p:nvPr>
        </p:nvSpPr>
        <p:spPr>
          <a:xfrm>
            <a:off x="1622849" y="566740"/>
            <a:ext cx="8946306" cy="5030787"/>
          </a:xfrm>
        </p:spPr>
        <p:txBody>
          <a:bodyPr lIns="91521" tIns="45761" rIns="91521" bIns="45761" anchor="ctr">
            <a:noAutofit/>
          </a:bodyPr>
          <a:lstStyle>
            <a:lvl1pPr marL="0" indent="0" algn="ctr">
              <a:buNone/>
              <a:defRPr baseline="0"/>
            </a:lvl1pPr>
          </a:lstStyle>
          <a:p>
            <a:r>
              <a:rPr lang="en-US" dirty="0"/>
              <a:t>Insert video here</a:t>
            </a:r>
          </a:p>
        </p:txBody>
      </p:sp>
      <p:sp>
        <p:nvSpPr>
          <p:cNvPr id="10" name="Slide Number Placeholder 5"/>
          <p:cNvSpPr>
            <a:spLocks noGrp="1"/>
          </p:cNvSpPr>
          <p:nvPr>
            <p:ph type="sldNum" sz="quarter" idx="4"/>
          </p:nvPr>
        </p:nvSpPr>
        <p:spPr>
          <a:xfrm>
            <a:off x="294490" y="6462574"/>
            <a:ext cx="448654" cy="260809"/>
          </a:xfrm>
          <a:prstGeom prst="rect">
            <a:avLst/>
          </a:prstGeom>
        </p:spPr>
        <p:txBody>
          <a:bodyPr vert="horz" wrap="square" lIns="91521" tIns="45761" rIns="91521" bIns="45761" rtlCol="0" anchor="b">
            <a:noAutofit/>
          </a:bodyPr>
          <a:lstStyle>
            <a:lvl1pPr>
              <a:defRPr lang="en-US" sz="1050" b="1" smtClean="0">
                <a:solidFill>
                  <a:schemeClr val="bg1"/>
                </a:solidFill>
              </a:defRPr>
            </a:lvl1pPr>
          </a:lstStyle>
          <a:p>
            <a:fld id="{B071A5F3-A4FF-4CEE-8215-C08835B585C1}" type="slidenum">
              <a:rPr lang="en-US" smtClean="0"/>
              <a:pPr/>
              <a:t>‹#›</a:t>
            </a:fld>
            <a:endParaRPr lang="en-US" dirty="0"/>
          </a:p>
        </p:txBody>
      </p:sp>
      <p:sp>
        <p:nvSpPr>
          <p:cNvPr id="6" name="Footer Placeholder 4"/>
          <p:cNvSpPr>
            <a:spLocks noGrp="1"/>
          </p:cNvSpPr>
          <p:nvPr>
            <p:ph type="ftr" sz="quarter" idx="3"/>
          </p:nvPr>
        </p:nvSpPr>
        <p:spPr>
          <a:xfrm>
            <a:off x="743144" y="6472734"/>
            <a:ext cx="6540464" cy="240489"/>
          </a:xfrm>
          <a:prstGeom prst="rect">
            <a:avLst/>
          </a:prstGeom>
        </p:spPr>
        <p:txBody>
          <a:bodyPr vert="horz" wrap="square" lIns="91521" tIns="45761" rIns="91521" bIns="45761" rtlCol="0" anchor="b">
            <a:noAutofit/>
          </a:bodyPr>
          <a:lstStyle>
            <a:lvl1pPr>
              <a:defRPr lang="en-US" sz="800" smtClean="0">
                <a:solidFill>
                  <a:schemeClr val="bg1"/>
                </a:solidFill>
              </a:defRPr>
            </a:lvl1pPr>
          </a:lstStyle>
          <a:p>
            <a:r>
              <a:rPr lang="en-US"/>
              <a:t>© 2023 NetApp, Inc. All rights reserved.  — NETAPP CONFIDENTIAL — </a:t>
            </a:r>
            <a:endParaRPr lang="en-US" dirty="0"/>
          </a:p>
        </p:txBody>
      </p:sp>
      <p:sp>
        <p:nvSpPr>
          <p:cNvPr id="8" name="Freeform: Shape 7">
            <a:extLst>
              <a:ext uri="{FF2B5EF4-FFF2-40B4-BE49-F238E27FC236}">
                <a16:creationId xmlns:a16="http://schemas.microsoft.com/office/drawing/2014/main" id="{84430672-DF1C-44EA-A721-EE90E21599C8}"/>
              </a:ext>
            </a:extLst>
          </p:cNvPr>
          <p:cNvSpPr>
            <a:spLocks noChangeAspect="1" noChangeArrowheads="1"/>
          </p:cNvSpPr>
          <p:nvPr userDrawn="1"/>
        </p:nvSpPr>
        <p:spPr bwMode="auto">
          <a:xfrm>
            <a:off x="10776007" y="6495019"/>
            <a:ext cx="1042416" cy="190644"/>
          </a:xfrm>
          <a:custGeom>
            <a:avLst/>
            <a:gdLst>
              <a:gd name="connsiteX0" fmla="*/ 3294826 w 3504841"/>
              <a:gd name="connsiteY0" fmla="*/ 214318 h 640991"/>
              <a:gd name="connsiteX1" fmla="*/ 3198090 w 3504841"/>
              <a:gd name="connsiteY1" fmla="*/ 323592 h 640991"/>
              <a:gd name="connsiteX2" fmla="*/ 3198090 w 3504841"/>
              <a:gd name="connsiteY2" fmla="*/ 324670 h 640991"/>
              <a:gd name="connsiteX3" fmla="*/ 3294826 w 3504841"/>
              <a:gd name="connsiteY3" fmla="*/ 434304 h 640991"/>
              <a:gd name="connsiteX4" fmla="*/ 3391922 w 3504841"/>
              <a:gd name="connsiteY4" fmla="*/ 324670 h 640991"/>
              <a:gd name="connsiteX5" fmla="*/ 3391922 w 3504841"/>
              <a:gd name="connsiteY5" fmla="*/ 323592 h 640991"/>
              <a:gd name="connsiteX6" fmla="*/ 3294826 w 3504841"/>
              <a:gd name="connsiteY6" fmla="*/ 214318 h 640991"/>
              <a:gd name="connsiteX7" fmla="*/ 2831785 w 3504841"/>
              <a:gd name="connsiteY7" fmla="*/ 214318 h 640991"/>
              <a:gd name="connsiteX8" fmla="*/ 2735408 w 3504841"/>
              <a:gd name="connsiteY8" fmla="*/ 323592 h 640991"/>
              <a:gd name="connsiteX9" fmla="*/ 2735408 w 3504841"/>
              <a:gd name="connsiteY9" fmla="*/ 324670 h 640991"/>
              <a:gd name="connsiteX10" fmla="*/ 2831785 w 3504841"/>
              <a:gd name="connsiteY10" fmla="*/ 434304 h 640991"/>
              <a:gd name="connsiteX11" fmla="*/ 2929240 w 3504841"/>
              <a:gd name="connsiteY11" fmla="*/ 324670 h 640991"/>
              <a:gd name="connsiteX12" fmla="*/ 2929240 w 3504841"/>
              <a:gd name="connsiteY12" fmla="*/ 323592 h 640991"/>
              <a:gd name="connsiteX13" fmla="*/ 2831785 w 3504841"/>
              <a:gd name="connsiteY13" fmla="*/ 214318 h 640991"/>
              <a:gd name="connsiteX14" fmla="*/ 1564332 w 3504841"/>
              <a:gd name="connsiteY14" fmla="*/ 209816 h 640991"/>
              <a:gd name="connsiteX15" fmla="*/ 1478061 w 3504841"/>
              <a:gd name="connsiteY15" fmla="*/ 293948 h 640991"/>
              <a:gd name="connsiteX16" fmla="*/ 1647368 w 3504841"/>
              <a:gd name="connsiteY16" fmla="*/ 293948 h 640991"/>
              <a:gd name="connsiteX17" fmla="*/ 1564332 w 3504841"/>
              <a:gd name="connsiteY17" fmla="*/ 209816 h 640991"/>
              <a:gd name="connsiteX18" fmla="*/ 2327603 w 3504841"/>
              <a:gd name="connsiteY18" fmla="*/ 137236 h 640991"/>
              <a:gd name="connsiteX19" fmla="*/ 2258507 w 3504841"/>
              <a:gd name="connsiteY19" fmla="*/ 305808 h 640991"/>
              <a:gd name="connsiteX20" fmla="*/ 2396699 w 3504841"/>
              <a:gd name="connsiteY20" fmla="*/ 305808 h 640991"/>
              <a:gd name="connsiteX21" fmla="*/ 1564332 w 3504841"/>
              <a:gd name="connsiteY21" fmla="*/ 120650 h 640991"/>
              <a:gd name="connsiteX22" fmla="*/ 1757004 w 3504841"/>
              <a:gd name="connsiteY22" fmla="*/ 335295 h 640991"/>
              <a:gd name="connsiteX23" fmla="*/ 1755925 w 3504841"/>
              <a:gd name="connsiteY23" fmla="*/ 364777 h 640991"/>
              <a:gd name="connsiteX24" fmla="*/ 1480218 w 3504841"/>
              <a:gd name="connsiteY24" fmla="*/ 364777 h 640991"/>
              <a:gd name="connsiteX25" fmla="*/ 1577273 w 3504841"/>
              <a:gd name="connsiteY25" fmla="*/ 442796 h 640991"/>
              <a:gd name="connsiteX26" fmla="*/ 1673968 w 3504841"/>
              <a:gd name="connsiteY26" fmla="*/ 402169 h 640991"/>
              <a:gd name="connsiteX27" fmla="*/ 1737593 w 3504841"/>
              <a:gd name="connsiteY27" fmla="*/ 458976 h 640991"/>
              <a:gd name="connsiteX28" fmla="*/ 1575475 w 3504841"/>
              <a:gd name="connsiteY28" fmla="*/ 533041 h 640991"/>
              <a:gd name="connsiteX29" fmla="*/ 1368425 w 3504841"/>
              <a:gd name="connsiteY29" fmla="*/ 327025 h 640991"/>
              <a:gd name="connsiteX30" fmla="*/ 1368425 w 3504841"/>
              <a:gd name="connsiteY30" fmla="*/ 326306 h 640991"/>
              <a:gd name="connsiteX31" fmla="*/ 1564332 w 3504841"/>
              <a:gd name="connsiteY31" fmla="*/ 120650 h 640991"/>
              <a:gd name="connsiteX32" fmla="*/ 3323955 w 3504841"/>
              <a:gd name="connsiteY32" fmla="*/ 119062 h 640991"/>
              <a:gd name="connsiteX33" fmla="*/ 3504841 w 3504841"/>
              <a:gd name="connsiteY33" fmla="*/ 323592 h 640991"/>
              <a:gd name="connsiteX34" fmla="*/ 3504841 w 3504841"/>
              <a:gd name="connsiteY34" fmla="*/ 324670 h 640991"/>
              <a:gd name="connsiteX35" fmla="*/ 3323955 w 3504841"/>
              <a:gd name="connsiteY35" fmla="*/ 529560 h 640991"/>
              <a:gd name="connsiteX36" fmla="*/ 3200247 w 3504841"/>
              <a:gd name="connsiteY36" fmla="*/ 470609 h 640991"/>
              <a:gd name="connsiteX37" fmla="*/ 3200247 w 3504841"/>
              <a:gd name="connsiteY37" fmla="*/ 640991 h 640991"/>
              <a:gd name="connsiteX38" fmla="*/ 3087688 w 3504841"/>
              <a:gd name="connsiteY38" fmla="*/ 640991 h 640991"/>
              <a:gd name="connsiteX39" fmla="*/ 3087688 w 3504841"/>
              <a:gd name="connsiteY39" fmla="*/ 126251 h 640991"/>
              <a:gd name="connsiteX40" fmla="*/ 3200247 w 3504841"/>
              <a:gd name="connsiteY40" fmla="*/ 126251 h 640991"/>
              <a:gd name="connsiteX41" fmla="*/ 3200247 w 3504841"/>
              <a:gd name="connsiteY41" fmla="*/ 183045 h 640991"/>
              <a:gd name="connsiteX42" fmla="*/ 3323955 w 3504841"/>
              <a:gd name="connsiteY42" fmla="*/ 119062 h 640991"/>
              <a:gd name="connsiteX43" fmla="*/ 2861992 w 3504841"/>
              <a:gd name="connsiteY43" fmla="*/ 119062 h 640991"/>
              <a:gd name="connsiteX44" fmla="*/ 3042879 w 3504841"/>
              <a:gd name="connsiteY44" fmla="*/ 323592 h 640991"/>
              <a:gd name="connsiteX45" fmla="*/ 3042879 w 3504841"/>
              <a:gd name="connsiteY45" fmla="*/ 324670 h 640991"/>
              <a:gd name="connsiteX46" fmla="*/ 2861992 w 3504841"/>
              <a:gd name="connsiteY46" fmla="*/ 529560 h 640991"/>
              <a:gd name="connsiteX47" fmla="*/ 2738285 w 3504841"/>
              <a:gd name="connsiteY47" fmla="*/ 470609 h 640991"/>
              <a:gd name="connsiteX48" fmla="*/ 2738285 w 3504841"/>
              <a:gd name="connsiteY48" fmla="*/ 640991 h 640991"/>
              <a:gd name="connsiteX49" fmla="*/ 2625725 w 3504841"/>
              <a:gd name="connsiteY49" fmla="*/ 640991 h 640991"/>
              <a:gd name="connsiteX50" fmla="*/ 2625725 w 3504841"/>
              <a:gd name="connsiteY50" fmla="*/ 126251 h 640991"/>
              <a:gd name="connsiteX51" fmla="*/ 2738285 w 3504841"/>
              <a:gd name="connsiteY51" fmla="*/ 126251 h 640991"/>
              <a:gd name="connsiteX52" fmla="*/ 2738285 w 3504841"/>
              <a:gd name="connsiteY52" fmla="*/ 183045 h 640991"/>
              <a:gd name="connsiteX53" fmla="*/ 2861992 w 3504841"/>
              <a:gd name="connsiteY53" fmla="*/ 119062 h 640991"/>
              <a:gd name="connsiteX54" fmla="*/ 1828929 w 3504841"/>
              <a:gd name="connsiteY54" fmla="*/ 25400 h 640991"/>
              <a:gd name="connsiteX55" fmla="*/ 1939876 w 3504841"/>
              <a:gd name="connsiteY55" fmla="*/ 25400 h 640991"/>
              <a:gd name="connsiteX56" fmla="*/ 1939876 w 3504841"/>
              <a:gd name="connsiteY56" fmla="*/ 127331 h 640991"/>
              <a:gd name="connsiteX57" fmla="*/ 2033229 w 3504841"/>
              <a:gd name="connsiteY57" fmla="*/ 127331 h 640991"/>
              <a:gd name="connsiteX58" fmla="*/ 2033229 w 3504841"/>
              <a:gd name="connsiteY58" fmla="*/ 223859 h 640991"/>
              <a:gd name="connsiteX59" fmla="*/ 1939876 w 3504841"/>
              <a:gd name="connsiteY59" fmla="*/ 223859 h 640991"/>
              <a:gd name="connsiteX60" fmla="*/ 1939876 w 3504841"/>
              <a:gd name="connsiteY60" fmla="*/ 393143 h 640991"/>
              <a:gd name="connsiteX61" fmla="*/ 1976499 w 3504841"/>
              <a:gd name="connsiteY61" fmla="*/ 431682 h 640991"/>
              <a:gd name="connsiteX62" fmla="*/ 2032152 w 3504841"/>
              <a:gd name="connsiteY62" fmla="*/ 417635 h 640991"/>
              <a:gd name="connsiteX63" fmla="*/ 2032152 w 3504841"/>
              <a:gd name="connsiteY63" fmla="*/ 508040 h 640991"/>
              <a:gd name="connsiteX64" fmla="*/ 1942748 w 3504841"/>
              <a:gd name="connsiteY64" fmla="*/ 531452 h 640991"/>
              <a:gd name="connsiteX65" fmla="*/ 1828929 w 3504841"/>
              <a:gd name="connsiteY65" fmla="*/ 411512 h 640991"/>
              <a:gd name="connsiteX66" fmla="*/ 1828929 w 3504841"/>
              <a:gd name="connsiteY66" fmla="*/ 223859 h 640991"/>
              <a:gd name="connsiteX67" fmla="*/ 1781175 w 3504841"/>
              <a:gd name="connsiteY67" fmla="*/ 223859 h 640991"/>
              <a:gd name="connsiteX68" fmla="*/ 1781175 w 3504841"/>
              <a:gd name="connsiteY68" fmla="*/ 127331 h 640991"/>
              <a:gd name="connsiteX69" fmla="*/ 1828929 w 3504841"/>
              <a:gd name="connsiteY69" fmla="*/ 127331 h 640991"/>
              <a:gd name="connsiteX70" fmla="*/ 852488 w 3504841"/>
              <a:gd name="connsiteY70" fmla="*/ 1587 h 640991"/>
              <a:gd name="connsiteX71" fmla="*/ 958347 w 3504841"/>
              <a:gd name="connsiteY71" fmla="*/ 1587 h 640991"/>
              <a:gd name="connsiteX72" fmla="*/ 1201030 w 3504841"/>
              <a:gd name="connsiteY72" fmla="*/ 324325 h 640991"/>
              <a:gd name="connsiteX73" fmla="*/ 1201030 w 3504841"/>
              <a:gd name="connsiteY73" fmla="*/ 1587 h 640991"/>
              <a:gd name="connsiteX74" fmla="*/ 1314090 w 3504841"/>
              <a:gd name="connsiteY74" fmla="*/ 1587 h 640991"/>
              <a:gd name="connsiteX75" fmla="*/ 1314090 w 3504841"/>
              <a:gd name="connsiteY75" fmla="*/ 523515 h 640991"/>
              <a:gd name="connsiteX76" fmla="*/ 1216513 w 3504841"/>
              <a:gd name="connsiteY76" fmla="*/ 523515 h 640991"/>
              <a:gd name="connsiteX77" fmla="*/ 965548 w 3504841"/>
              <a:gd name="connsiteY77" fmla="*/ 193573 h 640991"/>
              <a:gd name="connsiteX78" fmla="*/ 965548 w 3504841"/>
              <a:gd name="connsiteY78" fmla="*/ 523515 h 640991"/>
              <a:gd name="connsiteX79" fmla="*/ 852488 w 3504841"/>
              <a:gd name="connsiteY79" fmla="*/ 523515 h 640991"/>
              <a:gd name="connsiteX80" fmla="*/ 0 w 3504841"/>
              <a:gd name="connsiteY80" fmla="*/ 1587 h 640991"/>
              <a:gd name="connsiteX81" fmla="*/ 626703 w 3504841"/>
              <a:gd name="connsiteY81" fmla="*/ 1587 h 640991"/>
              <a:gd name="connsiteX82" fmla="*/ 626703 w 3504841"/>
              <a:gd name="connsiteY82" fmla="*/ 523515 h 640991"/>
              <a:gd name="connsiteX83" fmla="*/ 383005 w 3504841"/>
              <a:gd name="connsiteY83" fmla="*/ 523515 h 640991"/>
              <a:gd name="connsiteX84" fmla="*/ 383005 w 3504841"/>
              <a:gd name="connsiteY84" fmla="*/ 209782 h 640991"/>
              <a:gd name="connsiteX85" fmla="*/ 243698 w 3504841"/>
              <a:gd name="connsiteY85" fmla="*/ 209782 h 640991"/>
              <a:gd name="connsiteX86" fmla="*/ 243698 w 3504841"/>
              <a:gd name="connsiteY86" fmla="*/ 523515 h 640991"/>
              <a:gd name="connsiteX87" fmla="*/ 0 w 3504841"/>
              <a:gd name="connsiteY87" fmla="*/ 523515 h 640991"/>
              <a:gd name="connsiteX88" fmla="*/ 2277940 w 3504841"/>
              <a:gd name="connsiteY88" fmla="*/ 0 h 640991"/>
              <a:gd name="connsiteX89" fmla="*/ 2380505 w 3504841"/>
              <a:gd name="connsiteY89" fmla="*/ 0 h 640991"/>
              <a:gd name="connsiteX90" fmla="*/ 2596790 w 3504841"/>
              <a:gd name="connsiteY90" fmla="*/ 521927 h 640991"/>
              <a:gd name="connsiteX91" fmla="*/ 2478031 w 3504841"/>
              <a:gd name="connsiteY91" fmla="*/ 521927 h 640991"/>
              <a:gd name="connsiteX92" fmla="*/ 2430168 w 3504841"/>
              <a:gd name="connsiteY92" fmla="*/ 405223 h 640991"/>
              <a:gd name="connsiteX93" fmla="*/ 2223959 w 3504841"/>
              <a:gd name="connsiteY93" fmla="*/ 405223 h 640991"/>
              <a:gd name="connsiteX94" fmla="*/ 2176095 w 3504841"/>
              <a:gd name="connsiteY94" fmla="*/ 521927 h 640991"/>
              <a:gd name="connsiteX95" fmla="*/ 2060575 w 3504841"/>
              <a:gd name="connsiteY95" fmla="*/ 521927 h 64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3504841" h="640991">
                <a:moveTo>
                  <a:pt x="3294826" y="214318"/>
                </a:moveTo>
                <a:cubicBezTo>
                  <a:pt x="3242322" y="214318"/>
                  <a:pt x="3198090" y="258171"/>
                  <a:pt x="3198090" y="323592"/>
                </a:cubicBezTo>
                <a:lnTo>
                  <a:pt x="3198090" y="324670"/>
                </a:lnTo>
                <a:cubicBezTo>
                  <a:pt x="3198090" y="390451"/>
                  <a:pt x="3242322" y="434304"/>
                  <a:pt x="3294826" y="434304"/>
                </a:cubicBezTo>
                <a:cubicBezTo>
                  <a:pt x="3347689" y="434304"/>
                  <a:pt x="3391922" y="391529"/>
                  <a:pt x="3391922" y="324670"/>
                </a:cubicBezTo>
                <a:lnTo>
                  <a:pt x="3391922" y="323592"/>
                </a:lnTo>
                <a:cubicBezTo>
                  <a:pt x="3391922" y="258171"/>
                  <a:pt x="3347689" y="214318"/>
                  <a:pt x="3294826" y="214318"/>
                </a:cubicBezTo>
                <a:close/>
                <a:moveTo>
                  <a:pt x="2831785" y="214318"/>
                </a:moveTo>
                <a:cubicBezTo>
                  <a:pt x="2778921" y="214318"/>
                  <a:pt x="2735408" y="258171"/>
                  <a:pt x="2735408" y="323592"/>
                </a:cubicBezTo>
                <a:lnTo>
                  <a:pt x="2735408" y="324670"/>
                </a:lnTo>
                <a:cubicBezTo>
                  <a:pt x="2735408" y="390451"/>
                  <a:pt x="2778921" y="434304"/>
                  <a:pt x="2831785" y="434304"/>
                </a:cubicBezTo>
                <a:cubicBezTo>
                  <a:pt x="2885367" y="434304"/>
                  <a:pt x="2929240" y="391529"/>
                  <a:pt x="2929240" y="324670"/>
                </a:cubicBezTo>
                <a:lnTo>
                  <a:pt x="2929240" y="323592"/>
                </a:lnTo>
                <a:cubicBezTo>
                  <a:pt x="2929240" y="258171"/>
                  <a:pt x="2884288" y="214318"/>
                  <a:pt x="2831785" y="214318"/>
                </a:cubicBezTo>
                <a:close/>
                <a:moveTo>
                  <a:pt x="1564332" y="209816"/>
                </a:moveTo>
                <a:cubicBezTo>
                  <a:pt x="1517602" y="209816"/>
                  <a:pt x="1487048" y="243253"/>
                  <a:pt x="1478061" y="293948"/>
                </a:cubicBezTo>
                <a:lnTo>
                  <a:pt x="1647368" y="293948"/>
                </a:lnTo>
                <a:cubicBezTo>
                  <a:pt x="1640179" y="243253"/>
                  <a:pt x="1611062" y="209816"/>
                  <a:pt x="1564332" y="209816"/>
                </a:cubicBezTo>
                <a:close/>
                <a:moveTo>
                  <a:pt x="2327603" y="137236"/>
                </a:moveTo>
                <a:lnTo>
                  <a:pt x="2258507" y="305808"/>
                </a:lnTo>
                <a:lnTo>
                  <a:pt x="2396699" y="305808"/>
                </a:lnTo>
                <a:close/>
                <a:moveTo>
                  <a:pt x="1564332" y="120650"/>
                </a:moveTo>
                <a:cubicBezTo>
                  <a:pt x="1696974" y="120650"/>
                  <a:pt x="1757004" y="223119"/>
                  <a:pt x="1757004" y="335295"/>
                </a:cubicBezTo>
                <a:cubicBezTo>
                  <a:pt x="1757004" y="344283"/>
                  <a:pt x="1755925" y="354710"/>
                  <a:pt x="1755925" y="364777"/>
                </a:cubicBezTo>
                <a:lnTo>
                  <a:pt x="1480218" y="364777"/>
                </a:lnTo>
                <a:cubicBezTo>
                  <a:pt x="1491361" y="415472"/>
                  <a:pt x="1526589" y="442796"/>
                  <a:pt x="1577273" y="442796"/>
                </a:cubicBezTo>
                <a:cubicBezTo>
                  <a:pt x="1615016" y="442796"/>
                  <a:pt x="1642335" y="430572"/>
                  <a:pt x="1673968" y="402169"/>
                </a:cubicBezTo>
                <a:lnTo>
                  <a:pt x="1737593" y="458976"/>
                </a:lnTo>
                <a:cubicBezTo>
                  <a:pt x="1701287" y="504637"/>
                  <a:pt x="1647368" y="533041"/>
                  <a:pt x="1575475" y="533041"/>
                </a:cubicBezTo>
                <a:cubicBezTo>
                  <a:pt x="1455775" y="531962"/>
                  <a:pt x="1368425" y="447830"/>
                  <a:pt x="1368425" y="327025"/>
                </a:cubicBezTo>
                <a:lnTo>
                  <a:pt x="1368425" y="326306"/>
                </a:lnTo>
                <a:cubicBezTo>
                  <a:pt x="1368425" y="213051"/>
                  <a:pt x="1449664" y="120650"/>
                  <a:pt x="1564332" y="120650"/>
                </a:cubicBezTo>
                <a:close/>
                <a:moveTo>
                  <a:pt x="3323955" y="119062"/>
                </a:moveTo>
                <a:cubicBezTo>
                  <a:pt x="3416376" y="119062"/>
                  <a:pt x="3504841" y="190953"/>
                  <a:pt x="3504841" y="323592"/>
                </a:cubicBezTo>
                <a:lnTo>
                  <a:pt x="3504841" y="324670"/>
                </a:lnTo>
                <a:cubicBezTo>
                  <a:pt x="3504841" y="457309"/>
                  <a:pt x="3418533" y="529560"/>
                  <a:pt x="3323955" y="529560"/>
                </a:cubicBezTo>
                <a:cubicBezTo>
                  <a:pt x="3264259" y="529560"/>
                  <a:pt x="3226499" y="502241"/>
                  <a:pt x="3200247" y="470609"/>
                </a:cubicBezTo>
                <a:lnTo>
                  <a:pt x="3200247" y="640991"/>
                </a:lnTo>
                <a:lnTo>
                  <a:pt x="3087688" y="640991"/>
                </a:lnTo>
                <a:lnTo>
                  <a:pt x="3087688" y="126251"/>
                </a:lnTo>
                <a:lnTo>
                  <a:pt x="3200247" y="126251"/>
                </a:lnTo>
                <a:lnTo>
                  <a:pt x="3200247" y="183045"/>
                </a:lnTo>
                <a:cubicBezTo>
                  <a:pt x="3227578" y="146381"/>
                  <a:pt x="3265338" y="119062"/>
                  <a:pt x="3323955" y="119062"/>
                </a:cubicBezTo>
                <a:close/>
                <a:moveTo>
                  <a:pt x="2861992" y="119062"/>
                </a:moveTo>
                <a:cubicBezTo>
                  <a:pt x="2954413" y="119062"/>
                  <a:pt x="3042879" y="190953"/>
                  <a:pt x="3042879" y="323592"/>
                </a:cubicBezTo>
                <a:lnTo>
                  <a:pt x="3042879" y="324670"/>
                </a:lnTo>
                <a:cubicBezTo>
                  <a:pt x="3042879" y="457309"/>
                  <a:pt x="2956571" y="529560"/>
                  <a:pt x="2861992" y="529560"/>
                </a:cubicBezTo>
                <a:cubicBezTo>
                  <a:pt x="2802296" y="529560"/>
                  <a:pt x="2764537" y="502241"/>
                  <a:pt x="2738285" y="470609"/>
                </a:cubicBezTo>
                <a:lnTo>
                  <a:pt x="2738285" y="640991"/>
                </a:lnTo>
                <a:lnTo>
                  <a:pt x="2625725" y="640991"/>
                </a:lnTo>
                <a:lnTo>
                  <a:pt x="2625725" y="126251"/>
                </a:lnTo>
                <a:lnTo>
                  <a:pt x="2738285" y="126251"/>
                </a:lnTo>
                <a:lnTo>
                  <a:pt x="2738285" y="183045"/>
                </a:lnTo>
                <a:cubicBezTo>
                  <a:pt x="2765615" y="146381"/>
                  <a:pt x="2803375" y="119062"/>
                  <a:pt x="2861992" y="119062"/>
                </a:cubicBezTo>
                <a:close/>
                <a:moveTo>
                  <a:pt x="1828929" y="25400"/>
                </a:moveTo>
                <a:lnTo>
                  <a:pt x="1939876" y="25400"/>
                </a:lnTo>
                <a:lnTo>
                  <a:pt x="1939876" y="127331"/>
                </a:lnTo>
                <a:lnTo>
                  <a:pt x="2033229" y="127331"/>
                </a:lnTo>
                <a:lnTo>
                  <a:pt x="2033229" y="223859"/>
                </a:lnTo>
                <a:lnTo>
                  <a:pt x="1939876" y="223859"/>
                </a:lnTo>
                <a:lnTo>
                  <a:pt x="1939876" y="393143"/>
                </a:lnTo>
                <a:cubicBezTo>
                  <a:pt x="1939876" y="419436"/>
                  <a:pt x="1951006" y="431682"/>
                  <a:pt x="1976499" y="431682"/>
                </a:cubicBezTo>
                <a:cubicBezTo>
                  <a:pt x="1996606" y="431682"/>
                  <a:pt x="2015995" y="426640"/>
                  <a:pt x="2032152" y="417635"/>
                </a:cubicBezTo>
                <a:lnTo>
                  <a:pt x="2032152" y="508040"/>
                </a:lnTo>
                <a:cubicBezTo>
                  <a:pt x="2008814" y="522087"/>
                  <a:pt x="1981526" y="531452"/>
                  <a:pt x="1942748" y="531452"/>
                </a:cubicBezTo>
                <a:cubicBezTo>
                  <a:pt x="1874888" y="530371"/>
                  <a:pt x="1828929" y="502998"/>
                  <a:pt x="1828929" y="411512"/>
                </a:cubicBezTo>
                <a:lnTo>
                  <a:pt x="1828929" y="223859"/>
                </a:lnTo>
                <a:lnTo>
                  <a:pt x="1781175" y="223859"/>
                </a:lnTo>
                <a:lnTo>
                  <a:pt x="1781175" y="127331"/>
                </a:lnTo>
                <a:lnTo>
                  <a:pt x="1828929" y="127331"/>
                </a:lnTo>
                <a:close/>
                <a:moveTo>
                  <a:pt x="852488" y="1587"/>
                </a:moveTo>
                <a:lnTo>
                  <a:pt x="958347" y="1587"/>
                </a:lnTo>
                <a:lnTo>
                  <a:pt x="1201030" y="324325"/>
                </a:lnTo>
                <a:lnTo>
                  <a:pt x="1201030" y="1587"/>
                </a:lnTo>
                <a:lnTo>
                  <a:pt x="1314090" y="1587"/>
                </a:lnTo>
                <a:lnTo>
                  <a:pt x="1314090" y="523515"/>
                </a:lnTo>
                <a:lnTo>
                  <a:pt x="1216513" y="523515"/>
                </a:lnTo>
                <a:lnTo>
                  <a:pt x="965548" y="193573"/>
                </a:lnTo>
                <a:lnTo>
                  <a:pt x="965548" y="523515"/>
                </a:lnTo>
                <a:lnTo>
                  <a:pt x="852488" y="523515"/>
                </a:lnTo>
                <a:close/>
                <a:moveTo>
                  <a:pt x="0" y="1587"/>
                </a:moveTo>
                <a:lnTo>
                  <a:pt x="626703" y="1587"/>
                </a:lnTo>
                <a:lnTo>
                  <a:pt x="626703" y="523515"/>
                </a:lnTo>
                <a:lnTo>
                  <a:pt x="383005" y="523515"/>
                </a:lnTo>
                <a:lnTo>
                  <a:pt x="383005" y="209782"/>
                </a:lnTo>
                <a:lnTo>
                  <a:pt x="243698" y="209782"/>
                </a:lnTo>
                <a:lnTo>
                  <a:pt x="243698" y="523515"/>
                </a:lnTo>
                <a:lnTo>
                  <a:pt x="0" y="523515"/>
                </a:lnTo>
                <a:close/>
                <a:moveTo>
                  <a:pt x="2277940" y="0"/>
                </a:moveTo>
                <a:lnTo>
                  <a:pt x="2380505" y="0"/>
                </a:lnTo>
                <a:lnTo>
                  <a:pt x="2596790" y="521927"/>
                </a:lnTo>
                <a:lnTo>
                  <a:pt x="2478031" y="521927"/>
                </a:lnTo>
                <a:lnTo>
                  <a:pt x="2430168" y="405223"/>
                </a:lnTo>
                <a:lnTo>
                  <a:pt x="2223959" y="405223"/>
                </a:lnTo>
                <a:lnTo>
                  <a:pt x="2176095" y="521927"/>
                </a:lnTo>
                <a:lnTo>
                  <a:pt x="2060575" y="521927"/>
                </a:lnTo>
                <a:close/>
              </a:path>
            </a:pathLst>
          </a:custGeom>
          <a:solidFill>
            <a:schemeClr val="bg1"/>
          </a:solidFill>
          <a:ln>
            <a:noFill/>
          </a:ln>
          <a:effectLst/>
        </p:spPr>
        <p:txBody>
          <a:bodyPr wrap="square" anchor="ctr">
            <a:noAutofit/>
          </a:bodyPr>
          <a:lstStyle/>
          <a:p>
            <a:endParaRPr lang="en-US"/>
          </a:p>
        </p:txBody>
      </p:sp>
    </p:spTree>
    <p:extLst>
      <p:ext uri="{BB962C8B-B14F-4D97-AF65-F5344CB8AC3E}">
        <p14:creationId xmlns:p14="http://schemas.microsoft.com/office/powerpoint/2010/main" val="370724479"/>
      </p:ext>
    </p:extLst>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ey Takeaways">
    <p:spTree>
      <p:nvGrpSpPr>
        <p:cNvPr id="1" name=""/>
        <p:cNvGrpSpPr/>
        <p:nvPr/>
      </p:nvGrpSpPr>
      <p:grpSpPr>
        <a:xfrm>
          <a:off x="0" y="0"/>
          <a:ext cx="0" cy="0"/>
          <a:chOff x="0" y="0"/>
          <a:chExt cx="0" cy="0"/>
        </a:xfrm>
      </p:grpSpPr>
      <p:pic>
        <p:nvPicPr>
          <p:cNvPr id="15" name="Content Placeholder 4">
            <a:extLst>
              <a:ext uri="{FF2B5EF4-FFF2-40B4-BE49-F238E27FC236}">
                <a16:creationId xmlns:a16="http://schemas.microsoft.com/office/drawing/2014/main" id="{8B60CB9F-8027-4E48-B480-898D83D93E3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3" cy="2286000"/>
          </a:xfrm>
          <a:prstGeom prst="rect">
            <a:avLst/>
          </a:prstGeom>
        </p:spPr>
      </p:pic>
      <p:sp>
        <p:nvSpPr>
          <p:cNvPr id="9" name="Content Placeholder 4"/>
          <p:cNvSpPr>
            <a:spLocks noGrp="1"/>
          </p:cNvSpPr>
          <p:nvPr>
            <p:ph sz="quarter" idx="10"/>
          </p:nvPr>
        </p:nvSpPr>
        <p:spPr>
          <a:xfrm>
            <a:off x="882562" y="2846231"/>
            <a:ext cx="10426875" cy="3429000"/>
          </a:xfrm>
        </p:spPr>
        <p:txBody>
          <a:bodyPr>
            <a:noAutofit/>
          </a:bodyPr>
          <a:lstStyle>
            <a:lvl1pPr>
              <a:buClr>
                <a:schemeClr val="accent2"/>
              </a:buClr>
              <a:defRPr/>
            </a:lvl1pPr>
            <a:lvl2pPr>
              <a:buClr>
                <a:schemeClr val="accent2"/>
              </a:buClr>
              <a:defRPr/>
            </a:lvl2pPr>
            <a:lvl3pPr>
              <a:buClr>
                <a:schemeClr val="accent2"/>
              </a:buClr>
              <a:defRPr/>
            </a:lvl3pPr>
            <a:lvl4pPr>
              <a:buClr>
                <a:schemeClr val="accent2"/>
              </a:buClr>
              <a:defRPr/>
            </a:lvl4pPr>
            <a:lvl5pPr>
              <a:buClr>
                <a:schemeClr val="accent2"/>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p:cNvSpPr txBox="1"/>
          <p:nvPr userDrawn="1"/>
        </p:nvSpPr>
        <p:spPr>
          <a:xfrm>
            <a:off x="2901280" y="1618365"/>
            <a:ext cx="184779" cy="769441"/>
          </a:xfrm>
          <a:prstGeom prst="rect">
            <a:avLst/>
          </a:prstGeom>
          <a:noFill/>
          <a:ln>
            <a:noFill/>
          </a:ln>
        </p:spPr>
        <p:txBody>
          <a:bodyPr wrap="none" rtlCol="0" anchor="ctr">
            <a:spAutoFit/>
          </a:bodyPr>
          <a:lstStyle/>
          <a:p>
            <a:pPr defTabSz="915216"/>
            <a:endParaRPr lang="en-US" sz="4400" dirty="0">
              <a:solidFill>
                <a:sysClr val="windowText" lastClr="000000"/>
              </a:solidFill>
            </a:endParaRPr>
          </a:p>
        </p:txBody>
      </p:sp>
      <p:sp>
        <p:nvSpPr>
          <p:cNvPr id="10" name="Slide Number Placeholder 5"/>
          <p:cNvSpPr>
            <a:spLocks noGrp="1"/>
          </p:cNvSpPr>
          <p:nvPr>
            <p:ph type="sldNum" sz="quarter" idx="4"/>
          </p:nvPr>
        </p:nvSpPr>
        <p:spPr>
          <a:xfrm>
            <a:off x="294490" y="6462574"/>
            <a:ext cx="448654" cy="260809"/>
          </a:xfrm>
          <a:prstGeom prst="rect">
            <a:avLst/>
          </a:prstGeom>
        </p:spPr>
        <p:txBody>
          <a:bodyPr vert="horz" wrap="square" lIns="91521" tIns="45761" rIns="91521" bIns="45761" rtlCol="0" anchor="b">
            <a:noAutofit/>
          </a:bodyPr>
          <a:lstStyle>
            <a:lvl1pPr>
              <a:defRPr lang="en-US" sz="1050" b="1" smtClean="0">
                <a:solidFill>
                  <a:schemeClr val="bg1"/>
                </a:solidFill>
              </a:defRPr>
            </a:lvl1pPr>
          </a:lstStyle>
          <a:p>
            <a:fld id="{B071A5F3-A4FF-4CEE-8215-C08835B585C1}" type="slidenum">
              <a:rPr lang="en-US" smtClean="0"/>
              <a:pPr/>
              <a:t>‹#›</a:t>
            </a:fld>
            <a:endParaRPr lang="en-US" dirty="0"/>
          </a:p>
        </p:txBody>
      </p:sp>
      <p:sp>
        <p:nvSpPr>
          <p:cNvPr id="11" name="Footer Placeholder 4"/>
          <p:cNvSpPr>
            <a:spLocks noGrp="1"/>
          </p:cNvSpPr>
          <p:nvPr>
            <p:ph type="ftr" sz="quarter" idx="3"/>
          </p:nvPr>
        </p:nvSpPr>
        <p:spPr>
          <a:xfrm>
            <a:off x="743144" y="6472734"/>
            <a:ext cx="6540464" cy="240489"/>
          </a:xfrm>
          <a:prstGeom prst="rect">
            <a:avLst/>
          </a:prstGeom>
        </p:spPr>
        <p:txBody>
          <a:bodyPr vert="horz" wrap="square" lIns="91521" tIns="45761" rIns="91521" bIns="45761" rtlCol="0" anchor="b">
            <a:noAutofit/>
          </a:bodyPr>
          <a:lstStyle>
            <a:lvl1pPr>
              <a:defRPr lang="en-US" sz="800" smtClean="0">
                <a:solidFill>
                  <a:schemeClr val="bg1"/>
                </a:solidFill>
              </a:defRPr>
            </a:lvl1pPr>
          </a:lstStyle>
          <a:p>
            <a:r>
              <a:rPr lang="en-US"/>
              <a:t>© 2023 NetApp, Inc. All rights reserved.  — NETAPP CONFIDENTIAL — </a:t>
            </a:r>
            <a:endParaRPr lang="en-US" dirty="0"/>
          </a:p>
        </p:txBody>
      </p:sp>
      <p:sp>
        <p:nvSpPr>
          <p:cNvPr id="14" name="Title 2"/>
          <p:cNvSpPr>
            <a:spLocks noGrp="1"/>
          </p:cNvSpPr>
          <p:nvPr>
            <p:ph type="title" hasCustomPrompt="1"/>
          </p:nvPr>
        </p:nvSpPr>
        <p:spPr>
          <a:xfrm>
            <a:off x="3233876" y="622915"/>
            <a:ext cx="8069004" cy="904795"/>
          </a:xfrm>
        </p:spPr>
        <p:txBody>
          <a:bodyPr wrap="square" lIns="91521">
            <a:noAutofit/>
          </a:bodyPr>
          <a:lstStyle>
            <a:lvl1pPr>
              <a:defRPr lang="en-US" sz="4400" kern="1200" dirty="0">
                <a:solidFill>
                  <a:schemeClr val="bg1"/>
                </a:solidFill>
                <a:latin typeface="+mn-lt"/>
                <a:ea typeface="+mn-ea"/>
                <a:cs typeface="+mn-cs"/>
              </a:defRPr>
            </a:lvl1pPr>
          </a:lstStyle>
          <a:p>
            <a:r>
              <a:rPr lang="en-US" dirty="0"/>
              <a:t>Click to Edit Master Title Style</a:t>
            </a:r>
          </a:p>
        </p:txBody>
      </p:sp>
      <p:sp>
        <p:nvSpPr>
          <p:cNvPr id="13" name="Freeform: Shape 12">
            <a:extLst>
              <a:ext uri="{FF2B5EF4-FFF2-40B4-BE49-F238E27FC236}">
                <a16:creationId xmlns:a16="http://schemas.microsoft.com/office/drawing/2014/main" id="{C2A8C123-E526-4AD1-8ED7-3DFF04868F27}"/>
              </a:ext>
            </a:extLst>
          </p:cNvPr>
          <p:cNvSpPr>
            <a:spLocks noChangeAspect="1" noChangeArrowheads="1"/>
          </p:cNvSpPr>
          <p:nvPr userDrawn="1"/>
        </p:nvSpPr>
        <p:spPr bwMode="auto">
          <a:xfrm>
            <a:off x="10776007" y="6495019"/>
            <a:ext cx="1042416" cy="190644"/>
          </a:xfrm>
          <a:custGeom>
            <a:avLst/>
            <a:gdLst>
              <a:gd name="connsiteX0" fmla="*/ 3294826 w 3504841"/>
              <a:gd name="connsiteY0" fmla="*/ 214318 h 640991"/>
              <a:gd name="connsiteX1" fmla="*/ 3198090 w 3504841"/>
              <a:gd name="connsiteY1" fmla="*/ 323592 h 640991"/>
              <a:gd name="connsiteX2" fmla="*/ 3198090 w 3504841"/>
              <a:gd name="connsiteY2" fmla="*/ 324670 h 640991"/>
              <a:gd name="connsiteX3" fmla="*/ 3294826 w 3504841"/>
              <a:gd name="connsiteY3" fmla="*/ 434304 h 640991"/>
              <a:gd name="connsiteX4" fmla="*/ 3391922 w 3504841"/>
              <a:gd name="connsiteY4" fmla="*/ 324670 h 640991"/>
              <a:gd name="connsiteX5" fmla="*/ 3391922 w 3504841"/>
              <a:gd name="connsiteY5" fmla="*/ 323592 h 640991"/>
              <a:gd name="connsiteX6" fmla="*/ 3294826 w 3504841"/>
              <a:gd name="connsiteY6" fmla="*/ 214318 h 640991"/>
              <a:gd name="connsiteX7" fmla="*/ 2831785 w 3504841"/>
              <a:gd name="connsiteY7" fmla="*/ 214318 h 640991"/>
              <a:gd name="connsiteX8" fmla="*/ 2735408 w 3504841"/>
              <a:gd name="connsiteY8" fmla="*/ 323592 h 640991"/>
              <a:gd name="connsiteX9" fmla="*/ 2735408 w 3504841"/>
              <a:gd name="connsiteY9" fmla="*/ 324670 h 640991"/>
              <a:gd name="connsiteX10" fmla="*/ 2831785 w 3504841"/>
              <a:gd name="connsiteY10" fmla="*/ 434304 h 640991"/>
              <a:gd name="connsiteX11" fmla="*/ 2929240 w 3504841"/>
              <a:gd name="connsiteY11" fmla="*/ 324670 h 640991"/>
              <a:gd name="connsiteX12" fmla="*/ 2929240 w 3504841"/>
              <a:gd name="connsiteY12" fmla="*/ 323592 h 640991"/>
              <a:gd name="connsiteX13" fmla="*/ 2831785 w 3504841"/>
              <a:gd name="connsiteY13" fmla="*/ 214318 h 640991"/>
              <a:gd name="connsiteX14" fmla="*/ 1564332 w 3504841"/>
              <a:gd name="connsiteY14" fmla="*/ 209816 h 640991"/>
              <a:gd name="connsiteX15" fmla="*/ 1478061 w 3504841"/>
              <a:gd name="connsiteY15" fmla="*/ 293948 h 640991"/>
              <a:gd name="connsiteX16" fmla="*/ 1647368 w 3504841"/>
              <a:gd name="connsiteY16" fmla="*/ 293948 h 640991"/>
              <a:gd name="connsiteX17" fmla="*/ 1564332 w 3504841"/>
              <a:gd name="connsiteY17" fmla="*/ 209816 h 640991"/>
              <a:gd name="connsiteX18" fmla="*/ 2327603 w 3504841"/>
              <a:gd name="connsiteY18" fmla="*/ 137236 h 640991"/>
              <a:gd name="connsiteX19" fmla="*/ 2258507 w 3504841"/>
              <a:gd name="connsiteY19" fmla="*/ 305808 h 640991"/>
              <a:gd name="connsiteX20" fmla="*/ 2396699 w 3504841"/>
              <a:gd name="connsiteY20" fmla="*/ 305808 h 640991"/>
              <a:gd name="connsiteX21" fmla="*/ 1564332 w 3504841"/>
              <a:gd name="connsiteY21" fmla="*/ 120650 h 640991"/>
              <a:gd name="connsiteX22" fmla="*/ 1757004 w 3504841"/>
              <a:gd name="connsiteY22" fmla="*/ 335295 h 640991"/>
              <a:gd name="connsiteX23" fmla="*/ 1755925 w 3504841"/>
              <a:gd name="connsiteY23" fmla="*/ 364777 h 640991"/>
              <a:gd name="connsiteX24" fmla="*/ 1480218 w 3504841"/>
              <a:gd name="connsiteY24" fmla="*/ 364777 h 640991"/>
              <a:gd name="connsiteX25" fmla="*/ 1577273 w 3504841"/>
              <a:gd name="connsiteY25" fmla="*/ 442796 h 640991"/>
              <a:gd name="connsiteX26" fmla="*/ 1673968 w 3504841"/>
              <a:gd name="connsiteY26" fmla="*/ 402169 h 640991"/>
              <a:gd name="connsiteX27" fmla="*/ 1737593 w 3504841"/>
              <a:gd name="connsiteY27" fmla="*/ 458976 h 640991"/>
              <a:gd name="connsiteX28" fmla="*/ 1575475 w 3504841"/>
              <a:gd name="connsiteY28" fmla="*/ 533041 h 640991"/>
              <a:gd name="connsiteX29" fmla="*/ 1368425 w 3504841"/>
              <a:gd name="connsiteY29" fmla="*/ 327025 h 640991"/>
              <a:gd name="connsiteX30" fmla="*/ 1368425 w 3504841"/>
              <a:gd name="connsiteY30" fmla="*/ 326306 h 640991"/>
              <a:gd name="connsiteX31" fmla="*/ 1564332 w 3504841"/>
              <a:gd name="connsiteY31" fmla="*/ 120650 h 640991"/>
              <a:gd name="connsiteX32" fmla="*/ 3323955 w 3504841"/>
              <a:gd name="connsiteY32" fmla="*/ 119062 h 640991"/>
              <a:gd name="connsiteX33" fmla="*/ 3504841 w 3504841"/>
              <a:gd name="connsiteY33" fmla="*/ 323592 h 640991"/>
              <a:gd name="connsiteX34" fmla="*/ 3504841 w 3504841"/>
              <a:gd name="connsiteY34" fmla="*/ 324670 h 640991"/>
              <a:gd name="connsiteX35" fmla="*/ 3323955 w 3504841"/>
              <a:gd name="connsiteY35" fmla="*/ 529560 h 640991"/>
              <a:gd name="connsiteX36" fmla="*/ 3200247 w 3504841"/>
              <a:gd name="connsiteY36" fmla="*/ 470609 h 640991"/>
              <a:gd name="connsiteX37" fmla="*/ 3200247 w 3504841"/>
              <a:gd name="connsiteY37" fmla="*/ 640991 h 640991"/>
              <a:gd name="connsiteX38" fmla="*/ 3087688 w 3504841"/>
              <a:gd name="connsiteY38" fmla="*/ 640991 h 640991"/>
              <a:gd name="connsiteX39" fmla="*/ 3087688 w 3504841"/>
              <a:gd name="connsiteY39" fmla="*/ 126251 h 640991"/>
              <a:gd name="connsiteX40" fmla="*/ 3200247 w 3504841"/>
              <a:gd name="connsiteY40" fmla="*/ 126251 h 640991"/>
              <a:gd name="connsiteX41" fmla="*/ 3200247 w 3504841"/>
              <a:gd name="connsiteY41" fmla="*/ 183045 h 640991"/>
              <a:gd name="connsiteX42" fmla="*/ 3323955 w 3504841"/>
              <a:gd name="connsiteY42" fmla="*/ 119062 h 640991"/>
              <a:gd name="connsiteX43" fmla="*/ 2861992 w 3504841"/>
              <a:gd name="connsiteY43" fmla="*/ 119062 h 640991"/>
              <a:gd name="connsiteX44" fmla="*/ 3042879 w 3504841"/>
              <a:gd name="connsiteY44" fmla="*/ 323592 h 640991"/>
              <a:gd name="connsiteX45" fmla="*/ 3042879 w 3504841"/>
              <a:gd name="connsiteY45" fmla="*/ 324670 h 640991"/>
              <a:gd name="connsiteX46" fmla="*/ 2861992 w 3504841"/>
              <a:gd name="connsiteY46" fmla="*/ 529560 h 640991"/>
              <a:gd name="connsiteX47" fmla="*/ 2738285 w 3504841"/>
              <a:gd name="connsiteY47" fmla="*/ 470609 h 640991"/>
              <a:gd name="connsiteX48" fmla="*/ 2738285 w 3504841"/>
              <a:gd name="connsiteY48" fmla="*/ 640991 h 640991"/>
              <a:gd name="connsiteX49" fmla="*/ 2625725 w 3504841"/>
              <a:gd name="connsiteY49" fmla="*/ 640991 h 640991"/>
              <a:gd name="connsiteX50" fmla="*/ 2625725 w 3504841"/>
              <a:gd name="connsiteY50" fmla="*/ 126251 h 640991"/>
              <a:gd name="connsiteX51" fmla="*/ 2738285 w 3504841"/>
              <a:gd name="connsiteY51" fmla="*/ 126251 h 640991"/>
              <a:gd name="connsiteX52" fmla="*/ 2738285 w 3504841"/>
              <a:gd name="connsiteY52" fmla="*/ 183045 h 640991"/>
              <a:gd name="connsiteX53" fmla="*/ 2861992 w 3504841"/>
              <a:gd name="connsiteY53" fmla="*/ 119062 h 640991"/>
              <a:gd name="connsiteX54" fmla="*/ 1828929 w 3504841"/>
              <a:gd name="connsiteY54" fmla="*/ 25400 h 640991"/>
              <a:gd name="connsiteX55" fmla="*/ 1939876 w 3504841"/>
              <a:gd name="connsiteY55" fmla="*/ 25400 h 640991"/>
              <a:gd name="connsiteX56" fmla="*/ 1939876 w 3504841"/>
              <a:gd name="connsiteY56" fmla="*/ 127331 h 640991"/>
              <a:gd name="connsiteX57" fmla="*/ 2033229 w 3504841"/>
              <a:gd name="connsiteY57" fmla="*/ 127331 h 640991"/>
              <a:gd name="connsiteX58" fmla="*/ 2033229 w 3504841"/>
              <a:gd name="connsiteY58" fmla="*/ 223859 h 640991"/>
              <a:gd name="connsiteX59" fmla="*/ 1939876 w 3504841"/>
              <a:gd name="connsiteY59" fmla="*/ 223859 h 640991"/>
              <a:gd name="connsiteX60" fmla="*/ 1939876 w 3504841"/>
              <a:gd name="connsiteY60" fmla="*/ 393143 h 640991"/>
              <a:gd name="connsiteX61" fmla="*/ 1976499 w 3504841"/>
              <a:gd name="connsiteY61" fmla="*/ 431682 h 640991"/>
              <a:gd name="connsiteX62" fmla="*/ 2032152 w 3504841"/>
              <a:gd name="connsiteY62" fmla="*/ 417635 h 640991"/>
              <a:gd name="connsiteX63" fmla="*/ 2032152 w 3504841"/>
              <a:gd name="connsiteY63" fmla="*/ 508040 h 640991"/>
              <a:gd name="connsiteX64" fmla="*/ 1942748 w 3504841"/>
              <a:gd name="connsiteY64" fmla="*/ 531452 h 640991"/>
              <a:gd name="connsiteX65" fmla="*/ 1828929 w 3504841"/>
              <a:gd name="connsiteY65" fmla="*/ 411512 h 640991"/>
              <a:gd name="connsiteX66" fmla="*/ 1828929 w 3504841"/>
              <a:gd name="connsiteY66" fmla="*/ 223859 h 640991"/>
              <a:gd name="connsiteX67" fmla="*/ 1781175 w 3504841"/>
              <a:gd name="connsiteY67" fmla="*/ 223859 h 640991"/>
              <a:gd name="connsiteX68" fmla="*/ 1781175 w 3504841"/>
              <a:gd name="connsiteY68" fmla="*/ 127331 h 640991"/>
              <a:gd name="connsiteX69" fmla="*/ 1828929 w 3504841"/>
              <a:gd name="connsiteY69" fmla="*/ 127331 h 640991"/>
              <a:gd name="connsiteX70" fmla="*/ 852488 w 3504841"/>
              <a:gd name="connsiteY70" fmla="*/ 1587 h 640991"/>
              <a:gd name="connsiteX71" fmla="*/ 958347 w 3504841"/>
              <a:gd name="connsiteY71" fmla="*/ 1587 h 640991"/>
              <a:gd name="connsiteX72" fmla="*/ 1201030 w 3504841"/>
              <a:gd name="connsiteY72" fmla="*/ 324325 h 640991"/>
              <a:gd name="connsiteX73" fmla="*/ 1201030 w 3504841"/>
              <a:gd name="connsiteY73" fmla="*/ 1587 h 640991"/>
              <a:gd name="connsiteX74" fmla="*/ 1314090 w 3504841"/>
              <a:gd name="connsiteY74" fmla="*/ 1587 h 640991"/>
              <a:gd name="connsiteX75" fmla="*/ 1314090 w 3504841"/>
              <a:gd name="connsiteY75" fmla="*/ 523515 h 640991"/>
              <a:gd name="connsiteX76" fmla="*/ 1216513 w 3504841"/>
              <a:gd name="connsiteY76" fmla="*/ 523515 h 640991"/>
              <a:gd name="connsiteX77" fmla="*/ 965548 w 3504841"/>
              <a:gd name="connsiteY77" fmla="*/ 193573 h 640991"/>
              <a:gd name="connsiteX78" fmla="*/ 965548 w 3504841"/>
              <a:gd name="connsiteY78" fmla="*/ 523515 h 640991"/>
              <a:gd name="connsiteX79" fmla="*/ 852488 w 3504841"/>
              <a:gd name="connsiteY79" fmla="*/ 523515 h 640991"/>
              <a:gd name="connsiteX80" fmla="*/ 0 w 3504841"/>
              <a:gd name="connsiteY80" fmla="*/ 1587 h 640991"/>
              <a:gd name="connsiteX81" fmla="*/ 626703 w 3504841"/>
              <a:gd name="connsiteY81" fmla="*/ 1587 h 640991"/>
              <a:gd name="connsiteX82" fmla="*/ 626703 w 3504841"/>
              <a:gd name="connsiteY82" fmla="*/ 523515 h 640991"/>
              <a:gd name="connsiteX83" fmla="*/ 383005 w 3504841"/>
              <a:gd name="connsiteY83" fmla="*/ 523515 h 640991"/>
              <a:gd name="connsiteX84" fmla="*/ 383005 w 3504841"/>
              <a:gd name="connsiteY84" fmla="*/ 209782 h 640991"/>
              <a:gd name="connsiteX85" fmla="*/ 243698 w 3504841"/>
              <a:gd name="connsiteY85" fmla="*/ 209782 h 640991"/>
              <a:gd name="connsiteX86" fmla="*/ 243698 w 3504841"/>
              <a:gd name="connsiteY86" fmla="*/ 523515 h 640991"/>
              <a:gd name="connsiteX87" fmla="*/ 0 w 3504841"/>
              <a:gd name="connsiteY87" fmla="*/ 523515 h 640991"/>
              <a:gd name="connsiteX88" fmla="*/ 2277940 w 3504841"/>
              <a:gd name="connsiteY88" fmla="*/ 0 h 640991"/>
              <a:gd name="connsiteX89" fmla="*/ 2380505 w 3504841"/>
              <a:gd name="connsiteY89" fmla="*/ 0 h 640991"/>
              <a:gd name="connsiteX90" fmla="*/ 2596790 w 3504841"/>
              <a:gd name="connsiteY90" fmla="*/ 521927 h 640991"/>
              <a:gd name="connsiteX91" fmla="*/ 2478031 w 3504841"/>
              <a:gd name="connsiteY91" fmla="*/ 521927 h 640991"/>
              <a:gd name="connsiteX92" fmla="*/ 2430168 w 3504841"/>
              <a:gd name="connsiteY92" fmla="*/ 405223 h 640991"/>
              <a:gd name="connsiteX93" fmla="*/ 2223959 w 3504841"/>
              <a:gd name="connsiteY93" fmla="*/ 405223 h 640991"/>
              <a:gd name="connsiteX94" fmla="*/ 2176095 w 3504841"/>
              <a:gd name="connsiteY94" fmla="*/ 521927 h 640991"/>
              <a:gd name="connsiteX95" fmla="*/ 2060575 w 3504841"/>
              <a:gd name="connsiteY95" fmla="*/ 521927 h 64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3504841" h="640991">
                <a:moveTo>
                  <a:pt x="3294826" y="214318"/>
                </a:moveTo>
                <a:cubicBezTo>
                  <a:pt x="3242322" y="214318"/>
                  <a:pt x="3198090" y="258171"/>
                  <a:pt x="3198090" y="323592"/>
                </a:cubicBezTo>
                <a:lnTo>
                  <a:pt x="3198090" y="324670"/>
                </a:lnTo>
                <a:cubicBezTo>
                  <a:pt x="3198090" y="390451"/>
                  <a:pt x="3242322" y="434304"/>
                  <a:pt x="3294826" y="434304"/>
                </a:cubicBezTo>
                <a:cubicBezTo>
                  <a:pt x="3347689" y="434304"/>
                  <a:pt x="3391922" y="391529"/>
                  <a:pt x="3391922" y="324670"/>
                </a:cubicBezTo>
                <a:lnTo>
                  <a:pt x="3391922" y="323592"/>
                </a:lnTo>
                <a:cubicBezTo>
                  <a:pt x="3391922" y="258171"/>
                  <a:pt x="3347689" y="214318"/>
                  <a:pt x="3294826" y="214318"/>
                </a:cubicBezTo>
                <a:close/>
                <a:moveTo>
                  <a:pt x="2831785" y="214318"/>
                </a:moveTo>
                <a:cubicBezTo>
                  <a:pt x="2778921" y="214318"/>
                  <a:pt x="2735408" y="258171"/>
                  <a:pt x="2735408" y="323592"/>
                </a:cubicBezTo>
                <a:lnTo>
                  <a:pt x="2735408" y="324670"/>
                </a:lnTo>
                <a:cubicBezTo>
                  <a:pt x="2735408" y="390451"/>
                  <a:pt x="2778921" y="434304"/>
                  <a:pt x="2831785" y="434304"/>
                </a:cubicBezTo>
                <a:cubicBezTo>
                  <a:pt x="2885367" y="434304"/>
                  <a:pt x="2929240" y="391529"/>
                  <a:pt x="2929240" y="324670"/>
                </a:cubicBezTo>
                <a:lnTo>
                  <a:pt x="2929240" y="323592"/>
                </a:lnTo>
                <a:cubicBezTo>
                  <a:pt x="2929240" y="258171"/>
                  <a:pt x="2884288" y="214318"/>
                  <a:pt x="2831785" y="214318"/>
                </a:cubicBezTo>
                <a:close/>
                <a:moveTo>
                  <a:pt x="1564332" y="209816"/>
                </a:moveTo>
                <a:cubicBezTo>
                  <a:pt x="1517602" y="209816"/>
                  <a:pt x="1487048" y="243253"/>
                  <a:pt x="1478061" y="293948"/>
                </a:cubicBezTo>
                <a:lnTo>
                  <a:pt x="1647368" y="293948"/>
                </a:lnTo>
                <a:cubicBezTo>
                  <a:pt x="1640179" y="243253"/>
                  <a:pt x="1611062" y="209816"/>
                  <a:pt x="1564332" y="209816"/>
                </a:cubicBezTo>
                <a:close/>
                <a:moveTo>
                  <a:pt x="2327603" y="137236"/>
                </a:moveTo>
                <a:lnTo>
                  <a:pt x="2258507" y="305808"/>
                </a:lnTo>
                <a:lnTo>
                  <a:pt x="2396699" y="305808"/>
                </a:lnTo>
                <a:close/>
                <a:moveTo>
                  <a:pt x="1564332" y="120650"/>
                </a:moveTo>
                <a:cubicBezTo>
                  <a:pt x="1696974" y="120650"/>
                  <a:pt x="1757004" y="223119"/>
                  <a:pt x="1757004" y="335295"/>
                </a:cubicBezTo>
                <a:cubicBezTo>
                  <a:pt x="1757004" y="344283"/>
                  <a:pt x="1755925" y="354710"/>
                  <a:pt x="1755925" y="364777"/>
                </a:cubicBezTo>
                <a:lnTo>
                  <a:pt x="1480218" y="364777"/>
                </a:lnTo>
                <a:cubicBezTo>
                  <a:pt x="1491361" y="415472"/>
                  <a:pt x="1526589" y="442796"/>
                  <a:pt x="1577273" y="442796"/>
                </a:cubicBezTo>
                <a:cubicBezTo>
                  <a:pt x="1615016" y="442796"/>
                  <a:pt x="1642335" y="430572"/>
                  <a:pt x="1673968" y="402169"/>
                </a:cubicBezTo>
                <a:lnTo>
                  <a:pt x="1737593" y="458976"/>
                </a:lnTo>
                <a:cubicBezTo>
                  <a:pt x="1701287" y="504637"/>
                  <a:pt x="1647368" y="533041"/>
                  <a:pt x="1575475" y="533041"/>
                </a:cubicBezTo>
                <a:cubicBezTo>
                  <a:pt x="1455775" y="531962"/>
                  <a:pt x="1368425" y="447830"/>
                  <a:pt x="1368425" y="327025"/>
                </a:cubicBezTo>
                <a:lnTo>
                  <a:pt x="1368425" y="326306"/>
                </a:lnTo>
                <a:cubicBezTo>
                  <a:pt x="1368425" y="213051"/>
                  <a:pt x="1449664" y="120650"/>
                  <a:pt x="1564332" y="120650"/>
                </a:cubicBezTo>
                <a:close/>
                <a:moveTo>
                  <a:pt x="3323955" y="119062"/>
                </a:moveTo>
                <a:cubicBezTo>
                  <a:pt x="3416376" y="119062"/>
                  <a:pt x="3504841" y="190953"/>
                  <a:pt x="3504841" y="323592"/>
                </a:cubicBezTo>
                <a:lnTo>
                  <a:pt x="3504841" y="324670"/>
                </a:lnTo>
                <a:cubicBezTo>
                  <a:pt x="3504841" y="457309"/>
                  <a:pt x="3418533" y="529560"/>
                  <a:pt x="3323955" y="529560"/>
                </a:cubicBezTo>
                <a:cubicBezTo>
                  <a:pt x="3264259" y="529560"/>
                  <a:pt x="3226499" y="502241"/>
                  <a:pt x="3200247" y="470609"/>
                </a:cubicBezTo>
                <a:lnTo>
                  <a:pt x="3200247" y="640991"/>
                </a:lnTo>
                <a:lnTo>
                  <a:pt x="3087688" y="640991"/>
                </a:lnTo>
                <a:lnTo>
                  <a:pt x="3087688" y="126251"/>
                </a:lnTo>
                <a:lnTo>
                  <a:pt x="3200247" y="126251"/>
                </a:lnTo>
                <a:lnTo>
                  <a:pt x="3200247" y="183045"/>
                </a:lnTo>
                <a:cubicBezTo>
                  <a:pt x="3227578" y="146381"/>
                  <a:pt x="3265338" y="119062"/>
                  <a:pt x="3323955" y="119062"/>
                </a:cubicBezTo>
                <a:close/>
                <a:moveTo>
                  <a:pt x="2861992" y="119062"/>
                </a:moveTo>
                <a:cubicBezTo>
                  <a:pt x="2954413" y="119062"/>
                  <a:pt x="3042879" y="190953"/>
                  <a:pt x="3042879" y="323592"/>
                </a:cubicBezTo>
                <a:lnTo>
                  <a:pt x="3042879" y="324670"/>
                </a:lnTo>
                <a:cubicBezTo>
                  <a:pt x="3042879" y="457309"/>
                  <a:pt x="2956571" y="529560"/>
                  <a:pt x="2861992" y="529560"/>
                </a:cubicBezTo>
                <a:cubicBezTo>
                  <a:pt x="2802296" y="529560"/>
                  <a:pt x="2764537" y="502241"/>
                  <a:pt x="2738285" y="470609"/>
                </a:cubicBezTo>
                <a:lnTo>
                  <a:pt x="2738285" y="640991"/>
                </a:lnTo>
                <a:lnTo>
                  <a:pt x="2625725" y="640991"/>
                </a:lnTo>
                <a:lnTo>
                  <a:pt x="2625725" y="126251"/>
                </a:lnTo>
                <a:lnTo>
                  <a:pt x="2738285" y="126251"/>
                </a:lnTo>
                <a:lnTo>
                  <a:pt x="2738285" y="183045"/>
                </a:lnTo>
                <a:cubicBezTo>
                  <a:pt x="2765615" y="146381"/>
                  <a:pt x="2803375" y="119062"/>
                  <a:pt x="2861992" y="119062"/>
                </a:cubicBezTo>
                <a:close/>
                <a:moveTo>
                  <a:pt x="1828929" y="25400"/>
                </a:moveTo>
                <a:lnTo>
                  <a:pt x="1939876" y="25400"/>
                </a:lnTo>
                <a:lnTo>
                  <a:pt x="1939876" y="127331"/>
                </a:lnTo>
                <a:lnTo>
                  <a:pt x="2033229" y="127331"/>
                </a:lnTo>
                <a:lnTo>
                  <a:pt x="2033229" y="223859"/>
                </a:lnTo>
                <a:lnTo>
                  <a:pt x="1939876" y="223859"/>
                </a:lnTo>
                <a:lnTo>
                  <a:pt x="1939876" y="393143"/>
                </a:lnTo>
                <a:cubicBezTo>
                  <a:pt x="1939876" y="419436"/>
                  <a:pt x="1951006" y="431682"/>
                  <a:pt x="1976499" y="431682"/>
                </a:cubicBezTo>
                <a:cubicBezTo>
                  <a:pt x="1996606" y="431682"/>
                  <a:pt x="2015995" y="426640"/>
                  <a:pt x="2032152" y="417635"/>
                </a:cubicBezTo>
                <a:lnTo>
                  <a:pt x="2032152" y="508040"/>
                </a:lnTo>
                <a:cubicBezTo>
                  <a:pt x="2008814" y="522087"/>
                  <a:pt x="1981526" y="531452"/>
                  <a:pt x="1942748" y="531452"/>
                </a:cubicBezTo>
                <a:cubicBezTo>
                  <a:pt x="1874888" y="530371"/>
                  <a:pt x="1828929" y="502998"/>
                  <a:pt x="1828929" y="411512"/>
                </a:cubicBezTo>
                <a:lnTo>
                  <a:pt x="1828929" y="223859"/>
                </a:lnTo>
                <a:lnTo>
                  <a:pt x="1781175" y="223859"/>
                </a:lnTo>
                <a:lnTo>
                  <a:pt x="1781175" y="127331"/>
                </a:lnTo>
                <a:lnTo>
                  <a:pt x="1828929" y="127331"/>
                </a:lnTo>
                <a:close/>
                <a:moveTo>
                  <a:pt x="852488" y="1587"/>
                </a:moveTo>
                <a:lnTo>
                  <a:pt x="958347" y="1587"/>
                </a:lnTo>
                <a:lnTo>
                  <a:pt x="1201030" y="324325"/>
                </a:lnTo>
                <a:lnTo>
                  <a:pt x="1201030" y="1587"/>
                </a:lnTo>
                <a:lnTo>
                  <a:pt x="1314090" y="1587"/>
                </a:lnTo>
                <a:lnTo>
                  <a:pt x="1314090" y="523515"/>
                </a:lnTo>
                <a:lnTo>
                  <a:pt x="1216513" y="523515"/>
                </a:lnTo>
                <a:lnTo>
                  <a:pt x="965548" y="193573"/>
                </a:lnTo>
                <a:lnTo>
                  <a:pt x="965548" y="523515"/>
                </a:lnTo>
                <a:lnTo>
                  <a:pt x="852488" y="523515"/>
                </a:lnTo>
                <a:close/>
                <a:moveTo>
                  <a:pt x="0" y="1587"/>
                </a:moveTo>
                <a:lnTo>
                  <a:pt x="626703" y="1587"/>
                </a:lnTo>
                <a:lnTo>
                  <a:pt x="626703" y="523515"/>
                </a:lnTo>
                <a:lnTo>
                  <a:pt x="383005" y="523515"/>
                </a:lnTo>
                <a:lnTo>
                  <a:pt x="383005" y="209782"/>
                </a:lnTo>
                <a:lnTo>
                  <a:pt x="243698" y="209782"/>
                </a:lnTo>
                <a:lnTo>
                  <a:pt x="243698" y="523515"/>
                </a:lnTo>
                <a:lnTo>
                  <a:pt x="0" y="523515"/>
                </a:lnTo>
                <a:close/>
                <a:moveTo>
                  <a:pt x="2277940" y="0"/>
                </a:moveTo>
                <a:lnTo>
                  <a:pt x="2380505" y="0"/>
                </a:lnTo>
                <a:lnTo>
                  <a:pt x="2596790" y="521927"/>
                </a:lnTo>
                <a:lnTo>
                  <a:pt x="2478031" y="521927"/>
                </a:lnTo>
                <a:lnTo>
                  <a:pt x="2430168" y="405223"/>
                </a:lnTo>
                <a:lnTo>
                  <a:pt x="2223959" y="405223"/>
                </a:lnTo>
                <a:lnTo>
                  <a:pt x="2176095" y="521927"/>
                </a:lnTo>
                <a:lnTo>
                  <a:pt x="2060575" y="521927"/>
                </a:lnTo>
                <a:close/>
              </a:path>
            </a:pathLst>
          </a:custGeom>
          <a:solidFill>
            <a:schemeClr val="bg1"/>
          </a:solidFill>
          <a:ln>
            <a:noFill/>
          </a:ln>
          <a:effectLst/>
        </p:spPr>
        <p:txBody>
          <a:bodyPr wrap="square" anchor="ctr">
            <a:noAutofit/>
          </a:bodyPr>
          <a:lstStyle/>
          <a:p>
            <a:endParaRPr lang="en-US"/>
          </a:p>
        </p:txBody>
      </p:sp>
      <p:pic>
        <p:nvPicPr>
          <p:cNvPr id="17" name="Picture 16">
            <a:extLst>
              <a:ext uri="{FF2B5EF4-FFF2-40B4-BE49-F238E27FC236}">
                <a16:creationId xmlns:a16="http://schemas.microsoft.com/office/drawing/2014/main" id="{1197C409-645C-4572-A976-B674B3A558D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34" y="1"/>
            <a:ext cx="2746361" cy="2289053"/>
          </a:xfrm>
          <a:prstGeom prst="rect">
            <a:avLst/>
          </a:prstGeom>
        </p:spPr>
      </p:pic>
    </p:spTree>
    <p:extLst>
      <p:ext uri="{BB962C8B-B14F-4D97-AF65-F5344CB8AC3E}">
        <p14:creationId xmlns:p14="http://schemas.microsoft.com/office/powerpoint/2010/main" val="170192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1080">
          <p15:clr>
            <a:srgbClr val="FBAE40"/>
          </p15:clr>
        </p15:guide>
        <p15:guide id="3" pos="67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rgbClr val="062645"/>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E2918D1-0282-4426-A698-EB37E2611A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Slide Number Placeholder 5"/>
          <p:cNvSpPr>
            <a:spLocks noGrp="1"/>
          </p:cNvSpPr>
          <p:nvPr>
            <p:ph type="sldNum" sz="quarter" idx="4"/>
          </p:nvPr>
        </p:nvSpPr>
        <p:spPr>
          <a:xfrm>
            <a:off x="294490" y="6462574"/>
            <a:ext cx="448654" cy="260809"/>
          </a:xfrm>
          <a:prstGeom prst="rect">
            <a:avLst/>
          </a:prstGeom>
        </p:spPr>
        <p:txBody>
          <a:bodyPr vert="horz" wrap="square" lIns="91521" tIns="45761" rIns="91521" bIns="45761" rtlCol="0" anchor="b">
            <a:noAutofit/>
          </a:bodyPr>
          <a:lstStyle>
            <a:lvl1pPr>
              <a:defRPr lang="en-US" sz="1050" b="1" smtClean="0">
                <a:solidFill>
                  <a:schemeClr val="bg1"/>
                </a:solidFill>
              </a:defRPr>
            </a:lvl1pPr>
          </a:lstStyle>
          <a:p>
            <a:fld id="{B071A5F3-A4FF-4CEE-8215-C08835B585C1}" type="slidenum">
              <a:rPr lang="en-US" smtClean="0"/>
              <a:pPr/>
              <a:t>‹#›</a:t>
            </a:fld>
            <a:endParaRPr lang="en-US" dirty="0"/>
          </a:p>
        </p:txBody>
      </p:sp>
      <p:sp>
        <p:nvSpPr>
          <p:cNvPr id="9" name="Text Placeholder 3"/>
          <p:cNvSpPr>
            <a:spLocks noGrp="1"/>
          </p:cNvSpPr>
          <p:nvPr>
            <p:ph type="body" sz="quarter" idx="10" hasCustomPrompt="1"/>
          </p:nvPr>
        </p:nvSpPr>
        <p:spPr>
          <a:xfrm>
            <a:off x="743144" y="2568465"/>
            <a:ext cx="9054918" cy="1470025"/>
          </a:xfrm>
        </p:spPr>
        <p:txBody>
          <a:bodyPr anchor="b"/>
          <a:lstStyle>
            <a:lvl1pPr marL="0" indent="0">
              <a:buNone/>
              <a:defRPr sz="4400">
                <a:solidFill>
                  <a:schemeClr val="bg1"/>
                </a:solidFill>
              </a:defRPr>
            </a:lvl1pPr>
          </a:lstStyle>
          <a:p>
            <a:pPr lvl="0"/>
            <a:r>
              <a:rPr lang="en-US" dirty="0"/>
              <a:t>Click to Edit Master Title Style</a:t>
            </a:r>
          </a:p>
        </p:txBody>
      </p:sp>
      <p:sp>
        <p:nvSpPr>
          <p:cNvPr id="8" name="Footer Placeholder 4"/>
          <p:cNvSpPr>
            <a:spLocks noGrp="1"/>
          </p:cNvSpPr>
          <p:nvPr>
            <p:ph type="ftr" sz="quarter" idx="3"/>
          </p:nvPr>
        </p:nvSpPr>
        <p:spPr>
          <a:xfrm>
            <a:off x="743144" y="6472734"/>
            <a:ext cx="6540464" cy="240489"/>
          </a:xfrm>
          <a:prstGeom prst="rect">
            <a:avLst/>
          </a:prstGeom>
        </p:spPr>
        <p:txBody>
          <a:bodyPr vert="horz" wrap="square" lIns="91521" tIns="45761" rIns="91521" bIns="45761" rtlCol="0" anchor="b">
            <a:noAutofit/>
          </a:bodyPr>
          <a:lstStyle>
            <a:lvl1pPr>
              <a:defRPr lang="en-US" sz="800" smtClean="0">
                <a:solidFill>
                  <a:schemeClr val="bg1"/>
                </a:solidFill>
              </a:defRPr>
            </a:lvl1pPr>
          </a:lstStyle>
          <a:p>
            <a:r>
              <a:rPr lang="en-US"/>
              <a:t>© 2023 NetApp, Inc. All rights reserved.  — NETAPP CONFIDENTIAL — </a:t>
            </a:r>
            <a:endParaRPr lang="en-US" dirty="0"/>
          </a:p>
        </p:txBody>
      </p:sp>
      <p:sp>
        <p:nvSpPr>
          <p:cNvPr id="10" name="Freeform: Shape 9">
            <a:extLst>
              <a:ext uri="{FF2B5EF4-FFF2-40B4-BE49-F238E27FC236}">
                <a16:creationId xmlns:a16="http://schemas.microsoft.com/office/drawing/2014/main" id="{C667889B-F5AB-430B-8940-76E5B081ED13}"/>
              </a:ext>
            </a:extLst>
          </p:cNvPr>
          <p:cNvSpPr>
            <a:spLocks noChangeAspect="1" noChangeArrowheads="1"/>
          </p:cNvSpPr>
          <p:nvPr userDrawn="1"/>
        </p:nvSpPr>
        <p:spPr bwMode="auto">
          <a:xfrm>
            <a:off x="836831" y="990600"/>
            <a:ext cx="1828800" cy="334464"/>
          </a:xfrm>
          <a:custGeom>
            <a:avLst/>
            <a:gdLst>
              <a:gd name="connsiteX0" fmla="*/ 3294826 w 3504841"/>
              <a:gd name="connsiteY0" fmla="*/ 214318 h 640991"/>
              <a:gd name="connsiteX1" fmla="*/ 3198090 w 3504841"/>
              <a:gd name="connsiteY1" fmla="*/ 323592 h 640991"/>
              <a:gd name="connsiteX2" fmla="*/ 3198090 w 3504841"/>
              <a:gd name="connsiteY2" fmla="*/ 324670 h 640991"/>
              <a:gd name="connsiteX3" fmla="*/ 3294826 w 3504841"/>
              <a:gd name="connsiteY3" fmla="*/ 434304 h 640991"/>
              <a:gd name="connsiteX4" fmla="*/ 3391922 w 3504841"/>
              <a:gd name="connsiteY4" fmla="*/ 324670 h 640991"/>
              <a:gd name="connsiteX5" fmla="*/ 3391922 w 3504841"/>
              <a:gd name="connsiteY5" fmla="*/ 323592 h 640991"/>
              <a:gd name="connsiteX6" fmla="*/ 3294826 w 3504841"/>
              <a:gd name="connsiteY6" fmla="*/ 214318 h 640991"/>
              <a:gd name="connsiteX7" fmla="*/ 2831785 w 3504841"/>
              <a:gd name="connsiteY7" fmla="*/ 214318 h 640991"/>
              <a:gd name="connsiteX8" fmla="*/ 2735408 w 3504841"/>
              <a:gd name="connsiteY8" fmla="*/ 323592 h 640991"/>
              <a:gd name="connsiteX9" fmla="*/ 2735408 w 3504841"/>
              <a:gd name="connsiteY9" fmla="*/ 324670 h 640991"/>
              <a:gd name="connsiteX10" fmla="*/ 2831785 w 3504841"/>
              <a:gd name="connsiteY10" fmla="*/ 434304 h 640991"/>
              <a:gd name="connsiteX11" fmla="*/ 2929240 w 3504841"/>
              <a:gd name="connsiteY11" fmla="*/ 324670 h 640991"/>
              <a:gd name="connsiteX12" fmla="*/ 2929240 w 3504841"/>
              <a:gd name="connsiteY12" fmla="*/ 323592 h 640991"/>
              <a:gd name="connsiteX13" fmla="*/ 2831785 w 3504841"/>
              <a:gd name="connsiteY13" fmla="*/ 214318 h 640991"/>
              <a:gd name="connsiteX14" fmla="*/ 1564332 w 3504841"/>
              <a:gd name="connsiteY14" fmla="*/ 209816 h 640991"/>
              <a:gd name="connsiteX15" fmla="*/ 1478061 w 3504841"/>
              <a:gd name="connsiteY15" fmla="*/ 293948 h 640991"/>
              <a:gd name="connsiteX16" fmla="*/ 1647368 w 3504841"/>
              <a:gd name="connsiteY16" fmla="*/ 293948 h 640991"/>
              <a:gd name="connsiteX17" fmla="*/ 1564332 w 3504841"/>
              <a:gd name="connsiteY17" fmla="*/ 209816 h 640991"/>
              <a:gd name="connsiteX18" fmla="*/ 2327603 w 3504841"/>
              <a:gd name="connsiteY18" fmla="*/ 137236 h 640991"/>
              <a:gd name="connsiteX19" fmla="*/ 2258507 w 3504841"/>
              <a:gd name="connsiteY19" fmla="*/ 305808 h 640991"/>
              <a:gd name="connsiteX20" fmla="*/ 2396699 w 3504841"/>
              <a:gd name="connsiteY20" fmla="*/ 305808 h 640991"/>
              <a:gd name="connsiteX21" fmla="*/ 1564332 w 3504841"/>
              <a:gd name="connsiteY21" fmla="*/ 120650 h 640991"/>
              <a:gd name="connsiteX22" fmla="*/ 1757004 w 3504841"/>
              <a:gd name="connsiteY22" fmla="*/ 335295 h 640991"/>
              <a:gd name="connsiteX23" fmla="*/ 1755925 w 3504841"/>
              <a:gd name="connsiteY23" fmla="*/ 364777 h 640991"/>
              <a:gd name="connsiteX24" fmla="*/ 1480218 w 3504841"/>
              <a:gd name="connsiteY24" fmla="*/ 364777 h 640991"/>
              <a:gd name="connsiteX25" fmla="*/ 1577273 w 3504841"/>
              <a:gd name="connsiteY25" fmla="*/ 442796 h 640991"/>
              <a:gd name="connsiteX26" fmla="*/ 1673968 w 3504841"/>
              <a:gd name="connsiteY26" fmla="*/ 402169 h 640991"/>
              <a:gd name="connsiteX27" fmla="*/ 1737593 w 3504841"/>
              <a:gd name="connsiteY27" fmla="*/ 458976 h 640991"/>
              <a:gd name="connsiteX28" fmla="*/ 1575475 w 3504841"/>
              <a:gd name="connsiteY28" fmla="*/ 533041 h 640991"/>
              <a:gd name="connsiteX29" fmla="*/ 1368425 w 3504841"/>
              <a:gd name="connsiteY29" fmla="*/ 327025 h 640991"/>
              <a:gd name="connsiteX30" fmla="*/ 1368425 w 3504841"/>
              <a:gd name="connsiteY30" fmla="*/ 326306 h 640991"/>
              <a:gd name="connsiteX31" fmla="*/ 1564332 w 3504841"/>
              <a:gd name="connsiteY31" fmla="*/ 120650 h 640991"/>
              <a:gd name="connsiteX32" fmla="*/ 3323955 w 3504841"/>
              <a:gd name="connsiteY32" fmla="*/ 119062 h 640991"/>
              <a:gd name="connsiteX33" fmla="*/ 3504841 w 3504841"/>
              <a:gd name="connsiteY33" fmla="*/ 323592 h 640991"/>
              <a:gd name="connsiteX34" fmla="*/ 3504841 w 3504841"/>
              <a:gd name="connsiteY34" fmla="*/ 324670 h 640991"/>
              <a:gd name="connsiteX35" fmla="*/ 3323955 w 3504841"/>
              <a:gd name="connsiteY35" fmla="*/ 529560 h 640991"/>
              <a:gd name="connsiteX36" fmla="*/ 3200247 w 3504841"/>
              <a:gd name="connsiteY36" fmla="*/ 470609 h 640991"/>
              <a:gd name="connsiteX37" fmla="*/ 3200247 w 3504841"/>
              <a:gd name="connsiteY37" fmla="*/ 640991 h 640991"/>
              <a:gd name="connsiteX38" fmla="*/ 3087688 w 3504841"/>
              <a:gd name="connsiteY38" fmla="*/ 640991 h 640991"/>
              <a:gd name="connsiteX39" fmla="*/ 3087688 w 3504841"/>
              <a:gd name="connsiteY39" fmla="*/ 126251 h 640991"/>
              <a:gd name="connsiteX40" fmla="*/ 3200247 w 3504841"/>
              <a:gd name="connsiteY40" fmla="*/ 126251 h 640991"/>
              <a:gd name="connsiteX41" fmla="*/ 3200247 w 3504841"/>
              <a:gd name="connsiteY41" fmla="*/ 183045 h 640991"/>
              <a:gd name="connsiteX42" fmla="*/ 3323955 w 3504841"/>
              <a:gd name="connsiteY42" fmla="*/ 119062 h 640991"/>
              <a:gd name="connsiteX43" fmla="*/ 2861992 w 3504841"/>
              <a:gd name="connsiteY43" fmla="*/ 119062 h 640991"/>
              <a:gd name="connsiteX44" fmla="*/ 3042879 w 3504841"/>
              <a:gd name="connsiteY44" fmla="*/ 323592 h 640991"/>
              <a:gd name="connsiteX45" fmla="*/ 3042879 w 3504841"/>
              <a:gd name="connsiteY45" fmla="*/ 324670 h 640991"/>
              <a:gd name="connsiteX46" fmla="*/ 2861992 w 3504841"/>
              <a:gd name="connsiteY46" fmla="*/ 529560 h 640991"/>
              <a:gd name="connsiteX47" fmla="*/ 2738285 w 3504841"/>
              <a:gd name="connsiteY47" fmla="*/ 470609 h 640991"/>
              <a:gd name="connsiteX48" fmla="*/ 2738285 w 3504841"/>
              <a:gd name="connsiteY48" fmla="*/ 640991 h 640991"/>
              <a:gd name="connsiteX49" fmla="*/ 2625725 w 3504841"/>
              <a:gd name="connsiteY49" fmla="*/ 640991 h 640991"/>
              <a:gd name="connsiteX50" fmla="*/ 2625725 w 3504841"/>
              <a:gd name="connsiteY50" fmla="*/ 126251 h 640991"/>
              <a:gd name="connsiteX51" fmla="*/ 2738285 w 3504841"/>
              <a:gd name="connsiteY51" fmla="*/ 126251 h 640991"/>
              <a:gd name="connsiteX52" fmla="*/ 2738285 w 3504841"/>
              <a:gd name="connsiteY52" fmla="*/ 183045 h 640991"/>
              <a:gd name="connsiteX53" fmla="*/ 2861992 w 3504841"/>
              <a:gd name="connsiteY53" fmla="*/ 119062 h 640991"/>
              <a:gd name="connsiteX54" fmla="*/ 1828929 w 3504841"/>
              <a:gd name="connsiteY54" fmla="*/ 25400 h 640991"/>
              <a:gd name="connsiteX55" fmla="*/ 1939876 w 3504841"/>
              <a:gd name="connsiteY55" fmla="*/ 25400 h 640991"/>
              <a:gd name="connsiteX56" fmla="*/ 1939876 w 3504841"/>
              <a:gd name="connsiteY56" fmla="*/ 127331 h 640991"/>
              <a:gd name="connsiteX57" fmla="*/ 2033229 w 3504841"/>
              <a:gd name="connsiteY57" fmla="*/ 127331 h 640991"/>
              <a:gd name="connsiteX58" fmla="*/ 2033229 w 3504841"/>
              <a:gd name="connsiteY58" fmla="*/ 223859 h 640991"/>
              <a:gd name="connsiteX59" fmla="*/ 1939876 w 3504841"/>
              <a:gd name="connsiteY59" fmla="*/ 223859 h 640991"/>
              <a:gd name="connsiteX60" fmla="*/ 1939876 w 3504841"/>
              <a:gd name="connsiteY60" fmla="*/ 393143 h 640991"/>
              <a:gd name="connsiteX61" fmla="*/ 1976499 w 3504841"/>
              <a:gd name="connsiteY61" fmla="*/ 431682 h 640991"/>
              <a:gd name="connsiteX62" fmla="*/ 2032152 w 3504841"/>
              <a:gd name="connsiteY62" fmla="*/ 417635 h 640991"/>
              <a:gd name="connsiteX63" fmla="*/ 2032152 w 3504841"/>
              <a:gd name="connsiteY63" fmla="*/ 508040 h 640991"/>
              <a:gd name="connsiteX64" fmla="*/ 1942748 w 3504841"/>
              <a:gd name="connsiteY64" fmla="*/ 531452 h 640991"/>
              <a:gd name="connsiteX65" fmla="*/ 1828929 w 3504841"/>
              <a:gd name="connsiteY65" fmla="*/ 411512 h 640991"/>
              <a:gd name="connsiteX66" fmla="*/ 1828929 w 3504841"/>
              <a:gd name="connsiteY66" fmla="*/ 223859 h 640991"/>
              <a:gd name="connsiteX67" fmla="*/ 1781175 w 3504841"/>
              <a:gd name="connsiteY67" fmla="*/ 223859 h 640991"/>
              <a:gd name="connsiteX68" fmla="*/ 1781175 w 3504841"/>
              <a:gd name="connsiteY68" fmla="*/ 127331 h 640991"/>
              <a:gd name="connsiteX69" fmla="*/ 1828929 w 3504841"/>
              <a:gd name="connsiteY69" fmla="*/ 127331 h 640991"/>
              <a:gd name="connsiteX70" fmla="*/ 852488 w 3504841"/>
              <a:gd name="connsiteY70" fmla="*/ 1587 h 640991"/>
              <a:gd name="connsiteX71" fmla="*/ 958347 w 3504841"/>
              <a:gd name="connsiteY71" fmla="*/ 1587 h 640991"/>
              <a:gd name="connsiteX72" fmla="*/ 1201030 w 3504841"/>
              <a:gd name="connsiteY72" fmla="*/ 324325 h 640991"/>
              <a:gd name="connsiteX73" fmla="*/ 1201030 w 3504841"/>
              <a:gd name="connsiteY73" fmla="*/ 1587 h 640991"/>
              <a:gd name="connsiteX74" fmla="*/ 1314090 w 3504841"/>
              <a:gd name="connsiteY74" fmla="*/ 1587 h 640991"/>
              <a:gd name="connsiteX75" fmla="*/ 1314090 w 3504841"/>
              <a:gd name="connsiteY75" fmla="*/ 523515 h 640991"/>
              <a:gd name="connsiteX76" fmla="*/ 1216513 w 3504841"/>
              <a:gd name="connsiteY76" fmla="*/ 523515 h 640991"/>
              <a:gd name="connsiteX77" fmla="*/ 965548 w 3504841"/>
              <a:gd name="connsiteY77" fmla="*/ 193573 h 640991"/>
              <a:gd name="connsiteX78" fmla="*/ 965548 w 3504841"/>
              <a:gd name="connsiteY78" fmla="*/ 523515 h 640991"/>
              <a:gd name="connsiteX79" fmla="*/ 852488 w 3504841"/>
              <a:gd name="connsiteY79" fmla="*/ 523515 h 640991"/>
              <a:gd name="connsiteX80" fmla="*/ 0 w 3504841"/>
              <a:gd name="connsiteY80" fmla="*/ 1587 h 640991"/>
              <a:gd name="connsiteX81" fmla="*/ 626703 w 3504841"/>
              <a:gd name="connsiteY81" fmla="*/ 1587 h 640991"/>
              <a:gd name="connsiteX82" fmla="*/ 626703 w 3504841"/>
              <a:gd name="connsiteY82" fmla="*/ 523515 h 640991"/>
              <a:gd name="connsiteX83" fmla="*/ 383005 w 3504841"/>
              <a:gd name="connsiteY83" fmla="*/ 523515 h 640991"/>
              <a:gd name="connsiteX84" fmla="*/ 383005 w 3504841"/>
              <a:gd name="connsiteY84" fmla="*/ 209782 h 640991"/>
              <a:gd name="connsiteX85" fmla="*/ 243698 w 3504841"/>
              <a:gd name="connsiteY85" fmla="*/ 209782 h 640991"/>
              <a:gd name="connsiteX86" fmla="*/ 243698 w 3504841"/>
              <a:gd name="connsiteY86" fmla="*/ 523515 h 640991"/>
              <a:gd name="connsiteX87" fmla="*/ 0 w 3504841"/>
              <a:gd name="connsiteY87" fmla="*/ 523515 h 640991"/>
              <a:gd name="connsiteX88" fmla="*/ 2277940 w 3504841"/>
              <a:gd name="connsiteY88" fmla="*/ 0 h 640991"/>
              <a:gd name="connsiteX89" fmla="*/ 2380505 w 3504841"/>
              <a:gd name="connsiteY89" fmla="*/ 0 h 640991"/>
              <a:gd name="connsiteX90" fmla="*/ 2596790 w 3504841"/>
              <a:gd name="connsiteY90" fmla="*/ 521927 h 640991"/>
              <a:gd name="connsiteX91" fmla="*/ 2478031 w 3504841"/>
              <a:gd name="connsiteY91" fmla="*/ 521927 h 640991"/>
              <a:gd name="connsiteX92" fmla="*/ 2430168 w 3504841"/>
              <a:gd name="connsiteY92" fmla="*/ 405223 h 640991"/>
              <a:gd name="connsiteX93" fmla="*/ 2223959 w 3504841"/>
              <a:gd name="connsiteY93" fmla="*/ 405223 h 640991"/>
              <a:gd name="connsiteX94" fmla="*/ 2176095 w 3504841"/>
              <a:gd name="connsiteY94" fmla="*/ 521927 h 640991"/>
              <a:gd name="connsiteX95" fmla="*/ 2060575 w 3504841"/>
              <a:gd name="connsiteY95" fmla="*/ 521927 h 64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3504841" h="640991">
                <a:moveTo>
                  <a:pt x="3294826" y="214318"/>
                </a:moveTo>
                <a:cubicBezTo>
                  <a:pt x="3242322" y="214318"/>
                  <a:pt x="3198090" y="258171"/>
                  <a:pt x="3198090" y="323592"/>
                </a:cubicBezTo>
                <a:lnTo>
                  <a:pt x="3198090" y="324670"/>
                </a:lnTo>
                <a:cubicBezTo>
                  <a:pt x="3198090" y="390451"/>
                  <a:pt x="3242322" y="434304"/>
                  <a:pt x="3294826" y="434304"/>
                </a:cubicBezTo>
                <a:cubicBezTo>
                  <a:pt x="3347689" y="434304"/>
                  <a:pt x="3391922" y="391529"/>
                  <a:pt x="3391922" y="324670"/>
                </a:cubicBezTo>
                <a:lnTo>
                  <a:pt x="3391922" y="323592"/>
                </a:lnTo>
                <a:cubicBezTo>
                  <a:pt x="3391922" y="258171"/>
                  <a:pt x="3347689" y="214318"/>
                  <a:pt x="3294826" y="214318"/>
                </a:cubicBezTo>
                <a:close/>
                <a:moveTo>
                  <a:pt x="2831785" y="214318"/>
                </a:moveTo>
                <a:cubicBezTo>
                  <a:pt x="2778921" y="214318"/>
                  <a:pt x="2735408" y="258171"/>
                  <a:pt x="2735408" y="323592"/>
                </a:cubicBezTo>
                <a:lnTo>
                  <a:pt x="2735408" y="324670"/>
                </a:lnTo>
                <a:cubicBezTo>
                  <a:pt x="2735408" y="390451"/>
                  <a:pt x="2778921" y="434304"/>
                  <a:pt x="2831785" y="434304"/>
                </a:cubicBezTo>
                <a:cubicBezTo>
                  <a:pt x="2885367" y="434304"/>
                  <a:pt x="2929240" y="391529"/>
                  <a:pt x="2929240" y="324670"/>
                </a:cubicBezTo>
                <a:lnTo>
                  <a:pt x="2929240" y="323592"/>
                </a:lnTo>
                <a:cubicBezTo>
                  <a:pt x="2929240" y="258171"/>
                  <a:pt x="2884288" y="214318"/>
                  <a:pt x="2831785" y="214318"/>
                </a:cubicBezTo>
                <a:close/>
                <a:moveTo>
                  <a:pt x="1564332" y="209816"/>
                </a:moveTo>
                <a:cubicBezTo>
                  <a:pt x="1517602" y="209816"/>
                  <a:pt x="1487048" y="243253"/>
                  <a:pt x="1478061" y="293948"/>
                </a:cubicBezTo>
                <a:lnTo>
                  <a:pt x="1647368" y="293948"/>
                </a:lnTo>
                <a:cubicBezTo>
                  <a:pt x="1640179" y="243253"/>
                  <a:pt x="1611062" y="209816"/>
                  <a:pt x="1564332" y="209816"/>
                </a:cubicBezTo>
                <a:close/>
                <a:moveTo>
                  <a:pt x="2327603" y="137236"/>
                </a:moveTo>
                <a:lnTo>
                  <a:pt x="2258507" y="305808"/>
                </a:lnTo>
                <a:lnTo>
                  <a:pt x="2396699" y="305808"/>
                </a:lnTo>
                <a:close/>
                <a:moveTo>
                  <a:pt x="1564332" y="120650"/>
                </a:moveTo>
                <a:cubicBezTo>
                  <a:pt x="1696974" y="120650"/>
                  <a:pt x="1757004" y="223119"/>
                  <a:pt x="1757004" y="335295"/>
                </a:cubicBezTo>
                <a:cubicBezTo>
                  <a:pt x="1757004" y="344283"/>
                  <a:pt x="1755925" y="354710"/>
                  <a:pt x="1755925" y="364777"/>
                </a:cubicBezTo>
                <a:lnTo>
                  <a:pt x="1480218" y="364777"/>
                </a:lnTo>
                <a:cubicBezTo>
                  <a:pt x="1491361" y="415472"/>
                  <a:pt x="1526589" y="442796"/>
                  <a:pt x="1577273" y="442796"/>
                </a:cubicBezTo>
                <a:cubicBezTo>
                  <a:pt x="1615016" y="442796"/>
                  <a:pt x="1642335" y="430572"/>
                  <a:pt x="1673968" y="402169"/>
                </a:cubicBezTo>
                <a:lnTo>
                  <a:pt x="1737593" y="458976"/>
                </a:lnTo>
                <a:cubicBezTo>
                  <a:pt x="1701287" y="504637"/>
                  <a:pt x="1647368" y="533041"/>
                  <a:pt x="1575475" y="533041"/>
                </a:cubicBezTo>
                <a:cubicBezTo>
                  <a:pt x="1455775" y="531962"/>
                  <a:pt x="1368425" y="447830"/>
                  <a:pt x="1368425" y="327025"/>
                </a:cubicBezTo>
                <a:lnTo>
                  <a:pt x="1368425" y="326306"/>
                </a:lnTo>
                <a:cubicBezTo>
                  <a:pt x="1368425" y="213051"/>
                  <a:pt x="1449664" y="120650"/>
                  <a:pt x="1564332" y="120650"/>
                </a:cubicBezTo>
                <a:close/>
                <a:moveTo>
                  <a:pt x="3323955" y="119062"/>
                </a:moveTo>
                <a:cubicBezTo>
                  <a:pt x="3416376" y="119062"/>
                  <a:pt x="3504841" y="190953"/>
                  <a:pt x="3504841" y="323592"/>
                </a:cubicBezTo>
                <a:lnTo>
                  <a:pt x="3504841" y="324670"/>
                </a:lnTo>
                <a:cubicBezTo>
                  <a:pt x="3504841" y="457309"/>
                  <a:pt x="3418533" y="529560"/>
                  <a:pt x="3323955" y="529560"/>
                </a:cubicBezTo>
                <a:cubicBezTo>
                  <a:pt x="3264259" y="529560"/>
                  <a:pt x="3226499" y="502241"/>
                  <a:pt x="3200247" y="470609"/>
                </a:cubicBezTo>
                <a:lnTo>
                  <a:pt x="3200247" y="640991"/>
                </a:lnTo>
                <a:lnTo>
                  <a:pt x="3087688" y="640991"/>
                </a:lnTo>
                <a:lnTo>
                  <a:pt x="3087688" y="126251"/>
                </a:lnTo>
                <a:lnTo>
                  <a:pt x="3200247" y="126251"/>
                </a:lnTo>
                <a:lnTo>
                  <a:pt x="3200247" y="183045"/>
                </a:lnTo>
                <a:cubicBezTo>
                  <a:pt x="3227578" y="146381"/>
                  <a:pt x="3265338" y="119062"/>
                  <a:pt x="3323955" y="119062"/>
                </a:cubicBezTo>
                <a:close/>
                <a:moveTo>
                  <a:pt x="2861992" y="119062"/>
                </a:moveTo>
                <a:cubicBezTo>
                  <a:pt x="2954413" y="119062"/>
                  <a:pt x="3042879" y="190953"/>
                  <a:pt x="3042879" y="323592"/>
                </a:cubicBezTo>
                <a:lnTo>
                  <a:pt x="3042879" y="324670"/>
                </a:lnTo>
                <a:cubicBezTo>
                  <a:pt x="3042879" y="457309"/>
                  <a:pt x="2956571" y="529560"/>
                  <a:pt x="2861992" y="529560"/>
                </a:cubicBezTo>
                <a:cubicBezTo>
                  <a:pt x="2802296" y="529560"/>
                  <a:pt x="2764537" y="502241"/>
                  <a:pt x="2738285" y="470609"/>
                </a:cubicBezTo>
                <a:lnTo>
                  <a:pt x="2738285" y="640991"/>
                </a:lnTo>
                <a:lnTo>
                  <a:pt x="2625725" y="640991"/>
                </a:lnTo>
                <a:lnTo>
                  <a:pt x="2625725" y="126251"/>
                </a:lnTo>
                <a:lnTo>
                  <a:pt x="2738285" y="126251"/>
                </a:lnTo>
                <a:lnTo>
                  <a:pt x="2738285" y="183045"/>
                </a:lnTo>
                <a:cubicBezTo>
                  <a:pt x="2765615" y="146381"/>
                  <a:pt x="2803375" y="119062"/>
                  <a:pt x="2861992" y="119062"/>
                </a:cubicBezTo>
                <a:close/>
                <a:moveTo>
                  <a:pt x="1828929" y="25400"/>
                </a:moveTo>
                <a:lnTo>
                  <a:pt x="1939876" y="25400"/>
                </a:lnTo>
                <a:lnTo>
                  <a:pt x="1939876" y="127331"/>
                </a:lnTo>
                <a:lnTo>
                  <a:pt x="2033229" y="127331"/>
                </a:lnTo>
                <a:lnTo>
                  <a:pt x="2033229" y="223859"/>
                </a:lnTo>
                <a:lnTo>
                  <a:pt x="1939876" y="223859"/>
                </a:lnTo>
                <a:lnTo>
                  <a:pt x="1939876" y="393143"/>
                </a:lnTo>
                <a:cubicBezTo>
                  <a:pt x="1939876" y="419436"/>
                  <a:pt x="1951006" y="431682"/>
                  <a:pt x="1976499" y="431682"/>
                </a:cubicBezTo>
                <a:cubicBezTo>
                  <a:pt x="1996606" y="431682"/>
                  <a:pt x="2015995" y="426640"/>
                  <a:pt x="2032152" y="417635"/>
                </a:cubicBezTo>
                <a:lnTo>
                  <a:pt x="2032152" y="508040"/>
                </a:lnTo>
                <a:cubicBezTo>
                  <a:pt x="2008814" y="522087"/>
                  <a:pt x="1981526" y="531452"/>
                  <a:pt x="1942748" y="531452"/>
                </a:cubicBezTo>
                <a:cubicBezTo>
                  <a:pt x="1874888" y="530371"/>
                  <a:pt x="1828929" y="502998"/>
                  <a:pt x="1828929" y="411512"/>
                </a:cubicBezTo>
                <a:lnTo>
                  <a:pt x="1828929" y="223859"/>
                </a:lnTo>
                <a:lnTo>
                  <a:pt x="1781175" y="223859"/>
                </a:lnTo>
                <a:lnTo>
                  <a:pt x="1781175" y="127331"/>
                </a:lnTo>
                <a:lnTo>
                  <a:pt x="1828929" y="127331"/>
                </a:lnTo>
                <a:close/>
                <a:moveTo>
                  <a:pt x="852488" y="1587"/>
                </a:moveTo>
                <a:lnTo>
                  <a:pt x="958347" y="1587"/>
                </a:lnTo>
                <a:lnTo>
                  <a:pt x="1201030" y="324325"/>
                </a:lnTo>
                <a:lnTo>
                  <a:pt x="1201030" y="1587"/>
                </a:lnTo>
                <a:lnTo>
                  <a:pt x="1314090" y="1587"/>
                </a:lnTo>
                <a:lnTo>
                  <a:pt x="1314090" y="523515"/>
                </a:lnTo>
                <a:lnTo>
                  <a:pt x="1216513" y="523515"/>
                </a:lnTo>
                <a:lnTo>
                  <a:pt x="965548" y="193573"/>
                </a:lnTo>
                <a:lnTo>
                  <a:pt x="965548" y="523515"/>
                </a:lnTo>
                <a:lnTo>
                  <a:pt x="852488" y="523515"/>
                </a:lnTo>
                <a:close/>
                <a:moveTo>
                  <a:pt x="0" y="1587"/>
                </a:moveTo>
                <a:lnTo>
                  <a:pt x="626703" y="1587"/>
                </a:lnTo>
                <a:lnTo>
                  <a:pt x="626703" y="523515"/>
                </a:lnTo>
                <a:lnTo>
                  <a:pt x="383005" y="523515"/>
                </a:lnTo>
                <a:lnTo>
                  <a:pt x="383005" y="209782"/>
                </a:lnTo>
                <a:lnTo>
                  <a:pt x="243698" y="209782"/>
                </a:lnTo>
                <a:lnTo>
                  <a:pt x="243698" y="523515"/>
                </a:lnTo>
                <a:lnTo>
                  <a:pt x="0" y="523515"/>
                </a:lnTo>
                <a:close/>
                <a:moveTo>
                  <a:pt x="2277940" y="0"/>
                </a:moveTo>
                <a:lnTo>
                  <a:pt x="2380505" y="0"/>
                </a:lnTo>
                <a:lnTo>
                  <a:pt x="2596790" y="521927"/>
                </a:lnTo>
                <a:lnTo>
                  <a:pt x="2478031" y="521927"/>
                </a:lnTo>
                <a:lnTo>
                  <a:pt x="2430168" y="405223"/>
                </a:lnTo>
                <a:lnTo>
                  <a:pt x="2223959" y="405223"/>
                </a:lnTo>
                <a:lnTo>
                  <a:pt x="2176095" y="521927"/>
                </a:lnTo>
                <a:lnTo>
                  <a:pt x="2060575" y="521927"/>
                </a:lnTo>
                <a:close/>
              </a:path>
            </a:pathLst>
          </a:custGeom>
          <a:solidFill>
            <a:schemeClr val="bg1"/>
          </a:solidFill>
          <a:ln>
            <a:noFill/>
          </a:ln>
          <a:effectLst/>
        </p:spPr>
        <p:txBody>
          <a:bodyPr wrap="square" anchor="ctr">
            <a:noAutofit/>
          </a:bodyPr>
          <a:lstStyle/>
          <a:p>
            <a:endParaRPr lang="en-US"/>
          </a:p>
        </p:txBody>
      </p:sp>
    </p:spTree>
    <p:extLst>
      <p:ext uri="{BB962C8B-B14F-4D97-AF65-F5344CB8AC3E}">
        <p14:creationId xmlns:p14="http://schemas.microsoft.com/office/powerpoint/2010/main" val="1904101121"/>
      </p:ext>
    </p:extLst>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1_Thank You">
    <p:bg>
      <p:bgPr>
        <a:solidFill>
          <a:srgbClr val="062645"/>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E2918D1-0282-4426-A698-EB37E2611A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7" name="Slide Number Placeholder 5"/>
          <p:cNvSpPr>
            <a:spLocks noGrp="1"/>
          </p:cNvSpPr>
          <p:nvPr>
            <p:ph type="sldNum" sz="quarter" idx="4"/>
          </p:nvPr>
        </p:nvSpPr>
        <p:spPr>
          <a:xfrm>
            <a:off x="294490" y="6462574"/>
            <a:ext cx="448654" cy="260809"/>
          </a:xfrm>
          <a:prstGeom prst="rect">
            <a:avLst/>
          </a:prstGeom>
        </p:spPr>
        <p:txBody>
          <a:bodyPr vert="horz" wrap="square" lIns="91521" tIns="45761" rIns="91521" bIns="45761" rtlCol="0" anchor="b">
            <a:noAutofit/>
          </a:bodyPr>
          <a:lstStyle>
            <a:lvl1pPr>
              <a:defRPr lang="en-US" sz="1050" b="1" smtClean="0">
                <a:solidFill>
                  <a:schemeClr val="bg1"/>
                </a:solidFill>
              </a:defRPr>
            </a:lvl1pPr>
          </a:lstStyle>
          <a:p>
            <a:fld id="{B071A5F3-A4FF-4CEE-8215-C08835B585C1}" type="slidenum">
              <a:rPr lang="en-US" smtClean="0"/>
              <a:pPr/>
              <a:t>‹#›</a:t>
            </a:fld>
            <a:endParaRPr lang="en-US" dirty="0"/>
          </a:p>
        </p:txBody>
      </p:sp>
      <p:sp>
        <p:nvSpPr>
          <p:cNvPr id="8" name="Footer Placeholder 4"/>
          <p:cNvSpPr>
            <a:spLocks noGrp="1"/>
          </p:cNvSpPr>
          <p:nvPr>
            <p:ph type="ftr" sz="quarter" idx="3"/>
          </p:nvPr>
        </p:nvSpPr>
        <p:spPr>
          <a:xfrm>
            <a:off x="743144" y="6472734"/>
            <a:ext cx="6540464" cy="240489"/>
          </a:xfrm>
          <a:prstGeom prst="rect">
            <a:avLst/>
          </a:prstGeom>
        </p:spPr>
        <p:txBody>
          <a:bodyPr vert="horz" wrap="square" lIns="91521" tIns="45761" rIns="91521" bIns="45761" rtlCol="0" anchor="b">
            <a:noAutofit/>
          </a:bodyPr>
          <a:lstStyle>
            <a:lvl1pPr>
              <a:defRPr lang="en-US" sz="800" smtClean="0">
                <a:solidFill>
                  <a:schemeClr val="bg1"/>
                </a:solidFill>
              </a:defRPr>
            </a:lvl1pPr>
          </a:lstStyle>
          <a:p>
            <a:r>
              <a:rPr lang="en-US"/>
              <a:t>© 2023 NetApp, Inc. All rights reserved.  — NETAPP CONFIDENTIAL — </a:t>
            </a:r>
            <a:endParaRPr lang="en-US" dirty="0"/>
          </a:p>
        </p:txBody>
      </p:sp>
      <p:sp>
        <p:nvSpPr>
          <p:cNvPr id="13" name="Freeform: Shape 7">
            <a:extLst>
              <a:ext uri="{FF2B5EF4-FFF2-40B4-BE49-F238E27FC236}">
                <a16:creationId xmlns:a16="http://schemas.microsoft.com/office/drawing/2014/main" id="{3D6F8A67-94B2-C345-B7A0-2A0835CA696F}"/>
              </a:ext>
            </a:extLst>
          </p:cNvPr>
          <p:cNvSpPr>
            <a:spLocks noChangeAspect="1" noChangeArrowheads="1"/>
          </p:cNvSpPr>
          <p:nvPr userDrawn="1"/>
        </p:nvSpPr>
        <p:spPr bwMode="auto">
          <a:xfrm>
            <a:off x="10776007" y="6495019"/>
            <a:ext cx="1042416" cy="190644"/>
          </a:xfrm>
          <a:custGeom>
            <a:avLst/>
            <a:gdLst>
              <a:gd name="connsiteX0" fmla="*/ 3294826 w 3504841"/>
              <a:gd name="connsiteY0" fmla="*/ 214318 h 640991"/>
              <a:gd name="connsiteX1" fmla="*/ 3198090 w 3504841"/>
              <a:gd name="connsiteY1" fmla="*/ 323592 h 640991"/>
              <a:gd name="connsiteX2" fmla="*/ 3198090 w 3504841"/>
              <a:gd name="connsiteY2" fmla="*/ 324670 h 640991"/>
              <a:gd name="connsiteX3" fmla="*/ 3294826 w 3504841"/>
              <a:gd name="connsiteY3" fmla="*/ 434304 h 640991"/>
              <a:gd name="connsiteX4" fmla="*/ 3391922 w 3504841"/>
              <a:gd name="connsiteY4" fmla="*/ 324670 h 640991"/>
              <a:gd name="connsiteX5" fmla="*/ 3391922 w 3504841"/>
              <a:gd name="connsiteY5" fmla="*/ 323592 h 640991"/>
              <a:gd name="connsiteX6" fmla="*/ 3294826 w 3504841"/>
              <a:gd name="connsiteY6" fmla="*/ 214318 h 640991"/>
              <a:gd name="connsiteX7" fmla="*/ 2831785 w 3504841"/>
              <a:gd name="connsiteY7" fmla="*/ 214318 h 640991"/>
              <a:gd name="connsiteX8" fmla="*/ 2735408 w 3504841"/>
              <a:gd name="connsiteY8" fmla="*/ 323592 h 640991"/>
              <a:gd name="connsiteX9" fmla="*/ 2735408 w 3504841"/>
              <a:gd name="connsiteY9" fmla="*/ 324670 h 640991"/>
              <a:gd name="connsiteX10" fmla="*/ 2831785 w 3504841"/>
              <a:gd name="connsiteY10" fmla="*/ 434304 h 640991"/>
              <a:gd name="connsiteX11" fmla="*/ 2929240 w 3504841"/>
              <a:gd name="connsiteY11" fmla="*/ 324670 h 640991"/>
              <a:gd name="connsiteX12" fmla="*/ 2929240 w 3504841"/>
              <a:gd name="connsiteY12" fmla="*/ 323592 h 640991"/>
              <a:gd name="connsiteX13" fmla="*/ 2831785 w 3504841"/>
              <a:gd name="connsiteY13" fmla="*/ 214318 h 640991"/>
              <a:gd name="connsiteX14" fmla="*/ 1564332 w 3504841"/>
              <a:gd name="connsiteY14" fmla="*/ 209816 h 640991"/>
              <a:gd name="connsiteX15" fmla="*/ 1478061 w 3504841"/>
              <a:gd name="connsiteY15" fmla="*/ 293948 h 640991"/>
              <a:gd name="connsiteX16" fmla="*/ 1647368 w 3504841"/>
              <a:gd name="connsiteY16" fmla="*/ 293948 h 640991"/>
              <a:gd name="connsiteX17" fmla="*/ 1564332 w 3504841"/>
              <a:gd name="connsiteY17" fmla="*/ 209816 h 640991"/>
              <a:gd name="connsiteX18" fmla="*/ 2327603 w 3504841"/>
              <a:gd name="connsiteY18" fmla="*/ 137236 h 640991"/>
              <a:gd name="connsiteX19" fmla="*/ 2258507 w 3504841"/>
              <a:gd name="connsiteY19" fmla="*/ 305808 h 640991"/>
              <a:gd name="connsiteX20" fmla="*/ 2396699 w 3504841"/>
              <a:gd name="connsiteY20" fmla="*/ 305808 h 640991"/>
              <a:gd name="connsiteX21" fmla="*/ 1564332 w 3504841"/>
              <a:gd name="connsiteY21" fmla="*/ 120650 h 640991"/>
              <a:gd name="connsiteX22" fmla="*/ 1757004 w 3504841"/>
              <a:gd name="connsiteY22" fmla="*/ 335295 h 640991"/>
              <a:gd name="connsiteX23" fmla="*/ 1755925 w 3504841"/>
              <a:gd name="connsiteY23" fmla="*/ 364777 h 640991"/>
              <a:gd name="connsiteX24" fmla="*/ 1480218 w 3504841"/>
              <a:gd name="connsiteY24" fmla="*/ 364777 h 640991"/>
              <a:gd name="connsiteX25" fmla="*/ 1577273 w 3504841"/>
              <a:gd name="connsiteY25" fmla="*/ 442796 h 640991"/>
              <a:gd name="connsiteX26" fmla="*/ 1673968 w 3504841"/>
              <a:gd name="connsiteY26" fmla="*/ 402169 h 640991"/>
              <a:gd name="connsiteX27" fmla="*/ 1737593 w 3504841"/>
              <a:gd name="connsiteY27" fmla="*/ 458976 h 640991"/>
              <a:gd name="connsiteX28" fmla="*/ 1575475 w 3504841"/>
              <a:gd name="connsiteY28" fmla="*/ 533041 h 640991"/>
              <a:gd name="connsiteX29" fmla="*/ 1368425 w 3504841"/>
              <a:gd name="connsiteY29" fmla="*/ 327025 h 640991"/>
              <a:gd name="connsiteX30" fmla="*/ 1368425 w 3504841"/>
              <a:gd name="connsiteY30" fmla="*/ 326306 h 640991"/>
              <a:gd name="connsiteX31" fmla="*/ 1564332 w 3504841"/>
              <a:gd name="connsiteY31" fmla="*/ 120650 h 640991"/>
              <a:gd name="connsiteX32" fmla="*/ 3323955 w 3504841"/>
              <a:gd name="connsiteY32" fmla="*/ 119062 h 640991"/>
              <a:gd name="connsiteX33" fmla="*/ 3504841 w 3504841"/>
              <a:gd name="connsiteY33" fmla="*/ 323592 h 640991"/>
              <a:gd name="connsiteX34" fmla="*/ 3504841 w 3504841"/>
              <a:gd name="connsiteY34" fmla="*/ 324670 h 640991"/>
              <a:gd name="connsiteX35" fmla="*/ 3323955 w 3504841"/>
              <a:gd name="connsiteY35" fmla="*/ 529560 h 640991"/>
              <a:gd name="connsiteX36" fmla="*/ 3200247 w 3504841"/>
              <a:gd name="connsiteY36" fmla="*/ 470609 h 640991"/>
              <a:gd name="connsiteX37" fmla="*/ 3200247 w 3504841"/>
              <a:gd name="connsiteY37" fmla="*/ 640991 h 640991"/>
              <a:gd name="connsiteX38" fmla="*/ 3087688 w 3504841"/>
              <a:gd name="connsiteY38" fmla="*/ 640991 h 640991"/>
              <a:gd name="connsiteX39" fmla="*/ 3087688 w 3504841"/>
              <a:gd name="connsiteY39" fmla="*/ 126251 h 640991"/>
              <a:gd name="connsiteX40" fmla="*/ 3200247 w 3504841"/>
              <a:gd name="connsiteY40" fmla="*/ 126251 h 640991"/>
              <a:gd name="connsiteX41" fmla="*/ 3200247 w 3504841"/>
              <a:gd name="connsiteY41" fmla="*/ 183045 h 640991"/>
              <a:gd name="connsiteX42" fmla="*/ 3323955 w 3504841"/>
              <a:gd name="connsiteY42" fmla="*/ 119062 h 640991"/>
              <a:gd name="connsiteX43" fmla="*/ 2861992 w 3504841"/>
              <a:gd name="connsiteY43" fmla="*/ 119062 h 640991"/>
              <a:gd name="connsiteX44" fmla="*/ 3042879 w 3504841"/>
              <a:gd name="connsiteY44" fmla="*/ 323592 h 640991"/>
              <a:gd name="connsiteX45" fmla="*/ 3042879 w 3504841"/>
              <a:gd name="connsiteY45" fmla="*/ 324670 h 640991"/>
              <a:gd name="connsiteX46" fmla="*/ 2861992 w 3504841"/>
              <a:gd name="connsiteY46" fmla="*/ 529560 h 640991"/>
              <a:gd name="connsiteX47" fmla="*/ 2738285 w 3504841"/>
              <a:gd name="connsiteY47" fmla="*/ 470609 h 640991"/>
              <a:gd name="connsiteX48" fmla="*/ 2738285 w 3504841"/>
              <a:gd name="connsiteY48" fmla="*/ 640991 h 640991"/>
              <a:gd name="connsiteX49" fmla="*/ 2625725 w 3504841"/>
              <a:gd name="connsiteY49" fmla="*/ 640991 h 640991"/>
              <a:gd name="connsiteX50" fmla="*/ 2625725 w 3504841"/>
              <a:gd name="connsiteY50" fmla="*/ 126251 h 640991"/>
              <a:gd name="connsiteX51" fmla="*/ 2738285 w 3504841"/>
              <a:gd name="connsiteY51" fmla="*/ 126251 h 640991"/>
              <a:gd name="connsiteX52" fmla="*/ 2738285 w 3504841"/>
              <a:gd name="connsiteY52" fmla="*/ 183045 h 640991"/>
              <a:gd name="connsiteX53" fmla="*/ 2861992 w 3504841"/>
              <a:gd name="connsiteY53" fmla="*/ 119062 h 640991"/>
              <a:gd name="connsiteX54" fmla="*/ 1828929 w 3504841"/>
              <a:gd name="connsiteY54" fmla="*/ 25400 h 640991"/>
              <a:gd name="connsiteX55" fmla="*/ 1939876 w 3504841"/>
              <a:gd name="connsiteY55" fmla="*/ 25400 h 640991"/>
              <a:gd name="connsiteX56" fmla="*/ 1939876 w 3504841"/>
              <a:gd name="connsiteY56" fmla="*/ 127331 h 640991"/>
              <a:gd name="connsiteX57" fmla="*/ 2033229 w 3504841"/>
              <a:gd name="connsiteY57" fmla="*/ 127331 h 640991"/>
              <a:gd name="connsiteX58" fmla="*/ 2033229 w 3504841"/>
              <a:gd name="connsiteY58" fmla="*/ 223859 h 640991"/>
              <a:gd name="connsiteX59" fmla="*/ 1939876 w 3504841"/>
              <a:gd name="connsiteY59" fmla="*/ 223859 h 640991"/>
              <a:gd name="connsiteX60" fmla="*/ 1939876 w 3504841"/>
              <a:gd name="connsiteY60" fmla="*/ 393143 h 640991"/>
              <a:gd name="connsiteX61" fmla="*/ 1976499 w 3504841"/>
              <a:gd name="connsiteY61" fmla="*/ 431682 h 640991"/>
              <a:gd name="connsiteX62" fmla="*/ 2032152 w 3504841"/>
              <a:gd name="connsiteY62" fmla="*/ 417635 h 640991"/>
              <a:gd name="connsiteX63" fmla="*/ 2032152 w 3504841"/>
              <a:gd name="connsiteY63" fmla="*/ 508040 h 640991"/>
              <a:gd name="connsiteX64" fmla="*/ 1942748 w 3504841"/>
              <a:gd name="connsiteY64" fmla="*/ 531452 h 640991"/>
              <a:gd name="connsiteX65" fmla="*/ 1828929 w 3504841"/>
              <a:gd name="connsiteY65" fmla="*/ 411512 h 640991"/>
              <a:gd name="connsiteX66" fmla="*/ 1828929 w 3504841"/>
              <a:gd name="connsiteY66" fmla="*/ 223859 h 640991"/>
              <a:gd name="connsiteX67" fmla="*/ 1781175 w 3504841"/>
              <a:gd name="connsiteY67" fmla="*/ 223859 h 640991"/>
              <a:gd name="connsiteX68" fmla="*/ 1781175 w 3504841"/>
              <a:gd name="connsiteY68" fmla="*/ 127331 h 640991"/>
              <a:gd name="connsiteX69" fmla="*/ 1828929 w 3504841"/>
              <a:gd name="connsiteY69" fmla="*/ 127331 h 640991"/>
              <a:gd name="connsiteX70" fmla="*/ 852488 w 3504841"/>
              <a:gd name="connsiteY70" fmla="*/ 1587 h 640991"/>
              <a:gd name="connsiteX71" fmla="*/ 958347 w 3504841"/>
              <a:gd name="connsiteY71" fmla="*/ 1587 h 640991"/>
              <a:gd name="connsiteX72" fmla="*/ 1201030 w 3504841"/>
              <a:gd name="connsiteY72" fmla="*/ 324325 h 640991"/>
              <a:gd name="connsiteX73" fmla="*/ 1201030 w 3504841"/>
              <a:gd name="connsiteY73" fmla="*/ 1587 h 640991"/>
              <a:gd name="connsiteX74" fmla="*/ 1314090 w 3504841"/>
              <a:gd name="connsiteY74" fmla="*/ 1587 h 640991"/>
              <a:gd name="connsiteX75" fmla="*/ 1314090 w 3504841"/>
              <a:gd name="connsiteY75" fmla="*/ 523515 h 640991"/>
              <a:gd name="connsiteX76" fmla="*/ 1216513 w 3504841"/>
              <a:gd name="connsiteY76" fmla="*/ 523515 h 640991"/>
              <a:gd name="connsiteX77" fmla="*/ 965548 w 3504841"/>
              <a:gd name="connsiteY77" fmla="*/ 193573 h 640991"/>
              <a:gd name="connsiteX78" fmla="*/ 965548 w 3504841"/>
              <a:gd name="connsiteY78" fmla="*/ 523515 h 640991"/>
              <a:gd name="connsiteX79" fmla="*/ 852488 w 3504841"/>
              <a:gd name="connsiteY79" fmla="*/ 523515 h 640991"/>
              <a:gd name="connsiteX80" fmla="*/ 0 w 3504841"/>
              <a:gd name="connsiteY80" fmla="*/ 1587 h 640991"/>
              <a:gd name="connsiteX81" fmla="*/ 626703 w 3504841"/>
              <a:gd name="connsiteY81" fmla="*/ 1587 h 640991"/>
              <a:gd name="connsiteX82" fmla="*/ 626703 w 3504841"/>
              <a:gd name="connsiteY82" fmla="*/ 523515 h 640991"/>
              <a:gd name="connsiteX83" fmla="*/ 383005 w 3504841"/>
              <a:gd name="connsiteY83" fmla="*/ 523515 h 640991"/>
              <a:gd name="connsiteX84" fmla="*/ 383005 w 3504841"/>
              <a:gd name="connsiteY84" fmla="*/ 209782 h 640991"/>
              <a:gd name="connsiteX85" fmla="*/ 243698 w 3504841"/>
              <a:gd name="connsiteY85" fmla="*/ 209782 h 640991"/>
              <a:gd name="connsiteX86" fmla="*/ 243698 w 3504841"/>
              <a:gd name="connsiteY86" fmla="*/ 523515 h 640991"/>
              <a:gd name="connsiteX87" fmla="*/ 0 w 3504841"/>
              <a:gd name="connsiteY87" fmla="*/ 523515 h 640991"/>
              <a:gd name="connsiteX88" fmla="*/ 2277940 w 3504841"/>
              <a:gd name="connsiteY88" fmla="*/ 0 h 640991"/>
              <a:gd name="connsiteX89" fmla="*/ 2380505 w 3504841"/>
              <a:gd name="connsiteY89" fmla="*/ 0 h 640991"/>
              <a:gd name="connsiteX90" fmla="*/ 2596790 w 3504841"/>
              <a:gd name="connsiteY90" fmla="*/ 521927 h 640991"/>
              <a:gd name="connsiteX91" fmla="*/ 2478031 w 3504841"/>
              <a:gd name="connsiteY91" fmla="*/ 521927 h 640991"/>
              <a:gd name="connsiteX92" fmla="*/ 2430168 w 3504841"/>
              <a:gd name="connsiteY92" fmla="*/ 405223 h 640991"/>
              <a:gd name="connsiteX93" fmla="*/ 2223959 w 3504841"/>
              <a:gd name="connsiteY93" fmla="*/ 405223 h 640991"/>
              <a:gd name="connsiteX94" fmla="*/ 2176095 w 3504841"/>
              <a:gd name="connsiteY94" fmla="*/ 521927 h 640991"/>
              <a:gd name="connsiteX95" fmla="*/ 2060575 w 3504841"/>
              <a:gd name="connsiteY95" fmla="*/ 521927 h 64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3504841" h="640991">
                <a:moveTo>
                  <a:pt x="3294826" y="214318"/>
                </a:moveTo>
                <a:cubicBezTo>
                  <a:pt x="3242322" y="214318"/>
                  <a:pt x="3198090" y="258171"/>
                  <a:pt x="3198090" y="323592"/>
                </a:cubicBezTo>
                <a:lnTo>
                  <a:pt x="3198090" y="324670"/>
                </a:lnTo>
                <a:cubicBezTo>
                  <a:pt x="3198090" y="390451"/>
                  <a:pt x="3242322" y="434304"/>
                  <a:pt x="3294826" y="434304"/>
                </a:cubicBezTo>
                <a:cubicBezTo>
                  <a:pt x="3347689" y="434304"/>
                  <a:pt x="3391922" y="391529"/>
                  <a:pt x="3391922" y="324670"/>
                </a:cubicBezTo>
                <a:lnTo>
                  <a:pt x="3391922" y="323592"/>
                </a:lnTo>
                <a:cubicBezTo>
                  <a:pt x="3391922" y="258171"/>
                  <a:pt x="3347689" y="214318"/>
                  <a:pt x="3294826" y="214318"/>
                </a:cubicBezTo>
                <a:close/>
                <a:moveTo>
                  <a:pt x="2831785" y="214318"/>
                </a:moveTo>
                <a:cubicBezTo>
                  <a:pt x="2778921" y="214318"/>
                  <a:pt x="2735408" y="258171"/>
                  <a:pt x="2735408" y="323592"/>
                </a:cubicBezTo>
                <a:lnTo>
                  <a:pt x="2735408" y="324670"/>
                </a:lnTo>
                <a:cubicBezTo>
                  <a:pt x="2735408" y="390451"/>
                  <a:pt x="2778921" y="434304"/>
                  <a:pt x="2831785" y="434304"/>
                </a:cubicBezTo>
                <a:cubicBezTo>
                  <a:pt x="2885367" y="434304"/>
                  <a:pt x="2929240" y="391529"/>
                  <a:pt x="2929240" y="324670"/>
                </a:cubicBezTo>
                <a:lnTo>
                  <a:pt x="2929240" y="323592"/>
                </a:lnTo>
                <a:cubicBezTo>
                  <a:pt x="2929240" y="258171"/>
                  <a:pt x="2884288" y="214318"/>
                  <a:pt x="2831785" y="214318"/>
                </a:cubicBezTo>
                <a:close/>
                <a:moveTo>
                  <a:pt x="1564332" y="209816"/>
                </a:moveTo>
                <a:cubicBezTo>
                  <a:pt x="1517602" y="209816"/>
                  <a:pt x="1487048" y="243253"/>
                  <a:pt x="1478061" y="293948"/>
                </a:cubicBezTo>
                <a:lnTo>
                  <a:pt x="1647368" y="293948"/>
                </a:lnTo>
                <a:cubicBezTo>
                  <a:pt x="1640179" y="243253"/>
                  <a:pt x="1611062" y="209816"/>
                  <a:pt x="1564332" y="209816"/>
                </a:cubicBezTo>
                <a:close/>
                <a:moveTo>
                  <a:pt x="2327603" y="137236"/>
                </a:moveTo>
                <a:lnTo>
                  <a:pt x="2258507" y="305808"/>
                </a:lnTo>
                <a:lnTo>
                  <a:pt x="2396699" y="305808"/>
                </a:lnTo>
                <a:close/>
                <a:moveTo>
                  <a:pt x="1564332" y="120650"/>
                </a:moveTo>
                <a:cubicBezTo>
                  <a:pt x="1696974" y="120650"/>
                  <a:pt x="1757004" y="223119"/>
                  <a:pt x="1757004" y="335295"/>
                </a:cubicBezTo>
                <a:cubicBezTo>
                  <a:pt x="1757004" y="344283"/>
                  <a:pt x="1755925" y="354710"/>
                  <a:pt x="1755925" y="364777"/>
                </a:cubicBezTo>
                <a:lnTo>
                  <a:pt x="1480218" y="364777"/>
                </a:lnTo>
                <a:cubicBezTo>
                  <a:pt x="1491361" y="415472"/>
                  <a:pt x="1526589" y="442796"/>
                  <a:pt x="1577273" y="442796"/>
                </a:cubicBezTo>
                <a:cubicBezTo>
                  <a:pt x="1615016" y="442796"/>
                  <a:pt x="1642335" y="430572"/>
                  <a:pt x="1673968" y="402169"/>
                </a:cubicBezTo>
                <a:lnTo>
                  <a:pt x="1737593" y="458976"/>
                </a:lnTo>
                <a:cubicBezTo>
                  <a:pt x="1701287" y="504637"/>
                  <a:pt x="1647368" y="533041"/>
                  <a:pt x="1575475" y="533041"/>
                </a:cubicBezTo>
                <a:cubicBezTo>
                  <a:pt x="1455775" y="531962"/>
                  <a:pt x="1368425" y="447830"/>
                  <a:pt x="1368425" y="327025"/>
                </a:cubicBezTo>
                <a:lnTo>
                  <a:pt x="1368425" y="326306"/>
                </a:lnTo>
                <a:cubicBezTo>
                  <a:pt x="1368425" y="213051"/>
                  <a:pt x="1449664" y="120650"/>
                  <a:pt x="1564332" y="120650"/>
                </a:cubicBezTo>
                <a:close/>
                <a:moveTo>
                  <a:pt x="3323955" y="119062"/>
                </a:moveTo>
                <a:cubicBezTo>
                  <a:pt x="3416376" y="119062"/>
                  <a:pt x="3504841" y="190953"/>
                  <a:pt x="3504841" y="323592"/>
                </a:cubicBezTo>
                <a:lnTo>
                  <a:pt x="3504841" y="324670"/>
                </a:lnTo>
                <a:cubicBezTo>
                  <a:pt x="3504841" y="457309"/>
                  <a:pt x="3418533" y="529560"/>
                  <a:pt x="3323955" y="529560"/>
                </a:cubicBezTo>
                <a:cubicBezTo>
                  <a:pt x="3264259" y="529560"/>
                  <a:pt x="3226499" y="502241"/>
                  <a:pt x="3200247" y="470609"/>
                </a:cubicBezTo>
                <a:lnTo>
                  <a:pt x="3200247" y="640991"/>
                </a:lnTo>
                <a:lnTo>
                  <a:pt x="3087688" y="640991"/>
                </a:lnTo>
                <a:lnTo>
                  <a:pt x="3087688" y="126251"/>
                </a:lnTo>
                <a:lnTo>
                  <a:pt x="3200247" y="126251"/>
                </a:lnTo>
                <a:lnTo>
                  <a:pt x="3200247" y="183045"/>
                </a:lnTo>
                <a:cubicBezTo>
                  <a:pt x="3227578" y="146381"/>
                  <a:pt x="3265338" y="119062"/>
                  <a:pt x="3323955" y="119062"/>
                </a:cubicBezTo>
                <a:close/>
                <a:moveTo>
                  <a:pt x="2861992" y="119062"/>
                </a:moveTo>
                <a:cubicBezTo>
                  <a:pt x="2954413" y="119062"/>
                  <a:pt x="3042879" y="190953"/>
                  <a:pt x="3042879" y="323592"/>
                </a:cubicBezTo>
                <a:lnTo>
                  <a:pt x="3042879" y="324670"/>
                </a:lnTo>
                <a:cubicBezTo>
                  <a:pt x="3042879" y="457309"/>
                  <a:pt x="2956571" y="529560"/>
                  <a:pt x="2861992" y="529560"/>
                </a:cubicBezTo>
                <a:cubicBezTo>
                  <a:pt x="2802296" y="529560"/>
                  <a:pt x="2764537" y="502241"/>
                  <a:pt x="2738285" y="470609"/>
                </a:cubicBezTo>
                <a:lnTo>
                  <a:pt x="2738285" y="640991"/>
                </a:lnTo>
                <a:lnTo>
                  <a:pt x="2625725" y="640991"/>
                </a:lnTo>
                <a:lnTo>
                  <a:pt x="2625725" y="126251"/>
                </a:lnTo>
                <a:lnTo>
                  <a:pt x="2738285" y="126251"/>
                </a:lnTo>
                <a:lnTo>
                  <a:pt x="2738285" y="183045"/>
                </a:lnTo>
                <a:cubicBezTo>
                  <a:pt x="2765615" y="146381"/>
                  <a:pt x="2803375" y="119062"/>
                  <a:pt x="2861992" y="119062"/>
                </a:cubicBezTo>
                <a:close/>
                <a:moveTo>
                  <a:pt x="1828929" y="25400"/>
                </a:moveTo>
                <a:lnTo>
                  <a:pt x="1939876" y="25400"/>
                </a:lnTo>
                <a:lnTo>
                  <a:pt x="1939876" y="127331"/>
                </a:lnTo>
                <a:lnTo>
                  <a:pt x="2033229" y="127331"/>
                </a:lnTo>
                <a:lnTo>
                  <a:pt x="2033229" y="223859"/>
                </a:lnTo>
                <a:lnTo>
                  <a:pt x="1939876" y="223859"/>
                </a:lnTo>
                <a:lnTo>
                  <a:pt x="1939876" y="393143"/>
                </a:lnTo>
                <a:cubicBezTo>
                  <a:pt x="1939876" y="419436"/>
                  <a:pt x="1951006" y="431682"/>
                  <a:pt x="1976499" y="431682"/>
                </a:cubicBezTo>
                <a:cubicBezTo>
                  <a:pt x="1996606" y="431682"/>
                  <a:pt x="2015995" y="426640"/>
                  <a:pt x="2032152" y="417635"/>
                </a:cubicBezTo>
                <a:lnTo>
                  <a:pt x="2032152" y="508040"/>
                </a:lnTo>
                <a:cubicBezTo>
                  <a:pt x="2008814" y="522087"/>
                  <a:pt x="1981526" y="531452"/>
                  <a:pt x="1942748" y="531452"/>
                </a:cubicBezTo>
                <a:cubicBezTo>
                  <a:pt x="1874888" y="530371"/>
                  <a:pt x="1828929" y="502998"/>
                  <a:pt x="1828929" y="411512"/>
                </a:cubicBezTo>
                <a:lnTo>
                  <a:pt x="1828929" y="223859"/>
                </a:lnTo>
                <a:lnTo>
                  <a:pt x="1781175" y="223859"/>
                </a:lnTo>
                <a:lnTo>
                  <a:pt x="1781175" y="127331"/>
                </a:lnTo>
                <a:lnTo>
                  <a:pt x="1828929" y="127331"/>
                </a:lnTo>
                <a:close/>
                <a:moveTo>
                  <a:pt x="852488" y="1587"/>
                </a:moveTo>
                <a:lnTo>
                  <a:pt x="958347" y="1587"/>
                </a:lnTo>
                <a:lnTo>
                  <a:pt x="1201030" y="324325"/>
                </a:lnTo>
                <a:lnTo>
                  <a:pt x="1201030" y="1587"/>
                </a:lnTo>
                <a:lnTo>
                  <a:pt x="1314090" y="1587"/>
                </a:lnTo>
                <a:lnTo>
                  <a:pt x="1314090" y="523515"/>
                </a:lnTo>
                <a:lnTo>
                  <a:pt x="1216513" y="523515"/>
                </a:lnTo>
                <a:lnTo>
                  <a:pt x="965548" y="193573"/>
                </a:lnTo>
                <a:lnTo>
                  <a:pt x="965548" y="523515"/>
                </a:lnTo>
                <a:lnTo>
                  <a:pt x="852488" y="523515"/>
                </a:lnTo>
                <a:close/>
                <a:moveTo>
                  <a:pt x="0" y="1587"/>
                </a:moveTo>
                <a:lnTo>
                  <a:pt x="626703" y="1587"/>
                </a:lnTo>
                <a:lnTo>
                  <a:pt x="626703" y="523515"/>
                </a:lnTo>
                <a:lnTo>
                  <a:pt x="383005" y="523515"/>
                </a:lnTo>
                <a:lnTo>
                  <a:pt x="383005" y="209782"/>
                </a:lnTo>
                <a:lnTo>
                  <a:pt x="243698" y="209782"/>
                </a:lnTo>
                <a:lnTo>
                  <a:pt x="243698" y="523515"/>
                </a:lnTo>
                <a:lnTo>
                  <a:pt x="0" y="523515"/>
                </a:lnTo>
                <a:close/>
                <a:moveTo>
                  <a:pt x="2277940" y="0"/>
                </a:moveTo>
                <a:lnTo>
                  <a:pt x="2380505" y="0"/>
                </a:lnTo>
                <a:lnTo>
                  <a:pt x="2596790" y="521927"/>
                </a:lnTo>
                <a:lnTo>
                  <a:pt x="2478031" y="521927"/>
                </a:lnTo>
                <a:lnTo>
                  <a:pt x="2430168" y="405223"/>
                </a:lnTo>
                <a:lnTo>
                  <a:pt x="2223959" y="405223"/>
                </a:lnTo>
                <a:lnTo>
                  <a:pt x="2176095" y="521927"/>
                </a:lnTo>
                <a:lnTo>
                  <a:pt x="2060575" y="521927"/>
                </a:lnTo>
                <a:close/>
              </a:path>
            </a:pathLst>
          </a:custGeom>
          <a:solidFill>
            <a:schemeClr val="bg1"/>
          </a:solidFill>
          <a:ln>
            <a:noFill/>
          </a:ln>
          <a:effectLst/>
        </p:spPr>
        <p:txBody>
          <a:bodyPr wrap="square" anchor="ctr">
            <a:noAutofit/>
          </a:bodyPr>
          <a:lstStyle/>
          <a:p>
            <a:endParaRPr lang="en-US"/>
          </a:p>
        </p:txBody>
      </p:sp>
      <p:sp>
        <p:nvSpPr>
          <p:cNvPr id="14" name="Title 2">
            <a:extLst>
              <a:ext uri="{FF2B5EF4-FFF2-40B4-BE49-F238E27FC236}">
                <a16:creationId xmlns:a16="http://schemas.microsoft.com/office/drawing/2014/main" id="{72C523E3-4C53-694B-9A49-B503CA74697C}"/>
              </a:ext>
            </a:extLst>
          </p:cNvPr>
          <p:cNvSpPr>
            <a:spLocks noGrp="1"/>
          </p:cNvSpPr>
          <p:nvPr>
            <p:ph type="title" hasCustomPrompt="1"/>
          </p:nvPr>
        </p:nvSpPr>
        <p:spPr>
          <a:xfrm>
            <a:off x="263031" y="240330"/>
            <a:ext cx="11661637" cy="904795"/>
          </a:xfrm>
        </p:spPr>
        <p:txBody>
          <a:bodyPr lIns="91521" tIns="45761" rIns="91521" bIns="45761">
            <a:noAutofit/>
          </a:bodyPr>
          <a:lstStyle>
            <a:lvl1pPr>
              <a:defRPr sz="3000"/>
            </a:lvl1pPr>
          </a:lstStyle>
          <a:p>
            <a:r>
              <a:rPr lang="en-US" dirty="0"/>
              <a:t>Click to Edit Master Title Style</a:t>
            </a:r>
          </a:p>
        </p:txBody>
      </p:sp>
    </p:spTree>
    <p:extLst>
      <p:ext uri="{BB962C8B-B14F-4D97-AF65-F5344CB8AC3E}">
        <p14:creationId xmlns:p14="http://schemas.microsoft.com/office/powerpoint/2010/main" val="4210949033"/>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rgbClr val="06264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3031" y="240330"/>
            <a:ext cx="11661637" cy="904795"/>
          </a:xfrm>
          <a:prstGeom prst="rect">
            <a:avLst/>
          </a:prstGeom>
        </p:spPr>
        <p:txBody>
          <a:bodyPr vert="horz" wrap="square" lIns="91521" tIns="45761" rIns="91521" bIns="45761" rtlCol="0" anchor="b">
            <a:noAutofit/>
          </a:bodyPr>
          <a:lstStyle/>
          <a:p>
            <a:r>
              <a:rPr lang="en-US" dirty="0"/>
              <a:t>Click to Edit Master Title Style</a:t>
            </a:r>
          </a:p>
        </p:txBody>
      </p:sp>
      <p:sp>
        <p:nvSpPr>
          <p:cNvPr id="3" name="Text Placeholder 2"/>
          <p:cNvSpPr>
            <a:spLocks noGrp="1"/>
          </p:cNvSpPr>
          <p:nvPr>
            <p:ph type="body" idx="1"/>
          </p:nvPr>
        </p:nvSpPr>
        <p:spPr>
          <a:xfrm>
            <a:off x="263031" y="1733067"/>
            <a:ext cx="11661637" cy="4480053"/>
          </a:xfrm>
          <a:prstGeom prst="rect">
            <a:avLst/>
          </a:prstGeom>
        </p:spPr>
        <p:txBody>
          <a:bodyPr vert="horz" wrap="square" lIns="91521" tIns="45761" rIns="91521" bIns="45761"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p:cNvSpPr>
            <a:spLocks noGrp="1"/>
          </p:cNvSpPr>
          <p:nvPr>
            <p:ph type="ftr" sz="quarter" idx="3"/>
          </p:nvPr>
        </p:nvSpPr>
        <p:spPr>
          <a:xfrm>
            <a:off x="743144" y="6472734"/>
            <a:ext cx="6540464" cy="240489"/>
          </a:xfrm>
          <a:prstGeom prst="rect">
            <a:avLst/>
          </a:prstGeom>
        </p:spPr>
        <p:txBody>
          <a:bodyPr vert="horz" wrap="square" lIns="91521" tIns="45761" rIns="91521" bIns="45761" rtlCol="0" anchor="b">
            <a:noAutofit/>
          </a:bodyPr>
          <a:lstStyle>
            <a:lvl1pPr>
              <a:defRPr lang="en-US" sz="800" smtClean="0">
                <a:solidFill>
                  <a:schemeClr val="bg1"/>
                </a:solidFill>
              </a:defRPr>
            </a:lvl1pPr>
          </a:lstStyle>
          <a:p>
            <a:pPr defTabSz="915216"/>
            <a:r>
              <a:rPr lang="en-US"/>
              <a:t>© 2023 NetApp, Inc. All rights reserved.  — NETAPP CONFIDENTIAL — </a:t>
            </a:r>
            <a:endParaRPr lang="en-US" dirty="0"/>
          </a:p>
        </p:txBody>
      </p:sp>
      <p:sp>
        <p:nvSpPr>
          <p:cNvPr id="13" name="Slide Number Placeholder 5"/>
          <p:cNvSpPr>
            <a:spLocks noGrp="1"/>
          </p:cNvSpPr>
          <p:nvPr>
            <p:ph type="sldNum" sz="quarter" idx="4"/>
          </p:nvPr>
        </p:nvSpPr>
        <p:spPr>
          <a:xfrm>
            <a:off x="294490" y="6462574"/>
            <a:ext cx="448654" cy="260809"/>
          </a:xfrm>
          <a:prstGeom prst="rect">
            <a:avLst/>
          </a:prstGeom>
        </p:spPr>
        <p:txBody>
          <a:bodyPr vert="horz" wrap="square" lIns="91521" tIns="45761" rIns="91521" bIns="45761" rtlCol="0" anchor="b">
            <a:noAutofit/>
          </a:bodyPr>
          <a:lstStyle>
            <a:lvl1pPr>
              <a:defRPr lang="en-US" sz="1050" b="1" smtClean="0">
                <a:solidFill>
                  <a:schemeClr val="bg1"/>
                </a:solidFill>
              </a:defRPr>
            </a:lvl1pPr>
          </a:lstStyle>
          <a:p>
            <a:pPr defTabSz="915216"/>
            <a:fld id="{B071A5F3-A4FF-4CEE-8215-C08835B585C1}" type="slidenum">
              <a:rPr lang="en-US" smtClean="0"/>
              <a:pPr defTabSz="915216"/>
              <a:t>‹#›</a:t>
            </a:fld>
            <a:endParaRPr lang="en-US" dirty="0"/>
          </a:p>
        </p:txBody>
      </p:sp>
    </p:spTree>
    <p:extLst>
      <p:ext uri="{BB962C8B-B14F-4D97-AF65-F5344CB8AC3E}">
        <p14:creationId xmlns:p14="http://schemas.microsoft.com/office/powerpoint/2010/main" val="1445485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Lst>
  <p:transition spd="med">
    <p:fade/>
  </p:transition>
  <p:hf sldNum="0" hdr="0" dt="0"/>
  <p:txStyles>
    <p:titleStyle>
      <a:lvl1pPr algn="l" defTabSz="915216" rtl="0" eaLnBrk="1" latinLnBrk="0" hangingPunct="1">
        <a:lnSpc>
          <a:spcPct val="80000"/>
        </a:lnSpc>
        <a:spcBef>
          <a:spcPct val="0"/>
        </a:spcBef>
        <a:buNone/>
        <a:defRPr sz="3000" b="0" kern="1200" baseline="0">
          <a:solidFill>
            <a:schemeClr val="bg1"/>
          </a:solidFill>
          <a:latin typeface="+mj-lt"/>
          <a:ea typeface="+mj-ea"/>
          <a:cs typeface="+mj-cs"/>
        </a:defRPr>
      </a:lvl1pPr>
    </p:titleStyle>
    <p:bodyStyle>
      <a:lvl1pPr marL="235159" indent="-235159" algn="l" defTabSz="915216" rtl="0" eaLnBrk="1" latinLnBrk="0" hangingPunct="1">
        <a:lnSpc>
          <a:spcPct val="95000"/>
        </a:lnSpc>
        <a:spcBef>
          <a:spcPts val="1200"/>
        </a:spcBef>
        <a:spcAft>
          <a:spcPts val="400"/>
        </a:spcAft>
        <a:buClr>
          <a:schemeClr val="accent2"/>
        </a:buClr>
        <a:buFont typeface="Wingdings" panose="05000000000000000000" pitchFamily="2" charset="2"/>
        <a:buChar char="§"/>
        <a:defRPr sz="2200" kern="1200">
          <a:solidFill>
            <a:schemeClr val="bg1"/>
          </a:solidFill>
          <a:latin typeface="+mn-lt"/>
          <a:ea typeface="+mn-ea"/>
          <a:cs typeface="+mn-cs"/>
        </a:defRPr>
      </a:lvl1pPr>
      <a:lvl2pPr marL="457608" indent="-228804" algn="l" defTabSz="915216" rtl="0" eaLnBrk="1" latinLnBrk="0" hangingPunct="1">
        <a:lnSpc>
          <a:spcPct val="90000"/>
        </a:lnSpc>
        <a:spcBef>
          <a:spcPts val="200"/>
        </a:spcBef>
        <a:spcAft>
          <a:spcPts val="400"/>
        </a:spcAft>
        <a:buClr>
          <a:schemeClr val="accent2"/>
        </a:buClr>
        <a:buFont typeface="Wingdings" panose="05000000000000000000" pitchFamily="2" charset="2"/>
        <a:buChar char="§"/>
        <a:defRPr sz="1800" kern="1200">
          <a:solidFill>
            <a:schemeClr val="bg1"/>
          </a:solidFill>
          <a:latin typeface="+mn-lt"/>
          <a:ea typeface="+mn-ea"/>
          <a:cs typeface="+mn-cs"/>
        </a:defRPr>
      </a:lvl2pPr>
      <a:lvl3pPr marL="686412" indent="-228804" algn="l" defTabSz="915216" rtl="0" eaLnBrk="1" latinLnBrk="0" hangingPunct="1">
        <a:lnSpc>
          <a:spcPct val="85000"/>
        </a:lnSpc>
        <a:spcBef>
          <a:spcPts val="200"/>
        </a:spcBef>
        <a:spcAft>
          <a:spcPts val="400"/>
        </a:spcAft>
        <a:buClr>
          <a:schemeClr val="accent2"/>
        </a:buClr>
        <a:buFont typeface="Wingdings" panose="05000000000000000000" pitchFamily="2" charset="2"/>
        <a:buChar char="§"/>
        <a:defRPr sz="1600" kern="1200">
          <a:solidFill>
            <a:schemeClr val="bg1"/>
          </a:solidFill>
          <a:latin typeface="+mn-lt"/>
          <a:ea typeface="+mn-ea"/>
          <a:cs typeface="+mn-cs"/>
        </a:defRPr>
      </a:lvl3pPr>
      <a:lvl4pPr marL="915216" indent="-228804" algn="l" defTabSz="915216" rtl="0" eaLnBrk="1" latinLnBrk="0" hangingPunct="1">
        <a:lnSpc>
          <a:spcPct val="85000"/>
        </a:lnSpc>
        <a:spcBef>
          <a:spcPts val="200"/>
        </a:spcBef>
        <a:spcAft>
          <a:spcPts val="400"/>
        </a:spcAft>
        <a:buClr>
          <a:schemeClr val="accent2"/>
        </a:buClr>
        <a:buFont typeface="Wingdings" panose="05000000000000000000" pitchFamily="2" charset="2"/>
        <a:buChar char="§"/>
        <a:defRPr sz="1400" kern="1200">
          <a:solidFill>
            <a:schemeClr val="bg1"/>
          </a:solidFill>
          <a:latin typeface="+mn-lt"/>
          <a:ea typeface="+mn-ea"/>
          <a:cs typeface="+mn-cs"/>
        </a:defRPr>
      </a:lvl4pPr>
      <a:lvl5pPr marL="1086818" marR="0" indent="-171603" algn="l" defTabSz="915216" rtl="0" eaLnBrk="1" fontAlgn="auto" latinLnBrk="0" hangingPunct="1">
        <a:lnSpc>
          <a:spcPct val="85000"/>
        </a:lnSpc>
        <a:spcBef>
          <a:spcPts val="200"/>
        </a:spcBef>
        <a:spcAft>
          <a:spcPts val="400"/>
        </a:spcAft>
        <a:buClr>
          <a:schemeClr val="accent2"/>
        </a:buClr>
        <a:buSzTx/>
        <a:buFont typeface="Wingdings" panose="05000000000000000000" pitchFamily="2" charset="2"/>
        <a:buChar char="§"/>
        <a:tabLst/>
        <a:defRPr lang="en-US" sz="1200" kern="1200" dirty="0">
          <a:solidFill>
            <a:schemeClr val="bg1"/>
          </a:solidFill>
          <a:latin typeface="+mn-lt"/>
          <a:ea typeface="+mn-ea"/>
          <a:cs typeface="+mn-cs"/>
        </a:defRPr>
      </a:lvl5pPr>
      <a:lvl6pPr marL="1144018" indent="-228804" algn="l" defTabSz="91521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1144018" indent="-228804" algn="l" defTabSz="91521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1144018" indent="-228804" algn="l" defTabSz="91521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1144018" indent="-228804" algn="l" defTabSz="91521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5216" rtl="0" eaLnBrk="1" latinLnBrk="0" hangingPunct="1">
        <a:defRPr sz="1900" kern="1200">
          <a:solidFill>
            <a:schemeClr val="tx1"/>
          </a:solidFill>
          <a:latin typeface="+mn-lt"/>
          <a:ea typeface="+mn-ea"/>
          <a:cs typeface="+mn-cs"/>
        </a:defRPr>
      </a:lvl1pPr>
      <a:lvl2pPr marL="457608" algn="l" defTabSz="915216" rtl="0" eaLnBrk="1" latinLnBrk="0" hangingPunct="1">
        <a:defRPr sz="1900" kern="1200">
          <a:solidFill>
            <a:schemeClr val="tx1"/>
          </a:solidFill>
          <a:latin typeface="+mn-lt"/>
          <a:ea typeface="+mn-ea"/>
          <a:cs typeface="+mn-cs"/>
        </a:defRPr>
      </a:lvl2pPr>
      <a:lvl3pPr marL="915216" algn="l" defTabSz="915216" rtl="0" eaLnBrk="1" latinLnBrk="0" hangingPunct="1">
        <a:defRPr sz="1900" kern="1200">
          <a:solidFill>
            <a:schemeClr val="tx1"/>
          </a:solidFill>
          <a:latin typeface="+mn-lt"/>
          <a:ea typeface="+mn-ea"/>
          <a:cs typeface="+mn-cs"/>
        </a:defRPr>
      </a:lvl3pPr>
      <a:lvl4pPr marL="1372822" algn="l" defTabSz="915216" rtl="0" eaLnBrk="1" latinLnBrk="0" hangingPunct="1">
        <a:defRPr sz="1900" kern="1200">
          <a:solidFill>
            <a:schemeClr val="tx1"/>
          </a:solidFill>
          <a:latin typeface="+mn-lt"/>
          <a:ea typeface="+mn-ea"/>
          <a:cs typeface="+mn-cs"/>
        </a:defRPr>
      </a:lvl4pPr>
      <a:lvl5pPr marL="1830430" algn="l" defTabSz="915216" rtl="0" eaLnBrk="1" latinLnBrk="0" hangingPunct="1">
        <a:defRPr sz="1900" kern="1200">
          <a:solidFill>
            <a:schemeClr val="tx1"/>
          </a:solidFill>
          <a:latin typeface="+mn-lt"/>
          <a:ea typeface="+mn-ea"/>
          <a:cs typeface="+mn-cs"/>
        </a:defRPr>
      </a:lvl5pPr>
      <a:lvl6pPr marL="2288038" algn="l" defTabSz="915216" rtl="0" eaLnBrk="1" latinLnBrk="0" hangingPunct="1">
        <a:defRPr sz="1900" kern="1200">
          <a:solidFill>
            <a:schemeClr val="tx1"/>
          </a:solidFill>
          <a:latin typeface="+mn-lt"/>
          <a:ea typeface="+mn-ea"/>
          <a:cs typeface="+mn-cs"/>
        </a:defRPr>
      </a:lvl6pPr>
      <a:lvl7pPr marL="2745646" algn="l" defTabSz="915216" rtl="0" eaLnBrk="1" latinLnBrk="0" hangingPunct="1">
        <a:defRPr sz="1900" kern="1200">
          <a:solidFill>
            <a:schemeClr val="tx1"/>
          </a:solidFill>
          <a:latin typeface="+mn-lt"/>
          <a:ea typeface="+mn-ea"/>
          <a:cs typeface="+mn-cs"/>
        </a:defRPr>
      </a:lvl7pPr>
      <a:lvl8pPr marL="3203253" algn="l" defTabSz="915216" rtl="0" eaLnBrk="1" latinLnBrk="0" hangingPunct="1">
        <a:defRPr sz="1900" kern="1200">
          <a:solidFill>
            <a:schemeClr val="tx1"/>
          </a:solidFill>
          <a:latin typeface="+mn-lt"/>
          <a:ea typeface="+mn-ea"/>
          <a:cs typeface="+mn-cs"/>
        </a:defRPr>
      </a:lvl8pPr>
      <a:lvl9pPr marL="3660861" algn="l" defTabSz="915216" rtl="0" eaLnBrk="1" latinLnBrk="0" hangingPunct="1">
        <a:defRPr sz="19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24">
          <p15:clr>
            <a:srgbClr val="F26B43"/>
          </p15:clr>
        </p15:guide>
        <p15:guide id="2" pos="239">
          <p15:clr>
            <a:srgbClr val="F26B43"/>
          </p15:clr>
        </p15:guide>
        <p15:guide id="3" orient="horz" pos="1283">
          <p15:clr>
            <a:srgbClr val="F26B43"/>
          </p15:clr>
        </p15:guide>
        <p15:guide id="4" pos="7439">
          <p15:clr>
            <a:srgbClr val="F26B43"/>
          </p15:clr>
        </p15:guide>
        <p15:guide id="5" pos="52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3" Type="http://schemas.openxmlformats.org/officeDocument/2006/relationships/image" Target="../media/image32.png"/><Relationship Id="rId7" Type="http://schemas.openxmlformats.org/officeDocument/2006/relationships/image" Target="../media/image36.png"/><Relationship Id="rId12"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18.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s>
</file>

<file path=ppt/slides/_rels/slide2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png"/><Relationship Id="rId2" Type="http://schemas.openxmlformats.org/officeDocument/2006/relationships/image" Target="../media/image32.png"/><Relationship Id="rId1" Type="http://schemas.openxmlformats.org/officeDocument/2006/relationships/slideLayout" Target="../slideLayouts/slideLayout18.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30.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png"/><Relationship Id="rId2" Type="http://schemas.openxmlformats.org/officeDocument/2006/relationships/image" Target="../media/image32.png"/><Relationship Id="rId1" Type="http://schemas.openxmlformats.org/officeDocument/2006/relationships/slideLayout" Target="../slideLayouts/slideLayout18.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31.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png"/><Relationship Id="rId2" Type="http://schemas.openxmlformats.org/officeDocument/2006/relationships/image" Target="../media/image32.png"/><Relationship Id="rId1" Type="http://schemas.openxmlformats.org/officeDocument/2006/relationships/slideLayout" Target="../slideLayouts/slideLayout18.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32.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png"/><Relationship Id="rId2" Type="http://schemas.openxmlformats.org/officeDocument/2006/relationships/image" Target="../media/image32.png"/><Relationship Id="rId1" Type="http://schemas.openxmlformats.org/officeDocument/2006/relationships/slideLayout" Target="../slideLayouts/slideLayout18.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33.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png"/><Relationship Id="rId2" Type="http://schemas.openxmlformats.org/officeDocument/2006/relationships/image" Target="../media/image32.png"/><Relationship Id="rId1" Type="http://schemas.openxmlformats.org/officeDocument/2006/relationships/slideLayout" Target="../slideLayouts/slideLayout18.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34.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png"/><Relationship Id="rId2" Type="http://schemas.openxmlformats.org/officeDocument/2006/relationships/image" Target="../media/image32.png"/><Relationship Id="rId1" Type="http://schemas.openxmlformats.org/officeDocument/2006/relationships/slideLayout" Target="../slideLayouts/slideLayout18.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35.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png"/><Relationship Id="rId2" Type="http://schemas.openxmlformats.org/officeDocument/2006/relationships/image" Target="../media/image32.png"/><Relationship Id="rId1" Type="http://schemas.openxmlformats.org/officeDocument/2006/relationships/slideLayout" Target="../slideLayouts/slideLayout18.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em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hyperlink" Target="https://google.com/" TargetMode="Externa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hyperlink" Target="https://galaxy.ansible.com/" TargetMode="Externa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8" Type="http://schemas.openxmlformats.org/officeDocument/2006/relationships/hyperlink" Target="https://galaxy.ansible.com/netapp/ontap" TargetMode="External"/><Relationship Id="rId3" Type="http://schemas.openxmlformats.org/officeDocument/2006/relationships/hyperlink" Target="http://netapp.io/" TargetMode="External"/><Relationship Id="rId7" Type="http://schemas.openxmlformats.org/officeDocument/2006/relationships/hyperlink" Target="https://galaxy.ansible.com/netapp" TargetMode="External"/><Relationship Id="rId12" Type="http://schemas.openxmlformats.org/officeDocument/2006/relationships/image" Target="../media/image48.tiff"/><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hyperlink" Target="https://docs.ansible.com/ansible/latest/collections/netapp/ontap/index.html" TargetMode="External"/><Relationship Id="rId11" Type="http://schemas.openxmlformats.org/officeDocument/2006/relationships/hyperlink" Target="https://labondemand.netapp.com/products/ansible" TargetMode="External"/><Relationship Id="rId5" Type="http://schemas.openxmlformats.org/officeDocument/2006/relationships/hyperlink" Target="https://docs.ansible.com/" TargetMode="External"/><Relationship Id="rId10" Type="http://schemas.openxmlformats.org/officeDocument/2006/relationships/hyperlink" Target="https://handsonlabs.netapp.com/lab/ontapansible" TargetMode="External"/><Relationship Id="rId4" Type="http://schemas.openxmlformats.org/officeDocument/2006/relationships/hyperlink" Target="https://join.slack.com/t/netapppub/shared_invite/zt-lp4igqqv-91IeyWhok0G7aF~Y3GWPGw" TargetMode="External"/><Relationship Id="rId9" Type="http://schemas.openxmlformats.org/officeDocument/2006/relationships/hyperlink" Target="https://github.com/NetApp-Automation/ansible" TargetMode="External"/></Relationships>
</file>

<file path=ppt/slides/_rels/slide90.xml.rels><?xml version="1.0" encoding="UTF-8" standalone="yes"?>
<Relationships xmlns="http://schemas.openxmlformats.org/package/2006/relationships"><Relationship Id="rId3" Type="http://schemas.openxmlformats.org/officeDocument/2006/relationships/hyperlink" Target="https://json2yaml.com/" TargetMode="External"/><Relationship Id="rId2" Type="http://schemas.openxmlformats.org/officeDocument/2006/relationships/hyperlink" Target="https://yaml.org/spec/1.2.2/" TargetMode="External"/><Relationship Id="rId1" Type="http://schemas.openxmlformats.org/officeDocument/2006/relationships/slideLayout" Target="../slideLayouts/slideLayout4.xml"/><Relationship Id="rId4" Type="http://schemas.openxmlformats.org/officeDocument/2006/relationships/hyperlink" Target="https://yamllint.com/"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1.xml.rels><?xml version="1.0" encoding="UTF-8" standalone="yes"?>
<Relationships xmlns="http://schemas.openxmlformats.org/package/2006/relationships"><Relationship Id="rId3" Type="http://schemas.openxmlformats.org/officeDocument/2006/relationships/hyperlink" Target="https://www.netapp.io/" TargetMode="External"/><Relationship Id="rId7" Type="http://schemas.openxmlformats.org/officeDocument/2006/relationships/image" Target="../media/image56.png"/><Relationship Id="rId2" Type="http://schemas.openxmlformats.org/officeDocument/2006/relationships/notesSlide" Target="../notesSlides/notesSlide30.xml"/><Relationship Id="rId1" Type="http://schemas.openxmlformats.org/officeDocument/2006/relationships/slideLayout" Target="../slideLayouts/slideLayout20.xml"/><Relationship Id="rId6" Type="http://schemas.openxmlformats.org/officeDocument/2006/relationships/hyperlink" Target="https://netapp.io/2020/01/07/getting-started-using-tower-with-awx/" TargetMode="External"/><Relationship Id="rId5" Type="http://schemas.openxmlformats.org/officeDocument/2006/relationships/hyperlink" Target="https://netapp.io/2018/10/08/getting-started-with-netapp-and-ansible-install-ansible/" TargetMode="External"/><Relationship Id="rId4" Type="http://schemas.openxmlformats.org/officeDocument/2006/relationships/hyperlink" Target="http://www.netapp.io/slack" TargetMode="External"/></Relationships>
</file>

<file path=ppt/slides/_rels/slide122.xml.rels><?xml version="1.0" encoding="UTF-8" standalone="yes"?>
<Relationships xmlns="http://schemas.openxmlformats.org/package/2006/relationships"><Relationship Id="rId2" Type="http://schemas.openxmlformats.org/officeDocument/2006/relationships/image" Target="../media/image57.tiff"/><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Ansible NetApp Automation Workshop</a:t>
            </a:r>
          </a:p>
        </p:txBody>
      </p:sp>
      <p:sp>
        <p:nvSpPr>
          <p:cNvPr id="3" name="Text Placeholder 2"/>
          <p:cNvSpPr>
            <a:spLocks noGrp="1"/>
          </p:cNvSpPr>
          <p:nvPr>
            <p:ph type="body" sz="quarter" idx="10"/>
          </p:nvPr>
        </p:nvSpPr>
        <p:spPr/>
        <p:txBody>
          <a:bodyPr/>
          <a:lstStyle/>
          <a:p>
            <a:r>
              <a:rPr lang="en-US" dirty="0"/>
              <a:t>Introduction to Ansible NetApp Automation for Storage Administrators and Operators</a:t>
            </a:r>
          </a:p>
        </p:txBody>
      </p:sp>
      <p:sp>
        <p:nvSpPr>
          <p:cNvPr id="4" name="Footer Placeholder 3"/>
          <p:cNvSpPr>
            <a:spLocks noGrp="1"/>
          </p:cNvSpPr>
          <p:nvPr>
            <p:ph type="ftr" sz="quarter" idx="3"/>
          </p:nvPr>
        </p:nvSpPr>
        <p:spPr/>
        <p:txBody>
          <a:bodyPr/>
          <a:lstStyle/>
          <a:p>
            <a:r>
              <a:rPr lang="en-US"/>
              <a:t>© 2023 NetApp, Inc. All rights reserved.  — NETAPP CONFIDENTIAL — </a:t>
            </a:r>
            <a:endParaRPr dirty="0"/>
          </a:p>
        </p:txBody>
      </p:sp>
    </p:spTree>
    <p:extLst>
      <p:ext uri="{BB962C8B-B14F-4D97-AF65-F5344CB8AC3E}">
        <p14:creationId xmlns:p14="http://schemas.microsoft.com/office/powerpoint/2010/main" val="3736385847"/>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Timeline Overview</a:t>
            </a:r>
          </a:p>
        </p:txBody>
      </p:sp>
      <p:sp>
        <p:nvSpPr>
          <p:cNvPr id="5" name="Text Placeholder 4"/>
          <p:cNvSpPr>
            <a:spLocks noGrp="1"/>
          </p:cNvSpPr>
          <p:nvPr>
            <p:ph type="body" idx="10"/>
          </p:nvPr>
        </p:nvSpPr>
        <p:spPr/>
        <p:txBody>
          <a:bodyPr/>
          <a:lstStyle/>
          <a:p>
            <a:r>
              <a:rPr lang="en-US" dirty="0"/>
              <a:t>Session Summary</a:t>
            </a:r>
          </a:p>
        </p:txBody>
      </p:sp>
      <p:sp>
        <p:nvSpPr>
          <p:cNvPr id="6" name="Footer Placeholder 5"/>
          <p:cNvSpPr>
            <a:spLocks noGrp="1"/>
          </p:cNvSpPr>
          <p:nvPr>
            <p:ph type="ftr" sz="quarter" idx="3"/>
          </p:nvPr>
        </p:nvSpPr>
        <p:spPr/>
        <p:txBody>
          <a:bodyPr/>
          <a:lstStyle/>
          <a:p>
            <a:r>
              <a:rPr lang="en-US">
                <a:solidFill>
                  <a:srgbClr val="A2A5A2">
                    <a:lumMod val="50000"/>
                  </a:srgbClr>
                </a:solidFill>
              </a:rPr>
              <a:t>© 2023 NetApp, Inc. All rights reserved.  — NETAPP CONFIDENTIAL — </a:t>
            </a:r>
            <a:endParaRPr dirty="0">
              <a:solidFill>
                <a:srgbClr val="A2A5A2">
                  <a:lumMod val="50000"/>
                </a:srgbClr>
              </a:solidFill>
            </a:endParaRPr>
          </a:p>
        </p:txBody>
      </p:sp>
      <p:sp>
        <p:nvSpPr>
          <p:cNvPr id="3" name="Tijdelijke aanduiding voor inhoud 2">
            <a:extLst>
              <a:ext uri="{FF2B5EF4-FFF2-40B4-BE49-F238E27FC236}">
                <a16:creationId xmlns:a16="http://schemas.microsoft.com/office/drawing/2014/main" id="{7611EF8C-F5A8-1B62-3391-EEE306943096}"/>
              </a:ext>
            </a:extLst>
          </p:cNvPr>
          <p:cNvSpPr>
            <a:spLocks noGrp="1"/>
          </p:cNvSpPr>
          <p:nvPr>
            <p:ph sz="quarter" idx="15"/>
          </p:nvPr>
        </p:nvSpPr>
        <p:spPr>
          <a:xfrm>
            <a:off x="263030" y="1733423"/>
            <a:ext cx="8423769" cy="4480055"/>
          </a:xfrm>
        </p:spPr>
        <p:txBody>
          <a:bodyPr/>
          <a:lstStyle/>
          <a:p>
            <a:r>
              <a:rPr lang="en-US" sz="3600" dirty="0"/>
              <a:t> Setup your env (</a:t>
            </a:r>
            <a:r>
              <a:rPr lang="en-US" sz="3600" dirty="0" err="1"/>
              <a:t>vm</a:t>
            </a:r>
            <a:r>
              <a:rPr lang="en-US" sz="3600" dirty="0"/>
              <a:t>, ssh, </a:t>
            </a:r>
            <a:r>
              <a:rPr lang="en-US" sz="3600" dirty="0" err="1"/>
              <a:t>vscode</a:t>
            </a:r>
            <a:r>
              <a:rPr lang="en-US" sz="3600" dirty="0"/>
              <a:t>, git)</a:t>
            </a:r>
          </a:p>
          <a:p>
            <a:r>
              <a:rPr lang="en-US" sz="3600" dirty="0"/>
              <a:t> What is ansible</a:t>
            </a:r>
          </a:p>
          <a:p>
            <a:r>
              <a:rPr lang="en-US" sz="3600" dirty="0"/>
              <a:t> Learn to work with YAML</a:t>
            </a:r>
          </a:p>
          <a:p>
            <a:r>
              <a:rPr lang="en-US" sz="3600" dirty="0"/>
              <a:t> Connect to your lab</a:t>
            </a:r>
          </a:p>
          <a:p>
            <a:r>
              <a:rPr lang="en-US" sz="3600" dirty="0"/>
              <a:t> Create your first playbook</a:t>
            </a:r>
          </a:p>
          <a:p>
            <a:endParaRPr lang="fr-BE" dirty="0"/>
          </a:p>
        </p:txBody>
      </p:sp>
    </p:spTree>
    <p:extLst>
      <p:ext uri="{BB962C8B-B14F-4D97-AF65-F5344CB8AC3E}">
        <p14:creationId xmlns:p14="http://schemas.microsoft.com/office/powerpoint/2010/main" val="1021753914"/>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5BA0864-4A99-47A4-C0B7-1394CEC2B05A}"/>
              </a:ext>
            </a:extLst>
          </p:cNvPr>
          <p:cNvSpPr>
            <a:spLocks noGrp="1"/>
          </p:cNvSpPr>
          <p:nvPr>
            <p:ph type="body" sz="quarter" idx="10"/>
          </p:nvPr>
        </p:nvSpPr>
        <p:spPr/>
        <p:txBody>
          <a:bodyPr/>
          <a:lstStyle/>
          <a:p>
            <a:r>
              <a:rPr lang="en-US" dirty="0"/>
              <a:t>Setup you env</a:t>
            </a:r>
            <a:endParaRPr lang="en-BE" dirty="0"/>
          </a:p>
        </p:txBody>
      </p:sp>
      <p:sp>
        <p:nvSpPr>
          <p:cNvPr id="6" name="Title 5">
            <a:extLst>
              <a:ext uri="{FF2B5EF4-FFF2-40B4-BE49-F238E27FC236}">
                <a16:creationId xmlns:a16="http://schemas.microsoft.com/office/drawing/2014/main" id="{E13E7221-D4BB-98C7-99F0-17C639A1773D}"/>
              </a:ext>
            </a:extLst>
          </p:cNvPr>
          <p:cNvSpPr>
            <a:spLocks noGrp="1"/>
          </p:cNvSpPr>
          <p:nvPr>
            <p:ph type="ctrTitle"/>
          </p:nvPr>
        </p:nvSpPr>
        <p:spPr/>
        <p:txBody>
          <a:bodyPr/>
          <a:lstStyle/>
          <a:p>
            <a:r>
              <a:rPr lang="en-US" dirty="0"/>
              <a:t>Connect to your </a:t>
            </a:r>
            <a:r>
              <a:rPr lang="en-US" dirty="0" err="1"/>
              <a:t>vm</a:t>
            </a:r>
            <a:endParaRPr lang="en-BE" dirty="0"/>
          </a:p>
        </p:txBody>
      </p:sp>
      <p:sp>
        <p:nvSpPr>
          <p:cNvPr id="5" name="Footer Placeholder 4">
            <a:extLst>
              <a:ext uri="{FF2B5EF4-FFF2-40B4-BE49-F238E27FC236}">
                <a16:creationId xmlns:a16="http://schemas.microsoft.com/office/drawing/2014/main" id="{13E14F23-FE8B-31C7-DB94-D41CA08AF3EF}"/>
              </a:ext>
            </a:extLst>
          </p:cNvPr>
          <p:cNvSpPr>
            <a:spLocks noGrp="1"/>
          </p:cNvSpPr>
          <p:nvPr>
            <p:ph type="ftr" sz="quarter" idx="3"/>
          </p:nvPr>
        </p:nvSpPr>
        <p:spPr/>
        <p:txBody>
          <a:bodyPr/>
          <a:lstStyle/>
          <a:p>
            <a:r>
              <a:rPr lang="en-US"/>
              <a:t>© 2023 NetApp, Inc. All rights reserved.  — NETAPP CONFIDENTIAL — </a:t>
            </a:r>
            <a:endParaRPr lang="en-US" dirty="0"/>
          </a:p>
        </p:txBody>
      </p:sp>
    </p:spTree>
    <p:extLst>
      <p:ext uri="{BB962C8B-B14F-4D97-AF65-F5344CB8AC3E}">
        <p14:creationId xmlns:p14="http://schemas.microsoft.com/office/powerpoint/2010/main" val="4185381560"/>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0A285-7D66-8356-7EA8-7E77F9D514E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2FC0DF1-F91B-9E90-A388-77AFE494239E}"/>
              </a:ext>
            </a:extLst>
          </p:cNvPr>
          <p:cNvSpPr>
            <a:spLocks noGrp="1"/>
          </p:cNvSpPr>
          <p:nvPr>
            <p:ph type="title"/>
          </p:nvPr>
        </p:nvSpPr>
        <p:spPr/>
        <p:txBody>
          <a:bodyPr/>
          <a:lstStyle/>
          <a:p>
            <a:r>
              <a:rPr lang="en-US" dirty="0"/>
              <a:t>Connect to </a:t>
            </a:r>
            <a:r>
              <a:rPr lang="en-US" dirty="0" err="1"/>
              <a:t>vm</a:t>
            </a:r>
            <a:endParaRPr lang="en-BE" dirty="0"/>
          </a:p>
        </p:txBody>
      </p:sp>
      <p:sp>
        <p:nvSpPr>
          <p:cNvPr id="7" name="Content Placeholder 6">
            <a:extLst>
              <a:ext uri="{FF2B5EF4-FFF2-40B4-BE49-F238E27FC236}">
                <a16:creationId xmlns:a16="http://schemas.microsoft.com/office/drawing/2014/main" id="{AD568ED3-30EE-6309-C84B-077B061E8891}"/>
              </a:ext>
            </a:extLst>
          </p:cNvPr>
          <p:cNvSpPr>
            <a:spLocks noGrp="1"/>
          </p:cNvSpPr>
          <p:nvPr>
            <p:ph sz="quarter" idx="14"/>
          </p:nvPr>
        </p:nvSpPr>
        <p:spPr>
          <a:xfrm>
            <a:off x="263031" y="1733552"/>
            <a:ext cx="9795369" cy="4479925"/>
          </a:xfrm>
        </p:spPr>
        <p:txBody>
          <a:bodyPr/>
          <a:lstStyle/>
          <a:p>
            <a:r>
              <a:rPr lang="en-US" dirty="0"/>
              <a:t>Setup </a:t>
            </a:r>
            <a:r>
              <a:rPr lang="en-US" dirty="0" err="1"/>
              <a:t>passwordless</a:t>
            </a:r>
            <a:r>
              <a:rPr lang="en-US" dirty="0"/>
              <a:t> ssh</a:t>
            </a:r>
            <a:br>
              <a:rPr lang="en-US" dirty="0">
                <a:solidFill>
                  <a:schemeClr val="accent3"/>
                </a:solidFill>
                <a:latin typeface="Consolas" panose="020B0609020204030204" pitchFamily="49" charset="0"/>
              </a:rPr>
            </a:br>
            <a:r>
              <a:rPr lang="en-US" dirty="0">
                <a:solidFill>
                  <a:schemeClr val="accent3"/>
                </a:solidFill>
                <a:latin typeface="Consolas" panose="020B0609020204030204" pitchFamily="49" charset="0"/>
              </a:rPr>
              <a:t>ssh-keygen –t ed25519</a:t>
            </a:r>
            <a:br>
              <a:rPr lang="en-US" dirty="0">
                <a:solidFill>
                  <a:schemeClr val="accent3"/>
                </a:solidFill>
                <a:latin typeface="Consolas" panose="020B0609020204030204" pitchFamily="49" charset="0"/>
              </a:rPr>
            </a:br>
            <a:r>
              <a:rPr lang="en-BE" dirty="0">
                <a:solidFill>
                  <a:schemeClr val="accent3"/>
                </a:solidFill>
                <a:latin typeface="Consolas" panose="020B0609020204030204" pitchFamily="49" charset="0"/>
              </a:rPr>
              <a:t>ssh-copy-id –</a:t>
            </a:r>
            <a:r>
              <a:rPr lang="en-BE" dirty="0" err="1">
                <a:solidFill>
                  <a:schemeClr val="accent3"/>
                </a:solidFill>
                <a:latin typeface="Consolas" panose="020B0609020204030204" pitchFamily="49" charset="0"/>
              </a:rPr>
              <a:t>i</a:t>
            </a:r>
            <a:r>
              <a:rPr lang="en-US" dirty="0">
                <a:solidFill>
                  <a:schemeClr val="accent3"/>
                </a:solidFill>
                <a:latin typeface="Consolas" panose="020B0609020204030204" pitchFamily="49" charset="0"/>
              </a:rPr>
              <a:t> </a:t>
            </a:r>
            <a:r>
              <a:rPr lang="en-BE" dirty="0">
                <a:solidFill>
                  <a:schemeClr val="accent3"/>
                </a:solidFill>
                <a:latin typeface="Consolas" panose="020B0609020204030204" pitchFamily="49" charset="0"/>
              </a:rPr>
              <a:t>~/.ssh/id_ed25519.pub </a:t>
            </a:r>
            <a:r>
              <a:rPr lang="en-BE" i="1" dirty="0">
                <a:solidFill>
                  <a:schemeClr val="accent3"/>
                </a:solidFill>
                <a:latin typeface="Consolas" panose="020B0609020204030204" pitchFamily="49" charset="0"/>
              </a:rPr>
              <a:t>username</a:t>
            </a:r>
            <a:r>
              <a:rPr lang="en-BE" dirty="0">
                <a:solidFill>
                  <a:schemeClr val="accent3"/>
                </a:solidFill>
                <a:latin typeface="Consolas" panose="020B0609020204030204" pitchFamily="49" charset="0"/>
              </a:rPr>
              <a:t>@</a:t>
            </a:r>
            <a:r>
              <a:rPr lang="en-US" dirty="0">
                <a:solidFill>
                  <a:schemeClr val="accent3"/>
                </a:solidFill>
                <a:latin typeface="Consolas" panose="020B0609020204030204" pitchFamily="49" charset="0"/>
              </a:rPr>
              <a:t>172.16.123.x</a:t>
            </a:r>
          </a:p>
          <a:p>
            <a:r>
              <a:rPr lang="en-US" dirty="0"/>
              <a:t>Test </a:t>
            </a:r>
            <a:r>
              <a:rPr lang="en-US" dirty="0" err="1"/>
              <a:t>passwordless</a:t>
            </a:r>
            <a:r>
              <a:rPr lang="en-US" dirty="0"/>
              <a:t> </a:t>
            </a:r>
            <a:br>
              <a:rPr lang="en-US" dirty="0"/>
            </a:br>
            <a:r>
              <a:rPr lang="en-US" dirty="0">
                <a:solidFill>
                  <a:schemeClr val="accent3"/>
                </a:solidFill>
                <a:latin typeface="Consolas" panose="020B0609020204030204" pitchFamily="49" charset="0"/>
              </a:rPr>
              <a:t>ssh username@172.16.123.x</a:t>
            </a:r>
          </a:p>
          <a:p>
            <a:r>
              <a:rPr lang="en-US" dirty="0"/>
              <a:t>Install python </a:t>
            </a:r>
            <a:r>
              <a:rPr lang="en-US" dirty="0" err="1"/>
              <a:t>venv</a:t>
            </a:r>
            <a:endParaRPr lang="en-US" dirty="0"/>
          </a:p>
          <a:p>
            <a:r>
              <a:rPr lang="en-US" dirty="0"/>
              <a:t>Install ansible pip install </a:t>
            </a:r>
            <a:endParaRPr lang="en-BE" dirty="0"/>
          </a:p>
          <a:p>
            <a:r>
              <a:rPr lang="en-US" dirty="0"/>
              <a:t>Make project folder (ex. ~/course)</a:t>
            </a:r>
          </a:p>
        </p:txBody>
      </p:sp>
      <p:sp>
        <p:nvSpPr>
          <p:cNvPr id="6" name="Text Placeholder 5">
            <a:extLst>
              <a:ext uri="{FF2B5EF4-FFF2-40B4-BE49-F238E27FC236}">
                <a16:creationId xmlns:a16="http://schemas.microsoft.com/office/drawing/2014/main" id="{31F576E4-551A-8B01-3E40-F3AB7C023D27}"/>
              </a:ext>
            </a:extLst>
          </p:cNvPr>
          <p:cNvSpPr>
            <a:spLocks noGrp="1"/>
          </p:cNvSpPr>
          <p:nvPr>
            <p:ph type="body" idx="10"/>
          </p:nvPr>
        </p:nvSpPr>
        <p:spPr/>
        <p:txBody>
          <a:bodyPr/>
          <a:lstStyle/>
          <a:p>
            <a:r>
              <a:rPr lang="en-US" dirty="0"/>
              <a:t>Steps - Terminal</a:t>
            </a:r>
            <a:endParaRPr lang="en-BE" dirty="0"/>
          </a:p>
        </p:txBody>
      </p:sp>
      <p:sp>
        <p:nvSpPr>
          <p:cNvPr id="4" name="Footer Placeholder 3">
            <a:extLst>
              <a:ext uri="{FF2B5EF4-FFF2-40B4-BE49-F238E27FC236}">
                <a16:creationId xmlns:a16="http://schemas.microsoft.com/office/drawing/2014/main" id="{75E3BE2C-49DC-BC54-8FD4-BBF2F53A2797}"/>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3" name="TextBox 2">
            <a:extLst>
              <a:ext uri="{FF2B5EF4-FFF2-40B4-BE49-F238E27FC236}">
                <a16:creationId xmlns:a16="http://schemas.microsoft.com/office/drawing/2014/main" id="{7CF2E94B-73D6-4B69-12EB-7BE756AF0069}"/>
              </a:ext>
            </a:extLst>
          </p:cNvPr>
          <p:cNvSpPr txBox="1"/>
          <p:nvPr/>
        </p:nvSpPr>
        <p:spPr>
          <a:xfrm>
            <a:off x="6093849" y="3276600"/>
            <a:ext cx="4527487" cy="2600712"/>
          </a:xfrm>
          <a:prstGeom prst="rect">
            <a:avLst/>
          </a:prstGeom>
        </p:spPr>
        <p:txBody>
          <a:bodyPr vert="horz" wrap="squar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2000" b="0" i="0" u="none" strike="noStrike" kern="1200" cap="none" spc="0" normalizeH="0" baseline="0" noProof="0" dirty="0" err="1">
                <a:ln>
                  <a:noFill/>
                </a:ln>
                <a:solidFill>
                  <a:schemeClr val="accent3"/>
                </a:solidFill>
                <a:effectLst/>
                <a:uLnTx/>
                <a:uFillTx/>
                <a:latin typeface="Consolas" panose="020B0609020204030204" pitchFamily="49" charset="0"/>
              </a:rPr>
              <a:t>dnf</a:t>
            </a:r>
            <a:r>
              <a:rPr kumimoji="0" lang="en-US" sz="2000" b="0" i="0" u="none" strike="noStrike" kern="1200" cap="none" spc="0" normalizeH="0" baseline="0" noProof="0" dirty="0">
                <a:ln>
                  <a:noFill/>
                </a:ln>
                <a:solidFill>
                  <a:schemeClr val="accent3"/>
                </a:solidFill>
                <a:effectLst/>
                <a:uLnTx/>
                <a:uFillTx/>
                <a:latin typeface="Consolas" panose="020B0609020204030204" pitchFamily="49" charset="0"/>
              </a:rPr>
              <a:t>/apt install python3-venv</a:t>
            </a:r>
          </a:p>
          <a:p>
            <a:pPr marR="0" algn="l" defTabSz="914400" rtl="0" eaLnBrk="1" fontAlgn="auto" latinLnBrk="0" hangingPunct="1">
              <a:lnSpc>
                <a:spcPct val="95000"/>
              </a:lnSpc>
              <a:spcBef>
                <a:spcPts val="400"/>
              </a:spcBef>
              <a:spcAft>
                <a:spcPts val="200"/>
              </a:spcAft>
              <a:buClr>
                <a:schemeClr val="accent1"/>
              </a:buClr>
              <a:buSzTx/>
              <a:tabLst/>
            </a:pPr>
            <a:r>
              <a:rPr lang="en-US" sz="2000" dirty="0">
                <a:solidFill>
                  <a:schemeClr val="accent3"/>
                </a:solidFill>
                <a:latin typeface="Consolas" panose="020B0609020204030204" pitchFamily="49" charset="0"/>
              </a:rPr>
              <a:t>p</a:t>
            </a:r>
            <a:r>
              <a:rPr kumimoji="0" lang="en-US" sz="2000" b="0" i="0" u="none" strike="noStrike" kern="1200" cap="none" spc="0" normalizeH="0" baseline="0" noProof="0" dirty="0">
                <a:ln>
                  <a:noFill/>
                </a:ln>
                <a:solidFill>
                  <a:schemeClr val="accent3"/>
                </a:solidFill>
                <a:effectLst/>
                <a:uLnTx/>
                <a:uFillTx/>
                <a:latin typeface="Consolas" panose="020B0609020204030204" pitchFamily="49" charset="0"/>
              </a:rPr>
              <a:t>ython3 –m </a:t>
            </a:r>
            <a:r>
              <a:rPr kumimoji="0" lang="en-US" sz="2000" b="0" i="0" u="none" strike="noStrike" kern="1200" cap="none" spc="0" normalizeH="0" baseline="0" noProof="0" dirty="0" err="1">
                <a:ln>
                  <a:noFill/>
                </a:ln>
                <a:solidFill>
                  <a:schemeClr val="accent3"/>
                </a:solidFill>
                <a:effectLst/>
                <a:uLnTx/>
                <a:uFillTx/>
                <a:latin typeface="Consolas" panose="020B0609020204030204" pitchFamily="49" charset="0"/>
              </a:rPr>
              <a:t>venv</a:t>
            </a:r>
            <a:r>
              <a:rPr kumimoji="0" lang="en-US" sz="2000" b="0" i="0" u="none" strike="noStrike" kern="1200" cap="none" spc="0" normalizeH="0" baseline="0" noProof="0" dirty="0">
                <a:ln>
                  <a:noFill/>
                </a:ln>
                <a:solidFill>
                  <a:schemeClr val="accent3"/>
                </a:solidFill>
                <a:effectLst/>
                <a:uLnTx/>
                <a:uFillTx/>
                <a:latin typeface="Consolas" panose="020B0609020204030204" pitchFamily="49" charset="0"/>
              </a:rPr>
              <a:t> </a:t>
            </a:r>
            <a:r>
              <a:rPr kumimoji="0" lang="en-US" sz="2000" b="0" i="0" u="none" strike="noStrike" kern="1200" cap="none" spc="0" normalizeH="0" baseline="0" noProof="0" dirty="0" err="1">
                <a:ln>
                  <a:noFill/>
                </a:ln>
                <a:solidFill>
                  <a:schemeClr val="accent3"/>
                </a:solidFill>
                <a:effectLst/>
                <a:uLnTx/>
                <a:uFillTx/>
                <a:latin typeface="Consolas" panose="020B0609020204030204" pitchFamily="49" charset="0"/>
              </a:rPr>
              <a:t>venv</a:t>
            </a:r>
            <a:endParaRPr kumimoji="0" lang="en-US" sz="2000" b="0" i="0" u="none" strike="noStrike" kern="1200" cap="none" spc="0" normalizeH="0" baseline="0" noProof="0" dirty="0">
              <a:ln>
                <a:noFill/>
              </a:ln>
              <a:solidFill>
                <a:schemeClr val="accent3"/>
              </a:solidFill>
              <a:effectLst/>
              <a:uLnTx/>
              <a:uFillTx/>
              <a:latin typeface="Consolas" panose="020B0609020204030204" pitchFamily="49" charset="0"/>
            </a:endParaRPr>
          </a:p>
          <a:p>
            <a:pPr marR="0" algn="l" defTabSz="914400" rtl="0" eaLnBrk="1" fontAlgn="auto" latinLnBrk="0" hangingPunct="1">
              <a:lnSpc>
                <a:spcPct val="95000"/>
              </a:lnSpc>
              <a:spcBef>
                <a:spcPts val="400"/>
              </a:spcBef>
              <a:spcAft>
                <a:spcPts val="200"/>
              </a:spcAft>
              <a:buClr>
                <a:schemeClr val="accent1"/>
              </a:buClr>
              <a:buSzTx/>
              <a:tabLst/>
            </a:pPr>
            <a:r>
              <a:rPr lang="en-US" sz="2000" dirty="0">
                <a:solidFill>
                  <a:schemeClr val="accent3"/>
                </a:solidFill>
                <a:latin typeface="Consolas" panose="020B0609020204030204" pitchFamily="49" charset="0"/>
              </a:rPr>
              <a:t>source </a:t>
            </a:r>
            <a:r>
              <a:rPr lang="en-US" sz="2000" dirty="0" err="1">
                <a:solidFill>
                  <a:schemeClr val="accent3"/>
                </a:solidFill>
                <a:latin typeface="Consolas" panose="020B0609020204030204" pitchFamily="49" charset="0"/>
              </a:rPr>
              <a:t>venv</a:t>
            </a:r>
            <a:r>
              <a:rPr lang="en-US" sz="2000" dirty="0">
                <a:solidFill>
                  <a:schemeClr val="accent3"/>
                </a:solidFill>
                <a:latin typeface="Consolas" panose="020B0609020204030204" pitchFamily="49" charset="0"/>
              </a:rPr>
              <a:t>/bin/activate</a:t>
            </a:r>
          </a:p>
          <a:p>
            <a:pPr marR="0" algn="l" defTabSz="914400" rtl="0" eaLnBrk="1" fontAlgn="auto" latinLnBrk="0" hangingPunct="1">
              <a:lnSpc>
                <a:spcPct val="95000"/>
              </a:lnSpc>
              <a:spcBef>
                <a:spcPts val="400"/>
              </a:spcBef>
              <a:spcAft>
                <a:spcPts val="200"/>
              </a:spcAft>
              <a:buClr>
                <a:schemeClr val="accent1"/>
              </a:buClr>
              <a:buSzTx/>
              <a:tabLst/>
            </a:pPr>
            <a:r>
              <a:rPr kumimoji="0" lang="en-US" sz="2000" b="0" i="0" u="none" strike="noStrike" kern="1200" cap="none" spc="0" normalizeH="0" baseline="0" noProof="0" dirty="0">
                <a:ln>
                  <a:noFill/>
                </a:ln>
                <a:solidFill>
                  <a:schemeClr val="accent3"/>
                </a:solidFill>
                <a:effectLst/>
                <a:uLnTx/>
                <a:uFillTx/>
                <a:latin typeface="Consolas" panose="020B0609020204030204" pitchFamily="49" charset="0"/>
              </a:rPr>
              <a:t>pip install –upgrade p</a:t>
            </a:r>
            <a:r>
              <a:rPr lang="en-US" sz="2000" dirty="0" err="1">
                <a:solidFill>
                  <a:schemeClr val="accent3"/>
                </a:solidFill>
                <a:latin typeface="Consolas" panose="020B0609020204030204" pitchFamily="49" charset="0"/>
              </a:rPr>
              <a:t>ip</a:t>
            </a:r>
            <a:endParaRPr lang="en-US" sz="2000" dirty="0">
              <a:solidFill>
                <a:schemeClr val="accent3"/>
              </a:solidFill>
              <a:latin typeface="Consolas" panose="020B0609020204030204" pitchFamily="49" charset="0"/>
            </a:endParaRPr>
          </a:p>
          <a:p>
            <a:pPr marR="0" algn="l" defTabSz="914400" rtl="0" eaLnBrk="1" fontAlgn="auto" latinLnBrk="0" hangingPunct="1">
              <a:lnSpc>
                <a:spcPct val="95000"/>
              </a:lnSpc>
              <a:spcBef>
                <a:spcPts val="400"/>
              </a:spcBef>
              <a:spcAft>
                <a:spcPts val="200"/>
              </a:spcAft>
              <a:buClr>
                <a:schemeClr val="accent1"/>
              </a:buClr>
              <a:buSzTx/>
              <a:tabLst/>
            </a:pPr>
            <a:r>
              <a:rPr kumimoji="0" lang="en-US" sz="2000" b="0" i="0" u="none" strike="noStrike" kern="1200" cap="none" spc="0" normalizeH="0" baseline="0" noProof="0" dirty="0">
                <a:ln>
                  <a:noFill/>
                </a:ln>
                <a:solidFill>
                  <a:schemeClr val="accent3"/>
                </a:solidFill>
                <a:effectLst/>
                <a:uLnTx/>
                <a:uFillTx/>
                <a:latin typeface="Consolas" panose="020B0609020204030204" pitchFamily="49" charset="0"/>
              </a:rPr>
              <a:t>pip install ansible</a:t>
            </a:r>
          </a:p>
          <a:p>
            <a:pPr marR="0" algn="l" defTabSz="914400" rtl="0" eaLnBrk="1" fontAlgn="auto" latinLnBrk="0" hangingPunct="1">
              <a:lnSpc>
                <a:spcPct val="95000"/>
              </a:lnSpc>
              <a:spcBef>
                <a:spcPts val="400"/>
              </a:spcBef>
              <a:spcAft>
                <a:spcPts val="200"/>
              </a:spcAft>
              <a:buClr>
                <a:schemeClr val="accent1"/>
              </a:buClr>
              <a:buSzTx/>
              <a:tabLst/>
            </a:pPr>
            <a:r>
              <a:rPr lang="en-US" sz="2000" dirty="0">
                <a:solidFill>
                  <a:schemeClr val="accent3"/>
                </a:solidFill>
                <a:latin typeface="Consolas" panose="020B0609020204030204" pitchFamily="49" charset="0"/>
              </a:rPr>
              <a:t>python3 –version</a:t>
            </a:r>
          </a:p>
          <a:p>
            <a:pPr marR="0" algn="l" defTabSz="914400" rtl="0" eaLnBrk="1" fontAlgn="auto" latinLnBrk="0" hangingPunct="1">
              <a:lnSpc>
                <a:spcPct val="95000"/>
              </a:lnSpc>
              <a:spcBef>
                <a:spcPts val="400"/>
              </a:spcBef>
              <a:spcAft>
                <a:spcPts val="200"/>
              </a:spcAft>
              <a:buClr>
                <a:schemeClr val="accent1"/>
              </a:buClr>
              <a:buSzTx/>
              <a:tabLst/>
            </a:pPr>
            <a:r>
              <a:rPr kumimoji="0" lang="en-US" sz="2000" b="0" i="0" u="none" strike="noStrike" kern="1200" cap="none" spc="0" normalizeH="0" baseline="0" noProof="0" dirty="0">
                <a:ln>
                  <a:noFill/>
                </a:ln>
                <a:solidFill>
                  <a:schemeClr val="accent3"/>
                </a:solidFill>
                <a:effectLst/>
                <a:uLnTx/>
                <a:uFillTx/>
                <a:latin typeface="Consolas" panose="020B0609020204030204" pitchFamily="49" charset="0"/>
              </a:rPr>
              <a:t>ansible --version</a:t>
            </a:r>
            <a:endParaRPr kumimoji="0" lang="en-BE" sz="2000" b="0" i="0" u="none" strike="noStrike" kern="1200" cap="none" spc="0" normalizeH="0" baseline="0" noProof="0" dirty="0">
              <a:ln>
                <a:noFill/>
              </a:ln>
              <a:solidFill>
                <a:schemeClr val="accent3"/>
              </a:solidFill>
              <a:effectLst/>
              <a:uLnTx/>
              <a:uFillTx/>
              <a:latin typeface="Consolas" panose="020B0609020204030204" pitchFamily="49" charset="0"/>
            </a:endParaRPr>
          </a:p>
        </p:txBody>
      </p:sp>
    </p:spTree>
    <p:extLst>
      <p:ext uri="{BB962C8B-B14F-4D97-AF65-F5344CB8AC3E}">
        <p14:creationId xmlns:p14="http://schemas.microsoft.com/office/powerpoint/2010/main" val="2151504558"/>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54C9E-8C88-CCF3-94AA-822D9396BEE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EF78F91-3C99-48BB-FCAE-8FAC8F4217E4}"/>
              </a:ext>
            </a:extLst>
          </p:cNvPr>
          <p:cNvSpPr>
            <a:spLocks noGrp="1"/>
          </p:cNvSpPr>
          <p:nvPr>
            <p:ph type="title"/>
          </p:nvPr>
        </p:nvSpPr>
        <p:spPr/>
        <p:txBody>
          <a:bodyPr/>
          <a:lstStyle/>
          <a:p>
            <a:r>
              <a:rPr lang="en-US" dirty="0"/>
              <a:t>Connect </a:t>
            </a:r>
            <a:r>
              <a:rPr lang="en-US" dirty="0" err="1"/>
              <a:t>vm</a:t>
            </a:r>
            <a:r>
              <a:rPr lang="en-US" dirty="0"/>
              <a:t> to </a:t>
            </a:r>
            <a:r>
              <a:rPr lang="en-US" dirty="0" err="1"/>
              <a:t>vms</a:t>
            </a:r>
            <a:endParaRPr lang="en-BE" dirty="0"/>
          </a:p>
        </p:txBody>
      </p:sp>
      <p:sp>
        <p:nvSpPr>
          <p:cNvPr id="7" name="Content Placeholder 6">
            <a:extLst>
              <a:ext uri="{FF2B5EF4-FFF2-40B4-BE49-F238E27FC236}">
                <a16:creationId xmlns:a16="http://schemas.microsoft.com/office/drawing/2014/main" id="{D81935BF-7C7D-1457-9AA0-1B8F6F3BA08B}"/>
              </a:ext>
            </a:extLst>
          </p:cNvPr>
          <p:cNvSpPr>
            <a:spLocks noGrp="1"/>
          </p:cNvSpPr>
          <p:nvPr>
            <p:ph sz="quarter" idx="14"/>
          </p:nvPr>
        </p:nvSpPr>
        <p:spPr>
          <a:xfrm>
            <a:off x="263031" y="1733552"/>
            <a:ext cx="8652369" cy="4479925"/>
          </a:xfrm>
        </p:spPr>
        <p:txBody>
          <a:bodyPr/>
          <a:lstStyle/>
          <a:p>
            <a:r>
              <a:rPr lang="en-US" dirty="0"/>
              <a:t>Do the exact same procedure (</a:t>
            </a:r>
            <a:r>
              <a:rPr lang="en-US" dirty="0">
                <a:latin typeface="Consolas" panose="020B0609020204030204" pitchFamily="49" charset="0"/>
              </a:rPr>
              <a:t>ssh-keygen –t</a:t>
            </a:r>
            <a:r>
              <a:rPr lang="en-US" dirty="0"/>
              <a:t>)</a:t>
            </a:r>
          </a:p>
          <a:p>
            <a:r>
              <a:rPr lang="en-US" dirty="0"/>
              <a:t>But now on your </a:t>
            </a:r>
            <a:r>
              <a:rPr lang="en-US" dirty="0" err="1"/>
              <a:t>vm</a:t>
            </a:r>
            <a:r>
              <a:rPr lang="en-US" dirty="0"/>
              <a:t> </a:t>
            </a:r>
          </a:p>
          <a:p>
            <a:r>
              <a:rPr lang="en-US" dirty="0"/>
              <a:t>Ask your colleagues’ passwords</a:t>
            </a:r>
          </a:p>
          <a:p>
            <a:r>
              <a:rPr lang="en-US" dirty="0"/>
              <a:t>Ssh to theirs and add your </a:t>
            </a:r>
            <a:r>
              <a:rPr lang="en-US" dirty="0" err="1"/>
              <a:t>vm</a:t>
            </a:r>
            <a:r>
              <a:rPr lang="en-US" dirty="0"/>
              <a:t>-pub-key in theirs</a:t>
            </a:r>
          </a:p>
          <a:p>
            <a:r>
              <a:rPr lang="en-US" dirty="0"/>
              <a:t>Test password-less ssh to their machines</a:t>
            </a:r>
          </a:p>
          <a:p>
            <a:r>
              <a:rPr lang="en-US" dirty="0"/>
              <a:t>Use ctrl-D or exit to return to your machine</a:t>
            </a:r>
          </a:p>
          <a:p>
            <a:endParaRPr lang="en-US" dirty="0"/>
          </a:p>
        </p:txBody>
      </p:sp>
      <p:sp>
        <p:nvSpPr>
          <p:cNvPr id="6" name="Text Placeholder 5">
            <a:extLst>
              <a:ext uri="{FF2B5EF4-FFF2-40B4-BE49-F238E27FC236}">
                <a16:creationId xmlns:a16="http://schemas.microsoft.com/office/drawing/2014/main" id="{AA0B50AE-8BA7-BB09-3702-61C00A13FEBA}"/>
              </a:ext>
            </a:extLst>
          </p:cNvPr>
          <p:cNvSpPr>
            <a:spLocks noGrp="1"/>
          </p:cNvSpPr>
          <p:nvPr>
            <p:ph type="body" idx="10"/>
          </p:nvPr>
        </p:nvSpPr>
        <p:spPr/>
        <p:txBody>
          <a:bodyPr/>
          <a:lstStyle/>
          <a:p>
            <a:r>
              <a:rPr lang="en-US" dirty="0"/>
              <a:t>Steps - Terminal</a:t>
            </a:r>
            <a:endParaRPr lang="en-BE" dirty="0"/>
          </a:p>
        </p:txBody>
      </p:sp>
      <p:sp>
        <p:nvSpPr>
          <p:cNvPr id="4" name="Footer Placeholder 3">
            <a:extLst>
              <a:ext uri="{FF2B5EF4-FFF2-40B4-BE49-F238E27FC236}">
                <a16:creationId xmlns:a16="http://schemas.microsoft.com/office/drawing/2014/main" id="{AB6F1640-D5B6-837D-713D-FF0CC2B97780}"/>
              </a:ext>
            </a:extLst>
          </p:cNvPr>
          <p:cNvSpPr>
            <a:spLocks noGrp="1"/>
          </p:cNvSpPr>
          <p:nvPr>
            <p:ph type="ftr" sz="quarter" idx="3"/>
          </p:nvPr>
        </p:nvSpPr>
        <p:spPr/>
        <p:txBody>
          <a:bodyPr/>
          <a:lstStyle/>
          <a:p>
            <a:r>
              <a:rPr lang="en-US"/>
              <a:t>© 2023 NetApp, Inc. All rights reserved.  — NETAPP CONFIDENTIAL — </a:t>
            </a:r>
            <a:endParaRPr lang="en-US" dirty="0"/>
          </a:p>
        </p:txBody>
      </p:sp>
    </p:spTree>
    <p:extLst>
      <p:ext uri="{BB962C8B-B14F-4D97-AF65-F5344CB8AC3E}">
        <p14:creationId xmlns:p14="http://schemas.microsoft.com/office/powerpoint/2010/main" val="98710709"/>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E2739-EEBF-FBFB-C832-2B311036D099}"/>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C61F6856-ED11-67E5-82EC-B3D73FA5C5D1}"/>
              </a:ext>
            </a:extLst>
          </p:cNvPr>
          <p:cNvSpPr>
            <a:spLocks noGrp="1"/>
          </p:cNvSpPr>
          <p:nvPr>
            <p:ph type="body" sz="quarter" idx="10"/>
          </p:nvPr>
        </p:nvSpPr>
        <p:spPr/>
        <p:txBody>
          <a:bodyPr/>
          <a:lstStyle/>
          <a:p>
            <a:r>
              <a:rPr lang="en-US" dirty="0"/>
              <a:t>Setup env</a:t>
            </a:r>
            <a:endParaRPr lang="en-BE" dirty="0"/>
          </a:p>
        </p:txBody>
      </p:sp>
      <p:sp>
        <p:nvSpPr>
          <p:cNvPr id="6" name="Title 5">
            <a:extLst>
              <a:ext uri="{FF2B5EF4-FFF2-40B4-BE49-F238E27FC236}">
                <a16:creationId xmlns:a16="http://schemas.microsoft.com/office/drawing/2014/main" id="{C4EBFA1F-174F-203C-1C90-9634E8E1AC4F}"/>
              </a:ext>
            </a:extLst>
          </p:cNvPr>
          <p:cNvSpPr>
            <a:spLocks noGrp="1"/>
          </p:cNvSpPr>
          <p:nvPr>
            <p:ph type="ctrTitle"/>
          </p:nvPr>
        </p:nvSpPr>
        <p:spPr/>
        <p:txBody>
          <a:bodyPr/>
          <a:lstStyle/>
          <a:p>
            <a:r>
              <a:rPr lang="en-US" dirty="0"/>
              <a:t>Setup </a:t>
            </a:r>
            <a:r>
              <a:rPr lang="en-US" dirty="0" err="1"/>
              <a:t>vscode</a:t>
            </a:r>
            <a:endParaRPr lang="en-BE" dirty="0"/>
          </a:p>
        </p:txBody>
      </p:sp>
      <p:sp>
        <p:nvSpPr>
          <p:cNvPr id="5" name="Footer Placeholder 4">
            <a:extLst>
              <a:ext uri="{FF2B5EF4-FFF2-40B4-BE49-F238E27FC236}">
                <a16:creationId xmlns:a16="http://schemas.microsoft.com/office/drawing/2014/main" id="{64A92513-12B0-FEFE-CB03-943C9A0C0131}"/>
              </a:ext>
            </a:extLst>
          </p:cNvPr>
          <p:cNvSpPr>
            <a:spLocks noGrp="1"/>
          </p:cNvSpPr>
          <p:nvPr>
            <p:ph type="ftr" sz="quarter" idx="3"/>
          </p:nvPr>
        </p:nvSpPr>
        <p:spPr/>
        <p:txBody>
          <a:bodyPr/>
          <a:lstStyle/>
          <a:p>
            <a:r>
              <a:rPr lang="en-US"/>
              <a:t>© 2023 NetApp, Inc. All rights reserved.  — NETAPP CONFIDENTIAL — </a:t>
            </a:r>
            <a:endParaRPr lang="en-US" dirty="0"/>
          </a:p>
        </p:txBody>
      </p:sp>
    </p:spTree>
    <p:extLst>
      <p:ext uri="{BB962C8B-B14F-4D97-AF65-F5344CB8AC3E}">
        <p14:creationId xmlns:p14="http://schemas.microsoft.com/office/powerpoint/2010/main" val="4126642433"/>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FAB359-D483-7860-02F4-7266EC5C17DF}"/>
              </a:ext>
            </a:extLst>
          </p:cNvPr>
          <p:cNvSpPr>
            <a:spLocks noGrp="1"/>
          </p:cNvSpPr>
          <p:nvPr>
            <p:ph type="title"/>
          </p:nvPr>
        </p:nvSpPr>
        <p:spPr/>
        <p:txBody>
          <a:bodyPr/>
          <a:lstStyle/>
          <a:p>
            <a:r>
              <a:rPr lang="en-US" dirty="0"/>
              <a:t>Setup </a:t>
            </a:r>
            <a:r>
              <a:rPr lang="en-US" dirty="0" err="1"/>
              <a:t>vscode</a:t>
            </a:r>
            <a:endParaRPr lang="en-BE" dirty="0"/>
          </a:p>
        </p:txBody>
      </p:sp>
      <p:sp>
        <p:nvSpPr>
          <p:cNvPr id="7" name="Content Placeholder 6">
            <a:extLst>
              <a:ext uri="{FF2B5EF4-FFF2-40B4-BE49-F238E27FC236}">
                <a16:creationId xmlns:a16="http://schemas.microsoft.com/office/drawing/2014/main" id="{B559EF7D-883A-388E-1374-D79E268AF32C}"/>
              </a:ext>
            </a:extLst>
          </p:cNvPr>
          <p:cNvSpPr>
            <a:spLocks noGrp="1"/>
          </p:cNvSpPr>
          <p:nvPr>
            <p:ph sz="quarter" idx="14"/>
          </p:nvPr>
        </p:nvSpPr>
        <p:spPr>
          <a:xfrm>
            <a:off x="263031" y="1733552"/>
            <a:ext cx="5756769" cy="4514847"/>
          </a:xfrm>
        </p:spPr>
        <p:txBody>
          <a:bodyPr/>
          <a:lstStyle/>
          <a:p>
            <a:r>
              <a:rPr lang="en-US" dirty="0"/>
              <a:t>Install </a:t>
            </a:r>
            <a:r>
              <a:rPr lang="en-US" dirty="0" err="1"/>
              <a:t>vscode</a:t>
            </a:r>
            <a:r>
              <a:rPr lang="en-US" dirty="0"/>
              <a:t> (google is your friend)</a:t>
            </a:r>
          </a:p>
          <a:p>
            <a:r>
              <a:rPr lang="en-US" dirty="0"/>
              <a:t>Install extension “Remote – SSH”</a:t>
            </a:r>
          </a:p>
          <a:p>
            <a:r>
              <a:rPr lang="en-US" dirty="0"/>
              <a:t>Open ssh config file</a:t>
            </a:r>
          </a:p>
          <a:p>
            <a:pPr lvl="1"/>
            <a:r>
              <a:rPr lang="en-US" dirty="0"/>
              <a:t>Use the “gear” icon (easiest)</a:t>
            </a:r>
            <a:br>
              <a:rPr lang="en-US" dirty="0"/>
            </a:br>
            <a:endParaRPr lang="en-US" dirty="0"/>
          </a:p>
          <a:p>
            <a:pPr lvl="1"/>
            <a:r>
              <a:rPr lang="en-BE" sz="1600" b="1" dirty="0"/>
              <a:t>Windows / Linux:</a:t>
            </a:r>
            <a:r>
              <a:rPr lang="en-BE" sz="1600" dirty="0"/>
              <a:t> Press </a:t>
            </a:r>
            <a:r>
              <a:rPr lang="en-BE" sz="1050" dirty="0"/>
              <a:t>F1</a:t>
            </a:r>
            <a:r>
              <a:rPr lang="en-BE" sz="1600" dirty="0"/>
              <a:t> or use </a:t>
            </a:r>
            <a:r>
              <a:rPr lang="en-BE" sz="1050" dirty="0"/>
              <a:t>Ctrl</a:t>
            </a:r>
            <a:r>
              <a:rPr lang="en-BE" sz="1600" dirty="0"/>
              <a:t> + </a:t>
            </a:r>
            <a:r>
              <a:rPr lang="en-BE" sz="1050" dirty="0"/>
              <a:t>Shift</a:t>
            </a:r>
            <a:r>
              <a:rPr lang="en-BE" sz="1600" dirty="0"/>
              <a:t> + </a:t>
            </a:r>
            <a:r>
              <a:rPr lang="en-BE" sz="1050" dirty="0"/>
              <a:t>P</a:t>
            </a:r>
            <a:endParaRPr lang="en-BE" sz="1600" dirty="0"/>
          </a:p>
          <a:p>
            <a:pPr lvl="1"/>
            <a:r>
              <a:rPr lang="en-BE" sz="1600" b="1" dirty="0"/>
              <a:t>macOS:</a:t>
            </a:r>
            <a:r>
              <a:rPr lang="en-BE" sz="1600" dirty="0"/>
              <a:t> Press </a:t>
            </a:r>
            <a:r>
              <a:rPr lang="en-BE" sz="1050" dirty="0" err="1"/>
              <a:t>Fn</a:t>
            </a:r>
            <a:r>
              <a:rPr lang="en-BE" sz="1600" dirty="0"/>
              <a:t> + </a:t>
            </a:r>
            <a:r>
              <a:rPr lang="en-BE" sz="1050" dirty="0"/>
              <a:t>F1</a:t>
            </a:r>
            <a:r>
              <a:rPr lang="en-BE" sz="1600" dirty="0"/>
              <a:t> or use </a:t>
            </a:r>
            <a:r>
              <a:rPr lang="en-BE" sz="1050" dirty="0" err="1"/>
              <a:t>Cmd</a:t>
            </a:r>
            <a:r>
              <a:rPr lang="en-BE" sz="1050" dirty="0"/>
              <a:t> (⌘)</a:t>
            </a:r>
            <a:r>
              <a:rPr lang="en-BE" sz="1600" dirty="0"/>
              <a:t> + </a:t>
            </a:r>
            <a:r>
              <a:rPr lang="en-BE" sz="1050" dirty="0"/>
              <a:t>Shift</a:t>
            </a:r>
            <a:r>
              <a:rPr lang="en-BE" sz="1600" dirty="0"/>
              <a:t> + </a:t>
            </a:r>
            <a:r>
              <a:rPr lang="en-BE" sz="1050" dirty="0"/>
              <a:t>P</a:t>
            </a:r>
            <a:endParaRPr lang="en-US" sz="1050" dirty="0"/>
          </a:p>
          <a:p>
            <a:pPr lvl="1"/>
            <a:r>
              <a:rPr lang="en-US" dirty="0"/>
              <a:t>Type “remote ssh” =&gt; see results</a:t>
            </a:r>
          </a:p>
          <a:p>
            <a:r>
              <a:rPr lang="en-US" dirty="0"/>
              <a:t>Try remote ssh connection</a:t>
            </a:r>
          </a:p>
          <a:p>
            <a:pPr marL="228804" lvl="1" indent="0">
              <a:buNone/>
            </a:pPr>
            <a:endParaRPr lang="en-US" dirty="0"/>
          </a:p>
        </p:txBody>
      </p:sp>
      <p:sp>
        <p:nvSpPr>
          <p:cNvPr id="6" name="Text Placeholder 5">
            <a:extLst>
              <a:ext uri="{FF2B5EF4-FFF2-40B4-BE49-F238E27FC236}">
                <a16:creationId xmlns:a16="http://schemas.microsoft.com/office/drawing/2014/main" id="{AEB6E9F7-6B31-6A8A-8628-F04467437474}"/>
              </a:ext>
            </a:extLst>
          </p:cNvPr>
          <p:cNvSpPr>
            <a:spLocks noGrp="1"/>
          </p:cNvSpPr>
          <p:nvPr>
            <p:ph type="body" idx="10"/>
          </p:nvPr>
        </p:nvSpPr>
        <p:spPr/>
        <p:txBody>
          <a:bodyPr/>
          <a:lstStyle/>
          <a:p>
            <a:r>
              <a:rPr lang="en-US" dirty="0"/>
              <a:t>steps</a:t>
            </a:r>
            <a:endParaRPr lang="en-BE" dirty="0"/>
          </a:p>
        </p:txBody>
      </p:sp>
      <p:sp>
        <p:nvSpPr>
          <p:cNvPr id="4" name="Footer Placeholder 3">
            <a:extLst>
              <a:ext uri="{FF2B5EF4-FFF2-40B4-BE49-F238E27FC236}">
                <a16:creationId xmlns:a16="http://schemas.microsoft.com/office/drawing/2014/main" id="{3AF4C640-3E7E-398E-3FF9-992BA14EBFF6}"/>
              </a:ext>
            </a:extLst>
          </p:cNvPr>
          <p:cNvSpPr>
            <a:spLocks noGrp="1"/>
          </p:cNvSpPr>
          <p:nvPr>
            <p:ph type="ftr" sz="quarter" idx="3"/>
          </p:nvPr>
        </p:nvSpPr>
        <p:spPr/>
        <p:txBody>
          <a:bodyPr/>
          <a:lstStyle/>
          <a:p>
            <a:r>
              <a:rPr lang="en-US" dirty="0"/>
              <a:t>© 2023 NetApp, Inc. All rights reserved.  — NETAPP CONFIDENTIAL — </a:t>
            </a:r>
          </a:p>
        </p:txBody>
      </p:sp>
      <p:pic>
        <p:nvPicPr>
          <p:cNvPr id="11" name="Picture 10">
            <a:extLst>
              <a:ext uri="{FF2B5EF4-FFF2-40B4-BE49-F238E27FC236}">
                <a16:creationId xmlns:a16="http://schemas.microsoft.com/office/drawing/2014/main" id="{8901A6B4-D8F4-6EC8-B5EE-4E3E703BA2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8150" y="388053"/>
            <a:ext cx="552527" cy="3372321"/>
          </a:xfrm>
          <a:prstGeom prst="rect">
            <a:avLst/>
          </a:prstGeom>
        </p:spPr>
      </p:pic>
      <p:sp>
        <p:nvSpPr>
          <p:cNvPr id="16" name="TextBox 15">
            <a:extLst>
              <a:ext uri="{FF2B5EF4-FFF2-40B4-BE49-F238E27FC236}">
                <a16:creationId xmlns:a16="http://schemas.microsoft.com/office/drawing/2014/main" id="{A820B142-2308-BA0E-7E02-7425E420B006}"/>
              </a:ext>
            </a:extLst>
          </p:cNvPr>
          <p:cNvSpPr txBox="1"/>
          <p:nvPr/>
        </p:nvSpPr>
        <p:spPr>
          <a:xfrm>
            <a:off x="8114669" y="457200"/>
            <a:ext cx="3809999" cy="3283976"/>
          </a:xfrm>
          <a:prstGeom prst="rect">
            <a:avLst/>
          </a:prstGeom>
        </p:spPr>
        <p:txBody>
          <a:bodyPr vert="horz" wrap="squar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3200" b="0" i="0" u="none" strike="noStrike" kern="1200" cap="none" spc="0" normalizeH="0" baseline="0" noProof="0" dirty="0">
                <a:ln>
                  <a:noFill/>
                </a:ln>
                <a:solidFill>
                  <a:schemeClr val="bg1"/>
                </a:solidFill>
                <a:effectLst/>
                <a:uLnTx/>
                <a:uFillTx/>
                <a:latin typeface="+mn-lt"/>
              </a:rPr>
              <a:t>File explorer</a:t>
            </a:r>
          </a:p>
          <a:p>
            <a:pPr marR="0" algn="l" defTabSz="914400" rtl="0" eaLnBrk="1" fontAlgn="auto" latinLnBrk="0" hangingPunct="1">
              <a:lnSpc>
                <a:spcPct val="95000"/>
              </a:lnSpc>
              <a:spcBef>
                <a:spcPts val="400"/>
              </a:spcBef>
              <a:spcAft>
                <a:spcPts val="200"/>
              </a:spcAft>
              <a:buClr>
                <a:schemeClr val="accent1"/>
              </a:buClr>
              <a:buSzTx/>
              <a:tabLst/>
            </a:pPr>
            <a:r>
              <a:rPr lang="en-US" sz="3200" dirty="0">
                <a:solidFill>
                  <a:schemeClr val="bg1"/>
                </a:solidFill>
              </a:rPr>
              <a:t>Search</a:t>
            </a:r>
          </a:p>
          <a:p>
            <a:pPr marR="0" algn="l" defTabSz="914400" rtl="0" eaLnBrk="1" fontAlgn="auto" latinLnBrk="0" hangingPunct="1">
              <a:lnSpc>
                <a:spcPct val="95000"/>
              </a:lnSpc>
              <a:spcBef>
                <a:spcPts val="400"/>
              </a:spcBef>
              <a:spcAft>
                <a:spcPts val="200"/>
              </a:spcAft>
              <a:buClr>
                <a:schemeClr val="accent1"/>
              </a:buClr>
              <a:buSzTx/>
              <a:tabLst/>
            </a:pPr>
            <a:r>
              <a:rPr kumimoji="0" lang="en-US" sz="3200" b="0" i="0" u="none" strike="noStrike" kern="1200" cap="none" spc="0" normalizeH="0" baseline="0" noProof="0" dirty="0">
                <a:ln>
                  <a:noFill/>
                </a:ln>
                <a:solidFill>
                  <a:schemeClr val="bg1"/>
                </a:solidFill>
                <a:effectLst/>
                <a:uLnTx/>
                <a:uFillTx/>
                <a:latin typeface="+mn-lt"/>
              </a:rPr>
              <a:t>Git</a:t>
            </a:r>
          </a:p>
          <a:p>
            <a:pPr marR="0" algn="l" defTabSz="914400" rtl="0" eaLnBrk="1" fontAlgn="auto" latinLnBrk="0" hangingPunct="1">
              <a:lnSpc>
                <a:spcPct val="95000"/>
              </a:lnSpc>
              <a:spcBef>
                <a:spcPts val="400"/>
              </a:spcBef>
              <a:spcAft>
                <a:spcPts val="200"/>
              </a:spcAft>
              <a:buClr>
                <a:schemeClr val="accent1"/>
              </a:buClr>
              <a:buSzTx/>
              <a:tabLst/>
            </a:pPr>
            <a:r>
              <a:rPr lang="en-US" sz="3200" dirty="0">
                <a:solidFill>
                  <a:schemeClr val="bg1"/>
                </a:solidFill>
              </a:rPr>
              <a:t>Debug</a:t>
            </a:r>
          </a:p>
          <a:p>
            <a:pPr marR="0" algn="l" defTabSz="914400" rtl="0" eaLnBrk="1" fontAlgn="auto" latinLnBrk="0" hangingPunct="1">
              <a:lnSpc>
                <a:spcPct val="95000"/>
              </a:lnSpc>
              <a:spcBef>
                <a:spcPts val="400"/>
              </a:spcBef>
              <a:spcAft>
                <a:spcPts val="200"/>
              </a:spcAft>
              <a:buClr>
                <a:schemeClr val="accent1"/>
              </a:buClr>
              <a:buSzTx/>
              <a:tabLst/>
            </a:pPr>
            <a:r>
              <a:rPr kumimoji="0" lang="en-US" sz="3200" b="0" i="0" u="none" strike="noStrike" kern="1200" cap="none" spc="0" normalizeH="0" baseline="0" noProof="0" dirty="0">
                <a:ln>
                  <a:noFill/>
                </a:ln>
                <a:solidFill>
                  <a:schemeClr val="bg1"/>
                </a:solidFill>
                <a:effectLst/>
                <a:uLnTx/>
                <a:uFillTx/>
                <a:latin typeface="+mn-lt"/>
              </a:rPr>
              <a:t>Remote Ssh</a:t>
            </a:r>
          </a:p>
          <a:p>
            <a:pPr marR="0" algn="l" defTabSz="914400" rtl="0" eaLnBrk="1" fontAlgn="auto" latinLnBrk="0" hangingPunct="1">
              <a:lnSpc>
                <a:spcPct val="95000"/>
              </a:lnSpc>
              <a:spcBef>
                <a:spcPts val="400"/>
              </a:spcBef>
              <a:spcAft>
                <a:spcPts val="200"/>
              </a:spcAft>
              <a:buClr>
                <a:schemeClr val="accent1"/>
              </a:buClr>
              <a:buSzTx/>
              <a:tabLst/>
            </a:pPr>
            <a:r>
              <a:rPr lang="en-US" sz="3200" dirty="0">
                <a:solidFill>
                  <a:schemeClr val="bg1"/>
                </a:solidFill>
              </a:rPr>
              <a:t>Extensions</a:t>
            </a:r>
            <a:endParaRPr kumimoji="0" lang="en-BE" sz="3200" b="0" i="0" u="none" strike="noStrike" kern="1200" cap="none" spc="0" normalizeH="0" baseline="0" noProof="0" dirty="0">
              <a:ln>
                <a:noFill/>
              </a:ln>
              <a:solidFill>
                <a:schemeClr val="bg1"/>
              </a:solidFill>
              <a:effectLst/>
              <a:uLnTx/>
              <a:uFillTx/>
              <a:latin typeface="+mn-lt"/>
            </a:endParaRPr>
          </a:p>
        </p:txBody>
      </p:sp>
      <p:pic>
        <p:nvPicPr>
          <p:cNvPr id="20" name="Picture 19">
            <a:extLst>
              <a:ext uri="{FF2B5EF4-FFF2-40B4-BE49-F238E27FC236}">
                <a16:creationId xmlns:a16="http://schemas.microsoft.com/office/drawing/2014/main" id="{320984E2-7C83-8B77-BCF8-FA6AAF9382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6050" y="3873818"/>
            <a:ext cx="4067743" cy="1209844"/>
          </a:xfrm>
          <a:prstGeom prst="rect">
            <a:avLst/>
          </a:prstGeom>
        </p:spPr>
      </p:pic>
      <p:cxnSp>
        <p:nvCxnSpPr>
          <p:cNvPr id="22" name="Straight Arrow Connector 21">
            <a:extLst>
              <a:ext uri="{FF2B5EF4-FFF2-40B4-BE49-F238E27FC236}">
                <a16:creationId xmlns:a16="http://schemas.microsoft.com/office/drawing/2014/main" id="{A5181EDA-39BC-885D-9C67-66756DD33221}"/>
              </a:ext>
            </a:extLst>
          </p:cNvPr>
          <p:cNvCxnSpPr/>
          <p:nvPr/>
        </p:nvCxnSpPr>
        <p:spPr>
          <a:xfrm flipV="1">
            <a:off x="10210800" y="4890865"/>
            <a:ext cx="533400" cy="650877"/>
          </a:xfrm>
          <a:prstGeom prst="straightConnector1">
            <a:avLst/>
          </a:prstGeom>
          <a:ln w="76200">
            <a:tailEnd type="triangle"/>
          </a:ln>
        </p:spPr>
        <p:style>
          <a:lnRef idx="1">
            <a:schemeClr val="accent5"/>
          </a:lnRef>
          <a:fillRef idx="0">
            <a:schemeClr val="accent5"/>
          </a:fillRef>
          <a:effectRef idx="0">
            <a:schemeClr val="accent5"/>
          </a:effectRef>
          <a:fontRef idx="minor">
            <a:schemeClr val="tx1"/>
          </a:fontRef>
        </p:style>
      </p:cxnSp>
      <p:sp>
        <p:nvSpPr>
          <p:cNvPr id="23" name="TextBox 22">
            <a:extLst>
              <a:ext uri="{FF2B5EF4-FFF2-40B4-BE49-F238E27FC236}">
                <a16:creationId xmlns:a16="http://schemas.microsoft.com/office/drawing/2014/main" id="{20E66E9D-134B-CA04-9E88-62F914918AB7}"/>
              </a:ext>
            </a:extLst>
          </p:cNvPr>
          <p:cNvSpPr txBox="1"/>
          <p:nvPr/>
        </p:nvSpPr>
        <p:spPr>
          <a:xfrm>
            <a:off x="4296122" y="4723213"/>
            <a:ext cx="4743606" cy="1733295"/>
          </a:xfrm>
          <a:prstGeom prst="rect">
            <a:avLst/>
          </a:prstGeom>
        </p:spPr>
        <p:txBody>
          <a:bodyPr vert="horz" wrap="none" lIns="91440" tIns="45720" rIns="91440" bIns="45720" rtlCol="0" anchor="t">
            <a:spAutoFit/>
          </a:bodyPr>
          <a:lstStyle/>
          <a:p>
            <a:r>
              <a:rPr lang="en-BE" dirty="0">
                <a:solidFill>
                  <a:schemeClr val="accent3"/>
                </a:solidFill>
                <a:latin typeface="Consolas" panose="020B0609020204030204" pitchFamily="49" charset="0"/>
              </a:rPr>
              <a:t>Host </a:t>
            </a:r>
            <a:r>
              <a:rPr lang="en-US" dirty="0" err="1">
                <a:solidFill>
                  <a:schemeClr val="accent3"/>
                </a:solidFill>
                <a:latin typeface="Consolas" panose="020B0609020204030204" pitchFamily="49" charset="0"/>
              </a:rPr>
              <a:t>myname</a:t>
            </a:r>
            <a:endParaRPr lang="en-BE" dirty="0">
              <a:solidFill>
                <a:schemeClr val="accent3"/>
              </a:solidFill>
              <a:latin typeface="Consolas" panose="020B0609020204030204" pitchFamily="49" charset="0"/>
            </a:endParaRPr>
          </a:p>
          <a:p>
            <a:r>
              <a:rPr lang="en-BE" dirty="0">
                <a:solidFill>
                  <a:schemeClr val="accent3"/>
                </a:solidFill>
                <a:latin typeface="Consolas" panose="020B0609020204030204" pitchFamily="49" charset="0"/>
              </a:rPr>
              <a:t>  </a:t>
            </a:r>
            <a:r>
              <a:rPr lang="en-BE" dirty="0" err="1">
                <a:solidFill>
                  <a:schemeClr val="accent3"/>
                </a:solidFill>
                <a:latin typeface="Consolas" panose="020B0609020204030204" pitchFamily="49" charset="0"/>
              </a:rPr>
              <a:t>HostName</a:t>
            </a:r>
            <a:r>
              <a:rPr lang="en-BE" dirty="0">
                <a:solidFill>
                  <a:schemeClr val="accent3"/>
                </a:solidFill>
                <a:latin typeface="Consolas" panose="020B0609020204030204" pitchFamily="49" charset="0"/>
              </a:rPr>
              <a:t> </a:t>
            </a:r>
            <a:r>
              <a:rPr lang="en-US" dirty="0">
                <a:solidFill>
                  <a:schemeClr val="accent3"/>
                </a:solidFill>
                <a:latin typeface="Consolas" panose="020B0609020204030204" pitchFamily="49" charset="0"/>
              </a:rPr>
              <a:t>172.16.123.x</a:t>
            </a:r>
            <a:endParaRPr lang="en-BE" dirty="0">
              <a:solidFill>
                <a:schemeClr val="accent3"/>
              </a:solidFill>
              <a:latin typeface="Consolas" panose="020B0609020204030204" pitchFamily="49" charset="0"/>
            </a:endParaRPr>
          </a:p>
          <a:p>
            <a:r>
              <a:rPr lang="en-BE" dirty="0">
                <a:solidFill>
                  <a:schemeClr val="accent3"/>
                </a:solidFill>
                <a:latin typeface="Consolas" panose="020B0609020204030204" pitchFamily="49" charset="0"/>
              </a:rPr>
              <a:t>  User root</a:t>
            </a:r>
            <a:r>
              <a:rPr lang="en-US" dirty="0">
                <a:solidFill>
                  <a:schemeClr val="accent3"/>
                </a:solidFill>
                <a:latin typeface="Consolas" panose="020B0609020204030204" pitchFamily="49" charset="0"/>
              </a:rPr>
              <a:t> (or other)</a:t>
            </a:r>
            <a:endParaRPr lang="en-BE" dirty="0">
              <a:solidFill>
                <a:schemeClr val="accent3"/>
              </a:solidFill>
              <a:latin typeface="Consolas" panose="020B0609020204030204" pitchFamily="49" charset="0"/>
            </a:endParaRPr>
          </a:p>
          <a:p>
            <a:r>
              <a:rPr lang="en-BE" dirty="0">
                <a:solidFill>
                  <a:schemeClr val="accent3"/>
                </a:solidFill>
                <a:latin typeface="Consolas" panose="020B0609020204030204" pitchFamily="49" charset="0"/>
              </a:rPr>
              <a:t>  </a:t>
            </a:r>
            <a:r>
              <a:rPr lang="en-BE" dirty="0" err="1">
                <a:solidFill>
                  <a:schemeClr val="accent3"/>
                </a:solidFill>
                <a:latin typeface="Consolas" panose="020B0609020204030204" pitchFamily="49" charset="0"/>
              </a:rPr>
              <a:t>IdentityFile</a:t>
            </a:r>
            <a:r>
              <a:rPr lang="en-BE" dirty="0">
                <a:solidFill>
                  <a:schemeClr val="accent3"/>
                </a:solidFill>
                <a:latin typeface="Consolas" panose="020B0609020204030204" pitchFamily="49" charset="0"/>
              </a:rPr>
              <a:t> "</a:t>
            </a:r>
            <a:r>
              <a:rPr lang="en-US" dirty="0">
                <a:solidFill>
                  <a:schemeClr val="accent3"/>
                </a:solidFill>
                <a:latin typeface="Consolas" panose="020B0609020204030204" pitchFamily="49" charset="0"/>
              </a:rPr>
              <a:t>~</a:t>
            </a:r>
            <a:r>
              <a:rPr lang="en-BE" dirty="0">
                <a:solidFill>
                  <a:schemeClr val="accent3"/>
                </a:solidFill>
                <a:latin typeface="Consolas" panose="020B0609020204030204" pitchFamily="49" charset="0"/>
              </a:rPr>
              <a:t>/.ssh/id_rsa_mirko"</a:t>
            </a:r>
          </a:p>
          <a:p>
            <a:r>
              <a:rPr lang="en-BE" dirty="0">
                <a:solidFill>
                  <a:schemeClr val="accent3"/>
                </a:solidFill>
                <a:latin typeface="Consolas" panose="020B0609020204030204" pitchFamily="49" charset="0"/>
              </a:rPr>
              <a:t>  </a:t>
            </a:r>
            <a:r>
              <a:rPr lang="en-BE" dirty="0" err="1">
                <a:solidFill>
                  <a:schemeClr val="accent3"/>
                </a:solidFill>
                <a:latin typeface="Consolas" panose="020B0609020204030204" pitchFamily="49" charset="0"/>
              </a:rPr>
              <a:t>IdentitiesOnly</a:t>
            </a:r>
            <a:r>
              <a:rPr lang="en-BE" dirty="0">
                <a:solidFill>
                  <a:schemeClr val="accent3"/>
                </a:solidFill>
                <a:latin typeface="Consolas" panose="020B0609020204030204" pitchFamily="49" charset="0"/>
              </a:rPr>
              <a:t> yes</a:t>
            </a:r>
          </a:p>
          <a:p>
            <a:pPr marR="0" algn="l" defTabSz="914400" rtl="0" eaLnBrk="1" fontAlgn="auto" latinLnBrk="0" hangingPunct="1">
              <a:lnSpc>
                <a:spcPct val="95000"/>
              </a:lnSpc>
              <a:spcBef>
                <a:spcPts val="400"/>
              </a:spcBef>
              <a:spcAft>
                <a:spcPts val="200"/>
              </a:spcAft>
              <a:buClr>
                <a:schemeClr val="accent1"/>
              </a:buClr>
              <a:buSzTx/>
              <a:tabLst/>
            </a:pPr>
            <a:endParaRPr kumimoji="0" lang="en-BE" sz="1400" b="0" i="0" u="none" strike="noStrike" kern="1200" cap="none" spc="0" normalizeH="0" baseline="0" noProof="0" dirty="0">
              <a:ln>
                <a:noFill/>
              </a:ln>
              <a:solidFill>
                <a:schemeClr val="accent3"/>
              </a:solidFill>
              <a:effectLst/>
              <a:uLnTx/>
              <a:uFillTx/>
              <a:latin typeface="Consolas" panose="020B0609020204030204" pitchFamily="49" charset="0"/>
            </a:endParaRPr>
          </a:p>
        </p:txBody>
      </p:sp>
      <p:pic>
        <p:nvPicPr>
          <p:cNvPr id="25" name="Picture 24">
            <a:extLst>
              <a:ext uri="{FF2B5EF4-FFF2-40B4-BE49-F238E27FC236}">
                <a16:creationId xmlns:a16="http://schemas.microsoft.com/office/drawing/2014/main" id="{D5FFE7F6-8DB5-84E2-446D-F193A2E1E6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67507" y="5285302"/>
            <a:ext cx="5287402" cy="553793"/>
          </a:xfrm>
          <a:prstGeom prst="rect">
            <a:avLst/>
          </a:prstGeom>
        </p:spPr>
      </p:pic>
      <p:cxnSp>
        <p:nvCxnSpPr>
          <p:cNvPr id="26" name="Straight Arrow Connector 25">
            <a:extLst>
              <a:ext uri="{FF2B5EF4-FFF2-40B4-BE49-F238E27FC236}">
                <a16:creationId xmlns:a16="http://schemas.microsoft.com/office/drawing/2014/main" id="{56D85245-E268-BCF3-B2CE-F80E5789E9CA}"/>
              </a:ext>
            </a:extLst>
          </p:cNvPr>
          <p:cNvCxnSpPr/>
          <p:nvPr/>
        </p:nvCxnSpPr>
        <p:spPr>
          <a:xfrm flipV="1">
            <a:off x="2671072" y="5674366"/>
            <a:ext cx="533400" cy="650877"/>
          </a:xfrm>
          <a:prstGeom prst="straightConnector1">
            <a:avLst/>
          </a:prstGeom>
          <a:ln w="76200">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2586804238"/>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3285D-4396-DB26-E5B1-91673E6F29F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5419D6A-B1EF-5D81-F175-D7D7EB058943}"/>
              </a:ext>
            </a:extLst>
          </p:cNvPr>
          <p:cNvSpPr>
            <a:spLocks noGrp="1"/>
          </p:cNvSpPr>
          <p:nvPr>
            <p:ph type="title"/>
          </p:nvPr>
        </p:nvSpPr>
        <p:spPr/>
        <p:txBody>
          <a:bodyPr/>
          <a:lstStyle/>
          <a:p>
            <a:r>
              <a:rPr lang="en-US" dirty="0"/>
              <a:t>Setup </a:t>
            </a:r>
            <a:r>
              <a:rPr lang="en-US" dirty="0" err="1"/>
              <a:t>vscode</a:t>
            </a:r>
            <a:endParaRPr lang="en-BE" dirty="0"/>
          </a:p>
        </p:txBody>
      </p:sp>
      <p:sp>
        <p:nvSpPr>
          <p:cNvPr id="7" name="Content Placeholder 6">
            <a:extLst>
              <a:ext uri="{FF2B5EF4-FFF2-40B4-BE49-F238E27FC236}">
                <a16:creationId xmlns:a16="http://schemas.microsoft.com/office/drawing/2014/main" id="{E1A29465-4BD8-D650-A7C1-A35D13A853EB}"/>
              </a:ext>
            </a:extLst>
          </p:cNvPr>
          <p:cNvSpPr>
            <a:spLocks noGrp="1"/>
          </p:cNvSpPr>
          <p:nvPr>
            <p:ph sz="quarter" idx="14"/>
          </p:nvPr>
        </p:nvSpPr>
        <p:spPr>
          <a:xfrm>
            <a:off x="263031" y="1733552"/>
            <a:ext cx="5756769" cy="4514847"/>
          </a:xfrm>
        </p:spPr>
        <p:txBody>
          <a:bodyPr/>
          <a:lstStyle/>
          <a:p>
            <a:pPr lvl="1"/>
            <a:r>
              <a:rPr lang="en-US" sz="2400" dirty="0"/>
              <a:t>Open Folder (use your ~/course)</a:t>
            </a:r>
          </a:p>
          <a:p>
            <a:pPr lvl="1"/>
            <a:r>
              <a:rPr lang="en-US" sz="2400" dirty="0"/>
              <a:t>Trust and follow prompts if needed</a:t>
            </a:r>
          </a:p>
          <a:p>
            <a:pPr lvl="1"/>
            <a:r>
              <a:rPr lang="en-US" sz="2400" dirty="0"/>
              <a:t>Open a terminal window</a:t>
            </a:r>
          </a:p>
          <a:p>
            <a:pPr lvl="1"/>
            <a:endParaRPr lang="en-US" sz="2400" dirty="0"/>
          </a:p>
          <a:p>
            <a:pPr lvl="1"/>
            <a:r>
              <a:rPr lang="en-US" sz="2400" dirty="0"/>
              <a:t>Explore you really are working on your </a:t>
            </a:r>
            <a:r>
              <a:rPr lang="en-US" sz="2400" dirty="0" err="1"/>
              <a:t>linux</a:t>
            </a:r>
            <a:r>
              <a:rPr lang="en-US" sz="2400" dirty="0"/>
              <a:t> </a:t>
            </a:r>
            <a:r>
              <a:rPr lang="en-US" sz="2400" dirty="0" err="1"/>
              <a:t>vm</a:t>
            </a:r>
            <a:endParaRPr lang="en-US" sz="2400" dirty="0"/>
          </a:p>
          <a:p>
            <a:pPr lvl="1"/>
            <a:endParaRPr lang="en-US" sz="2400" dirty="0"/>
          </a:p>
          <a:p>
            <a:pPr lvl="1"/>
            <a:r>
              <a:rPr lang="en-US" sz="2400" dirty="0"/>
              <a:t>Check </a:t>
            </a:r>
            <a:r>
              <a:rPr lang="en-US" sz="2400" dirty="0">
                <a:solidFill>
                  <a:schemeClr val="accent3"/>
                </a:solidFill>
              </a:rPr>
              <a:t>python3 --version</a:t>
            </a:r>
          </a:p>
          <a:p>
            <a:pPr lvl="1"/>
            <a:r>
              <a:rPr lang="en-US" sz="2400" dirty="0"/>
              <a:t>Check </a:t>
            </a:r>
            <a:r>
              <a:rPr lang="en-US" sz="2400" dirty="0">
                <a:solidFill>
                  <a:schemeClr val="accent3"/>
                </a:solidFill>
              </a:rPr>
              <a:t>ansible –version</a:t>
            </a:r>
          </a:p>
          <a:p>
            <a:pPr lvl="1"/>
            <a:r>
              <a:rPr lang="en-US" sz="2400" dirty="0"/>
              <a:t>Check connection to the others</a:t>
            </a:r>
          </a:p>
          <a:p>
            <a:pPr marL="228804" lvl="1" indent="0">
              <a:buNone/>
            </a:pPr>
            <a:endParaRPr lang="en-US" dirty="0"/>
          </a:p>
          <a:p>
            <a:pPr lvl="1"/>
            <a:endParaRPr lang="en-US" dirty="0"/>
          </a:p>
          <a:p>
            <a:pPr lvl="1"/>
            <a:endParaRPr lang="en-US" dirty="0"/>
          </a:p>
        </p:txBody>
      </p:sp>
      <p:sp>
        <p:nvSpPr>
          <p:cNvPr id="6" name="Text Placeholder 5">
            <a:extLst>
              <a:ext uri="{FF2B5EF4-FFF2-40B4-BE49-F238E27FC236}">
                <a16:creationId xmlns:a16="http://schemas.microsoft.com/office/drawing/2014/main" id="{2BDA477E-A9B0-A334-F107-06647928212A}"/>
              </a:ext>
            </a:extLst>
          </p:cNvPr>
          <p:cNvSpPr>
            <a:spLocks noGrp="1"/>
          </p:cNvSpPr>
          <p:nvPr>
            <p:ph type="body" idx="10"/>
          </p:nvPr>
        </p:nvSpPr>
        <p:spPr/>
        <p:txBody>
          <a:bodyPr/>
          <a:lstStyle/>
          <a:p>
            <a:r>
              <a:rPr lang="en-US" dirty="0"/>
              <a:t>steps</a:t>
            </a:r>
            <a:endParaRPr lang="en-BE" dirty="0"/>
          </a:p>
        </p:txBody>
      </p:sp>
      <p:sp>
        <p:nvSpPr>
          <p:cNvPr id="4" name="Footer Placeholder 3">
            <a:extLst>
              <a:ext uri="{FF2B5EF4-FFF2-40B4-BE49-F238E27FC236}">
                <a16:creationId xmlns:a16="http://schemas.microsoft.com/office/drawing/2014/main" id="{42B53065-0E50-446E-BE03-3CBB5F77BAB9}"/>
              </a:ext>
            </a:extLst>
          </p:cNvPr>
          <p:cNvSpPr>
            <a:spLocks noGrp="1"/>
          </p:cNvSpPr>
          <p:nvPr>
            <p:ph type="ftr" sz="quarter" idx="3"/>
          </p:nvPr>
        </p:nvSpPr>
        <p:spPr/>
        <p:txBody>
          <a:bodyPr/>
          <a:lstStyle/>
          <a:p>
            <a:r>
              <a:rPr lang="en-US" dirty="0"/>
              <a:t>© 2023 NetApp, Inc. All rights reserved.  — NETAPP CONFIDENTIAL — </a:t>
            </a:r>
          </a:p>
        </p:txBody>
      </p:sp>
      <p:pic>
        <p:nvPicPr>
          <p:cNvPr id="10" name="Picture 9">
            <a:extLst>
              <a:ext uri="{FF2B5EF4-FFF2-40B4-BE49-F238E27FC236}">
                <a16:creationId xmlns:a16="http://schemas.microsoft.com/office/drawing/2014/main" id="{7138B11E-93BF-6BF4-6D0A-5B92E4CB30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0" y="573618"/>
            <a:ext cx="3715268" cy="876422"/>
          </a:xfrm>
          <a:prstGeom prst="rect">
            <a:avLst/>
          </a:prstGeom>
        </p:spPr>
      </p:pic>
      <p:pic>
        <p:nvPicPr>
          <p:cNvPr id="13" name="Picture 12">
            <a:extLst>
              <a:ext uri="{FF2B5EF4-FFF2-40B4-BE49-F238E27FC236}">
                <a16:creationId xmlns:a16="http://schemas.microsoft.com/office/drawing/2014/main" id="{527F458C-AFA8-99E6-DCED-DA5EEA7EE8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4982" y="1539542"/>
            <a:ext cx="2868344" cy="999574"/>
          </a:xfrm>
          <a:prstGeom prst="rect">
            <a:avLst/>
          </a:prstGeom>
        </p:spPr>
      </p:pic>
      <p:pic>
        <p:nvPicPr>
          <p:cNvPr id="15" name="Picture 14">
            <a:extLst>
              <a:ext uri="{FF2B5EF4-FFF2-40B4-BE49-F238E27FC236}">
                <a16:creationId xmlns:a16="http://schemas.microsoft.com/office/drawing/2014/main" id="{D8E2D203-D03F-1C9D-72B5-784B4942F2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26313" y="2592500"/>
            <a:ext cx="3781953" cy="704948"/>
          </a:xfrm>
          <a:prstGeom prst="rect">
            <a:avLst/>
          </a:prstGeom>
        </p:spPr>
      </p:pic>
    </p:spTree>
    <p:extLst>
      <p:ext uri="{BB962C8B-B14F-4D97-AF65-F5344CB8AC3E}">
        <p14:creationId xmlns:p14="http://schemas.microsoft.com/office/powerpoint/2010/main" val="2776016104"/>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D7138-DF6A-0391-CB4A-92B88B75309A}"/>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2B3D5E83-04C6-F163-4AF1-D6B621D2C3BA}"/>
              </a:ext>
            </a:extLst>
          </p:cNvPr>
          <p:cNvSpPr>
            <a:spLocks noGrp="1"/>
          </p:cNvSpPr>
          <p:nvPr>
            <p:ph type="body" sz="quarter" idx="10"/>
          </p:nvPr>
        </p:nvSpPr>
        <p:spPr/>
        <p:txBody>
          <a:bodyPr/>
          <a:lstStyle/>
          <a:p>
            <a:r>
              <a:rPr lang="en-US" dirty="0"/>
              <a:t>Setup env</a:t>
            </a:r>
            <a:endParaRPr lang="en-BE" dirty="0"/>
          </a:p>
        </p:txBody>
      </p:sp>
      <p:sp>
        <p:nvSpPr>
          <p:cNvPr id="6" name="Title 5">
            <a:extLst>
              <a:ext uri="{FF2B5EF4-FFF2-40B4-BE49-F238E27FC236}">
                <a16:creationId xmlns:a16="http://schemas.microsoft.com/office/drawing/2014/main" id="{4A388CE0-3EC8-76C9-D473-233723544F74}"/>
              </a:ext>
            </a:extLst>
          </p:cNvPr>
          <p:cNvSpPr>
            <a:spLocks noGrp="1"/>
          </p:cNvSpPr>
          <p:nvPr>
            <p:ph type="ctrTitle"/>
          </p:nvPr>
        </p:nvSpPr>
        <p:spPr/>
        <p:txBody>
          <a:bodyPr/>
          <a:lstStyle/>
          <a:p>
            <a:r>
              <a:rPr lang="en-US" dirty="0"/>
              <a:t>Setup Git</a:t>
            </a:r>
            <a:endParaRPr lang="en-BE" dirty="0"/>
          </a:p>
        </p:txBody>
      </p:sp>
      <p:sp>
        <p:nvSpPr>
          <p:cNvPr id="5" name="Footer Placeholder 4">
            <a:extLst>
              <a:ext uri="{FF2B5EF4-FFF2-40B4-BE49-F238E27FC236}">
                <a16:creationId xmlns:a16="http://schemas.microsoft.com/office/drawing/2014/main" id="{FC6E0623-C9F8-5406-D202-A85CCD961F27}"/>
              </a:ext>
            </a:extLst>
          </p:cNvPr>
          <p:cNvSpPr>
            <a:spLocks noGrp="1"/>
          </p:cNvSpPr>
          <p:nvPr>
            <p:ph type="ftr" sz="quarter" idx="3"/>
          </p:nvPr>
        </p:nvSpPr>
        <p:spPr/>
        <p:txBody>
          <a:bodyPr/>
          <a:lstStyle/>
          <a:p>
            <a:r>
              <a:rPr lang="en-US"/>
              <a:t>© 2023 NetApp, Inc. All rights reserved.  — NETAPP CONFIDENTIAL — </a:t>
            </a:r>
            <a:endParaRPr lang="en-US" dirty="0"/>
          </a:p>
        </p:txBody>
      </p:sp>
    </p:spTree>
    <p:extLst>
      <p:ext uri="{BB962C8B-B14F-4D97-AF65-F5344CB8AC3E}">
        <p14:creationId xmlns:p14="http://schemas.microsoft.com/office/powerpoint/2010/main" val="2231948563"/>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D29BC08-804C-36C2-842B-760D67C1D40A}"/>
              </a:ext>
            </a:extLst>
          </p:cNvPr>
          <p:cNvSpPr>
            <a:spLocks noGrp="1"/>
          </p:cNvSpPr>
          <p:nvPr>
            <p:ph type="title"/>
          </p:nvPr>
        </p:nvSpPr>
        <p:spPr/>
        <p:txBody>
          <a:bodyPr/>
          <a:lstStyle/>
          <a:p>
            <a:r>
              <a:rPr lang="en-US" dirty="0"/>
              <a:t>Git flow</a:t>
            </a:r>
            <a:endParaRPr lang="en-BE" dirty="0"/>
          </a:p>
        </p:txBody>
      </p:sp>
      <p:sp>
        <p:nvSpPr>
          <p:cNvPr id="6" name="Text Placeholder 5">
            <a:extLst>
              <a:ext uri="{FF2B5EF4-FFF2-40B4-BE49-F238E27FC236}">
                <a16:creationId xmlns:a16="http://schemas.microsoft.com/office/drawing/2014/main" id="{64AD4485-048E-C5B0-5CAC-EC82BFD109D7}"/>
              </a:ext>
            </a:extLst>
          </p:cNvPr>
          <p:cNvSpPr>
            <a:spLocks noGrp="1"/>
          </p:cNvSpPr>
          <p:nvPr>
            <p:ph type="body" idx="10"/>
          </p:nvPr>
        </p:nvSpPr>
        <p:spPr/>
        <p:txBody>
          <a:bodyPr/>
          <a:lstStyle/>
          <a:p>
            <a:r>
              <a:rPr lang="en-US" dirty="0"/>
              <a:t>Actions</a:t>
            </a:r>
            <a:endParaRPr lang="en-BE" dirty="0"/>
          </a:p>
        </p:txBody>
      </p:sp>
      <p:sp>
        <p:nvSpPr>
          <p:cNvPr id="4" name="Footer Placeholder 3">
            <a:extLst>
              <a:ext uri="{FF2B5EF4-FFF2-40B4-BE49-F238E27FC236}">
                <a16:creationId xmlns:a16="http://schemas.microsoft.com/office/drawing/2014/main" id="{0726A265-F412-2E9C-9682-5AC46BDC547A}"/>
              </a:ext>
            </a:extLst>
          </p:cNvPr>
          <p:cNvSpPr>
            <a:spLocks noGrp="1"/>
          </p:cNvSpPr>
          <p:nvPr>
            <p:ph type="ftr" sz="quarter" idx="3"/>
          </p:nvPr>
        </p:nvSpPr>
        <p:spPr/>
        <p:txBody>
          <a:bodyPr/>
          <a:lstStyle/>
          <a:p>
            <a:r>
              <a:rPr lang="en-US"/>
              <a:t>© 2023 NetApp, Inc. All rights reserved.  — NETAPP CONFIDENTIAL — </a:t>
            </a:r>
            <a:endParaRPr lang="en-US" dirty="0"/>
          </a:p>
        </p:txBody>
      </p:sp>
      <p:pic>
        <p:nvPicPr>
          <p:cNvPr id="8" name="Picture 7">
            <a:extLst>
              <a:ext uri="{FF2B5EF4-FFF2-40B4-BE49-F238E27FC236}">
                <a16:creationId xmlns:a16="http://schemas.microsoft.com/office/drawing/2014/main" id="{A685E5C3-3001-1F10-FC41-2F8DC683A250}"/>
              </a:ext>
            </a:extLst>
          </p:cNvPr>
          <p:cNvPicPr>
            <a:picLocks noChangeAspect="1"/>
          </p:cNvPicPr>
          <p:nvPr/>
        </p:nvPicPr>
        <p:blipFill>
          <a:blip r:embed="rId2"/>
          <a:stretch>
            <a:fillRect/>
          </a:stretch>
        </p:blipFill>
        <p:spPr>
          <a:xfrm>
            <a:off x="285665" y="1700640"/>
            <a:ext cx="5229955" cy="4410691"/>
          </a:xfrm>
          <a:prstGeom prst="rect">
            <a:avLst/>
          </a:prstGeom>
        </p:spPr>
      </p:pic>
    </p:spTree>
    <p:extLst>
      <p:ext uri="{BB962C8B-B14F-4D97-AF65-F5344CB8AC3E}">
        <p14:creationId xmlns:p14="http://schemas.microsoft.com/office/powerpoint/2010/main" val="878351209"/>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15AFD-B6EC-B814-7ED3-5528913B48F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D8E91C9-A606-6F1D-AD63-2046B2A5E3D0}"/>
              </a:ext>
            </a:extLst>
          </p:cNvPr>
          <p:cNvSpPr>
            <a:spLocks noGrp="1"/>
          </p:cNvSpPr>
          <p:nvPr>
            <p:ph type="title"/>
          </p:nvPr>
        </p:nvSpPr>
        <p:spPr/>
        <p:txBody>
          <a:bodyPr/>
          <a:lstStyle/>
          <a:p>
            <a:r>
              <a:rPr lang="en-US" dirty="0"/>
              <a:t>About git</a:t>
            </a:r>
            <a:endParaRPr lang="en-BE" dirty="0"/>
          </a:p>
        </p:txBody>
      </p:sp>
      <p:sp>
        <p:nvSpPr>
          <p:cNvPr id="7" name="Content Placeholder 6">
            <a:extLst>
              <a:ext uri="{FF2B5EF4-FFF2-40B4-BE49-F238E27FC236}">
                <a16:creationId xmlns:a16="http://schemas.microsoft.com/office/drawing/2014/main" id="{D9931DF2-2588-8620-FD21-3A6277FC427D}"/>
              </a:ext>
            </a:extLst>
          </p:cNvPr>
          <p:cNvSpPr>
            <a:spLocks noGrp="1"/>
          </p:cNvSpPr>
          <p:nvPr>
            <p:ph sz="quarter" idx="14"/>
          </p:nvPr>
        </p:nvSpPr>
        <p:spPr>
          <a:xfrm>
            <a:off x="263031" y="1733552"/>
            <a:ext cx="11090769" cy="4514847"/>
          </a:xfrm>
        </p:spPr>
        <p:txBody>
          <a:bodyPr/>
          <a:lstStyle/>
          <a:p>
            <a:pPr lvl="1"/>
            <a:r>
              <a:rPr lang="en-US" sz="2400" dirty="0">
                <a:solidFill>
                  <a:schemeClr val="accent3"/>
                </a:solidFill>
              </a:rPr>
              <a:t>Git</a:t>
            </a:r>
            <a:r>
              <a:rPr lang="en-US" sz="2400" dirty="0"/>
              <a:t> : generic CLI for version control </a:t>
            </a:r>
          </a:p>
          <a:p>
            <a:pPr lvl="1"/>
            <a:r>
              <a:rPr lang="en-US" sz="2400" dirty="0">
                <a:solidFill>
                  <a:schemeClr val="accent3"/>
                </a:solidFill>
              </a:rPr>
              <a:t>Repository</a:t>
            </a:r>
            <a:r>
              <a:rPr lang="en-US" sz="2400" dirty="0"/>
              <a:t> : a code “database” </a:t>
            </a:r>
          </a:p>
          <a:p>
            <a:pPr lvl="1"/>
            <a:r>
              <a:rPr lang="en-US" sz="2400" dirty="0">
                <a:solidFill>
                  <a:schemeClr val="accent3"/>
                </a:solidFill>
              </a:rPr>
              <a:t>Branch</a:t>
            </a:r>
            <a:r>
              <a:rPr lang="en-US" sz="2400" dirty="0"/>
              <a:t> : a parallel snapshot-version of your code (default main) inside repo</a:t>
            </a:r>
          </a:p>
          <a:p>
            <a:pPr lvl="1"/>
            <a:r>
              <a:rPr lang="en-US" sz="2400" dirty="0">
                <a:solidFill>
                  <a:schemeClr val="accent3"/>
                </a:solidFill>
              </a:rPr>
              <a:t>Fork</a:t>
            </a:r>
            <a:r>
              <a:rPr lang="en-US" sz="2400" dirty="0"/>
              <a:t> : a copy of someone else’s repository</a:t>
            </a:r>
          </a:p>
          <a:p>
            <a:pPr lvl="1"/>
            <a:r>
              <a:rPr lang="en-US" sz="2400" dirty="0">
                <a:solidFill>
                  <a:schemeClr val="accent3"/>
                </a:solidFill>
              </a:rPr>
              <a:t>Release</a:t>
            </a:r>
            <a:r>
              <a:rPr lang="en-US" sz="2400" dirty="0"/>
              <a:t> : a zipped package of a point in time with a version number</a:t>
            </a:r>
          </a:p>
          <a:p>
            <a:pPr lvl="1"/>
            <a:r>
              <a:rPr lang="en-US" sz="2400" dirty="0">
                <a:solidFill>
                  <a:schemeClr val="accent3"/>
                </a:solidFill>
              </a:rPr>
              <a:t>Pull Request (PR) </a:t>
            </a:r>
            <a:r>
              <a:rPr lang="en-US" sz="2400" dirty="0"/>
              <a:t>: a request to merge 1 branch into another (can be diff repo)</a:t>
            </a:r>
          </a:p>
          <a:p>
            <a:pPr lvl="1"/>
            <a:r>
              <a:rPr lang="en-US" sz="2400" dirty="0">
                <a:solidFill>
                  <a:schemeClr val="accent3"/>
                </a:solidFill>
              </a:rPr>
              <a:t>Commit</a:t>
            </a:r>
            <a:r>
              <a:rPr lang="en-US" sz="2400" dirty="0"/>
              <a:t> : a snapshot of your code in time</a:t>
            </a:r>
          </a:p>
          <a:p>
            <a:pPr lvl="1"/>
            <a:endParaRPr lang="en-US" dirty="0"/>
          </a:p>
          <a:p>
            <a:pPr lvl="1"/>
            <a:r>
              <a:rPr lang="en-US" dirty="0">
                <a:solidFill>
                  <a:schemeClr val="accent3"/>
                </a:solidFill>
              </a:rPr>
              <a:t>Ssh</a:t>
            </a:r>
            <a:r>
              <a:rPr lang="en-US" dirty="0"/>
              <a:t> vs </a:t>
            </a:r>
            <a:r>
              <a:rPr lang="en-US" dirty="0">
                <a:solidFill>
                  <a:schemeClr val="accent3"/>
                </a:solidFill>
              </a:rPr>
              <a:t>https</a:t>
            </a:r>
            <a:r>
              <a:rPr lang="en-US" dirty="0"/>
              <a:t> : (2 methods to upload code, we use https)</a:t>
            </a:r>
          </a:p>
          <a:p>
            <a:pPr lvl="1"/>
            <a:r>
              <a:rPr lang="en-US" dirty="0"/>
              <a:t>Hosting : </a:t>
            </a:r>
            <a:r>
              <a:rPr lang="en-US" dirty="0" err="1"/>
              <a:t>Github</a:t>
            </a:r>
            <a:r>
              <a:rPr lang="en-US" dirty="0"/>
              <a:t>, Gitlab, </a:t>
            </a:r>
            <a:r>
              <a:rPr lang="en-US" dirty="0" err="1"/>
              <a:t>Gitea</a:t>
            </a:r>
            <a:r>
              <a:rPr lang="en-US" dirty="0"/>
              <a:t>, … https://github.com/</a:t>
            </a:r>
            <a:r>
              <a:rPr lang="en-US" dirty="0">
                <a:solidFill>
                  <a:srgbClr val="00B0F0"/>
                </a:solidFill>
              </a:rPr>
              <a:t>user</a:t>
            </a:r>
            <a:r>
              <a:rPr lang="en-US" dirty="0"/>
              <a:t>/</a:t>
            </a:r>
            <a:r>
              <a:rPr lang="en-US" dirty="0">
                <a:solidFill>
                  <a:srgbClr val="00B050"/>
                </a:solidFill>
              </a:rPr>
              <a:t>repo</a:t>
            </a:r>
            <a:r>
              <a:rPr lang="en-US" dirty="0"/>
              <a:t>.git</a:t>
            </a:r>
          </a:p>
          <a:p>
            <a:pPr lvl="1"/>
            <a:endParaRPr lang="en-US" dirty="0"/>
          </a:p>
        </p:txBody>
      </p:sp>
      <p:sp>
        <p:nvSpPr>
          <p:cNvPr id="6" name="Text Placeholder 5">
            <a:extLst>
              <a:ext uri="{FF2B5EF4-FFF2-40B4-BE49-F238E27FC236}">
                <a16:creationId xmlns:a16="http://schemas.microsoft.com/office/drawing/2014/main" id="{B26C38ED-CBD6-613D-9FA4-3025278634C2}"/>
              </a:ext>
            </a:extLst>
          </p:cNvPr>
          <p:cNvSpPr>
            <a:spLocks noGrp="1"/>
          </p:cNvSpPr>
          <p:nvPr>
            <p:ph type="body" idx="10"/>
          </p:nvPr>
        </p:nvSpPr>
        <p:spPr/>
        <p:txBody>
          <a:bodyPr/>
          <a:lstStyle/>
          <a:p>
            <a:r>
              <a:rPr lang="en-US" dirty="0"/>
              <a:t>concepts</a:t>
            </a:r>
            <a:endParaRPr lang="en-BE" dirty="0"/>
          </a:p>
        </p:txBody>
      </p:sp>
      <p:sp>
        <p:nvSpPr>
          <p:cNvPr id="4" name="Footer Placeholder 3">
            <a:extLst>
              <a:ext uri="{FF2B5EF4-FFF2-40B4-BE49-F238E27FC236}">
                <a16:creationId xmlns:a16="http://schemas.microsoft.com/office/drawing/2014/main" id="{0304AFF0-180B-056B-03A9-BBECE2566421}"/>
              </a:ext>
            </a:extLst>
          </p:cNvPr>
          <p:cNvSpPr>
            <a:spLocks noGrp="1"/>
          </p:cNvSpPr>
          <p:nvPr>
            <p:ph type="ftr" sz="quarter" idx="3"/>
          </p:nvPr>
        </p:nvSpPr>
        <p:spPr/>
        <p:txBody>
          <a:bodyPr/>
          <a:lstStyle/>
          <a:p>
            <a:r>
              <a:rPr lang="en-US" dirty="0"/>
              <a:t>© 2023 NetApp, Inc. All rights reserved.  — NETAPP CONFIDENTIAL — </a:t>
            </a:r>
          </a:p>
        </p:txBody>
      </p:sp>
    </p:spTree>
    <p:extLst>
      <p:ext uri="{BB962C8B-B14F-4D97-AF65-F5344CB8AC3E}">
        <p14:creationId xmlns:p14="http://schemas.microsoft.com/office/powerpoint/2010/main" val="3083802199"/>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CB6FC-3BAF-74DF-B688-103758040C7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82AD27C-5607-9CA1-ED83-5028BAAC4E77}"/>
              </a:ext>
            </a:extLst>
          </p:cNvPr>
          <p:cNvSpPr>
            <a:spLocks noGrp="1"/>
          </p:cNvSpPr>
          <p:nvPr>
            <p:ph type="title"/>
          </p:nvPr>
        </p:nvSpPr>
        <p:spPr/>
        <p:txBody>
          <a:bodyPr/>
          <a:lstStyle/>
          <a:p>
            <a:r>
              <a:rPr lang="en-US" dirty="0"/>
              <a:t>About git</a:t>
            </a:r>
            <a:endParaRPr lang="en-BE" dirty="0"/>
          </a:p>
        </p:txBody>
      </p:sp>
      <p:sp>
        <p:nvSpPr>
          <p:cNvPr id="7" name="Content Placeholder 6">
            <a:extLst>
              <a:ext uri="{FF2B5EF4-FFF2-40B4-BE49-F238E27FC236}">
                <a16:creationId xmlns:a16="http://schemas.microsoft.com/office/drawing/2014/main" id="{A7EC5E4F-49BB-8091-3046-5C8A55975DF7}"/>
              </a:ext>
            </a:extLst>
          </p:cNvPr>
          <p:cNvSpPr>
            <a:spLocks noGrp="1"/>
          </p:cNvSpPr>
          <p:nvPr>
            <p:ph sz="quarter" idx="14"/>
          </p:nvPr>
        </p:nvSpPr>
        <p:spPr>
          <a:xfrm>
            <a:off x="263031" y="1733552"/>
            <a:ext cx="11090769" cy="4514847"/>
          </a:xfrm>
        </p:spPr>
        <p:txBody>
          <a:bodyPr/>
          <a:lstStyle/>
          <a:p>
            <a:pPr lvl="1"/>
            <a:r>
              <a:rPr lang="en-US" sz="2400" dirty="0">
                <a:solidFill>
                  <a:schemeClr val="accent3"/>
                </a:solidFill>
              </a:rPr>
              <a:t>Remote</a:t>
            </a:r>
            <a:r>
              <a:rPr lang="en-US" sz="2400" dirty="0"/>
              <a:t> : The connection to the online database (</a:t>
            </a:r>
            <a:r>
              <a:rPr lang="en-US" sz="2400" dirty="0" err="1"/>
              <a:t>github</a:t>
            </a:r>
            <a:r>
              <a:rPr lang="en-US" sz="2400" dirty="0"/>
              <a:t>, </a:t>
            </a:r>
            <a:r>
              <a:rPr lang="en-US" sz="2400" dirty="0" err="1"/>
              <a:t>gitlab</a:t>
            </a:r>
            <a:r>
              <a:rPr lang="en-US" sz="2400" dirty="0"/>
              <a:t>, …)</a:t>
            </a:r>
          </a:p>
          <a:p>
            <a:pPr lvl="1"/>
            <a:r>
              <a:rPr lang="en-US" sz="2400" dirty="0">
                <a:solidFill>
                  <a:schemeClr val="accent3"/>
                </a:solidFill>
              </a:rPr>
              <a:t>Index</a:t>
            </a:r>
            <a:r>
              <a:rPr lang="en-US" sz="2400" dirty="0"/>
              <a:t> (</a:t>
            </a:r>
            <a:r>
              <a:rPr lang="en-US" sz="2400" dirty="0">
                <a:solidFill>
                  <a:schemeClr val="accent3"/>
                </a:solidFill>
              </a:rPr>
              <a:t>staging</a:t>
            </a:r>
            <a:r>
              <a:rPr lang="en-US" sz="2400" dirty="0"/>
              <a:t>) : Waiting room for next commit</a:t>
            </a:r>
          </a:p>
          <a:p>
            <a:pPr lvl="1"/>
            <a:r>
              <a:rPr lang="en-US" sz="2400" dirty="0">
                <a:solidFill>
                  <a:schemeClr val="accent3"/>
                </a:solidFill>
              </a:rPr>
              <a:t>Origin</a:t>
            </a:r>
            <a:r>
              <a:rPr lang="en-US" sz="2400" dirty="0"/>
              <a:t> : the alias/name that the git CLI gives to your first remote connection (you can add more remotes each having an alias like </a:t>
            </a:r>
            <a:r>
              <a:rPr lang="en-US" sz="2400" i="1" dirty="0"/>
              <a:t>production</a:t>
            </a:r>
            <a:r>
              <a:rPr lang="en-US" sz="2400" dirty="0"/>
              <a:t>, </a:t>
            </a:r>
            <a:r>
              <a:rPr lang="en-US" sz="2400" i="1" dirty="0"/>
              <a:t>backup</a:t>
            </a:r>
            <a:r>
              <a:rPr lang="en-US" sz="2400" dirty="0"/>
              <a:t>, </a:t>
            </a:r>
            <a:r>
              <a:rPr lang="en-US" sz="2400" i="1" dirty="0"/>
              <a:t>development</a:t>
            </a:r>
            <a:r>
              <a:rPr lang="en-US" sz="2400" dirty="0"/>
              <a:t>, all different online targets)</a:t>
            </a:r>
          </a:p>
          <a:p>
            <a:pPr lvl="1"/>
            <a:r>
              <a:rPr lang="en-US" sz="2400" dirty="0">
                <a:solidFill>
                  <a:schemeClr val="accent3"/>
                </a:solidFill>
              </a:rPr>
              <a:t>Main</a:t>
            </a:r>
            <a:r>
              <a:rPr lang="en-US" sz="2400" dirty="0"/>
              <a:t> : typically the branch name of your “stable version”</a:t>
            </a:r>
          </a:p>
          <a:p>
            <a:pPr lvl="1"/>
            <a:r>
              <a:rPr lang="en-US" sz="2400" dirty="0">
                <a:solidFill>
                  <a:schemeClr val="accent3"/>
                </a:solidFill>
              </a:rPr>
              <a:t>HEAD</a:t>
            </a:r>
            <a:r>
              <a:rPr lang="en-US" sz="2400" dirty="0"/>
              <a:t> : =&gt; AVOID because it’s too ambiguous to explain</a:t>
            </a:r>
          </a:p>
          <a:p>
            <a:pPr lvl="1"/>
            <a:r>
              <a:rPr lang="en-US" sz="2400" dirty="0">
                <a:solidFill>
                  <a:schemeClr val="accent3"/>
                </a:solidFill>
              </a:rPr>
              <a:t>HEAD~1</a:t>
            </a:r>
            <a:r>
              <a:rPr lang="en-US" sz="2400" dirty="0"/>
              <a:t> : The last commit</a:t>
            </a:r>
          </a:p>
          <a:p>
            <a:pPr lvl="1"/>
            <a:r>
              <a:rPr lang="en-US" sz="2400" dirty="0">
                <a:solidFill>
                  <a:schemeClr val="accent3"/>
                </a:solidFill>
              </a:rPr>
              <a:t>HEAD~2</a:t>
            </a:r>
            <a:r>
              <a:rPr lang="en-US" sz="2400" dirty="0"/>
              <a:t> : The second last commit</a:t>
            </a:r>
          </a:p>
          <a:p>
            <a:pPr lvl="1"/>
            <a:endParaRPr lang="en-US" sz="2400" dirty="0"/>
          </a:p>
          <a:p>
            <a:pPr lvl="1"/>
            <a:r>
              <a:rPr lang="en-US" sz="2400" dirty="0">
                <a:solidFill>
                  <a:schemeClr val="accent3"/>
                </a:solidFill>
              </a:rPr>
              <a:t>Ssh</a:t>
            </a:r>
            <a:r>
              <a:rPr lang="en-US" sz="2400" dirty="0"/>
              <a:t> vs </a:t>
            </a:r>
            <a:r>
              <a:rPr lang="en-US" sz="2400" dirty="0">
                <a:solidFill>
                  <a:schemeClr val="accent3"/>
                </a:solidFill>
              </a:rPr>
              <a:t>https</a:t>
            </a:r>
            <a:r>
              <a:rPr lang="en-US" sz="2400" dirty="0"/>
              <a:t> : (2 methods to upload code, we use https)</a:t>
            </a:r>
          </a:p>
          <a:p>
            <a:pPr lvl="1"/>
            <a:r>
              <a:rPr lang="en-US" sz="2400" dirty="0"/>
              <a:t>Hosting : </a:t>
            </a:r>
            <a:r>
              <a:rPr lang="en-US" sz="2400" dirty="0" err="1"/>
              <a:t>Github</a:t>
            </a:r>
            <a:r>
              <a:rPr lang="en-US" sz="2400" dirty="0"/>
              <a:t>, Gitlab, </a:t>
            </a:r>
            <a:r>
              <a:rPr lang="en-US" sz="2400" dirty="0" err="1"/>
              <a:t>Gitea</a:t>
            </a:r>
            <a:r>
              <a:rPr lang="en-US" sz="2400" dirty="0"/>
              <a:t>, … https://github.com/</a:t>
            </a:r>
            <a:r>
              <a:rPr lang="en-US" sz="2400" dirty="0">
                <a:solidFill>
                  <a:srgbClr val="00B0F0"/>
                </a:solidFill>
              </a:rPr>
              <a:t>user</a:t>
            </a:r>
            <a:r>
              <a:rPr lang="en-US" sz="2400" dirty="0"/>
              <a:t>/</a:t>
            </a:r>
            <a:r>
              <a:rPr lang="en-US" sz="2400" dirty="0">
                <a:solidFill>
                  <a:srgbClr val="00B050"/>
                </a:solidFill>
              </a:rPr>
              <a:t>repo</a:t>
            </a:r>
            <a:r>
              <a:rPr lang="en-US" sz="2400" dirty="0"/>
              <a:t>.git</a:t>
            </a:r>
          </a:p>
          <a:p>
            <a:pPr lvl="1"/>
            <a:endParaRPr lang="en-US" sz="2400" dirty="0"/>
          </a:p>
          <a:p>
            <a:pPr lvl="1"/>
            <a:endParaRPr lang="en-US" sz="2400" dirty="0"/>
          </a:p>
          <a:p>
            <a:pPr lvl="1"/>
            <a:endParaRPr lang="en-US" dirty="0"/>
          </a:p>
          <a:p>
            <a:pPr lvl="1"/>
            <a:endParaRPr lang="en-US" dirty="0"/>
          </a:p>
        </p:txBody>
      </p:sp>
      <p:sp>
        <p:nvSpPr>
          <p:cNvPr id="6" name="Text Placeholder 5">
            <a:extLst>
              <a:ext uri="{FF2B5EF4-FFF2-40B4-BE49-F238E27FC236}">
                <a16:creationId xmlns:a16="http://schemas.microsoft.com/office/drawing/2014/main" id="{2DFADBF9-B8E6-55E4-3075-B391F99D0C57}"/>
              </a:ext>
            </a:extLst>
          </p:cNvPr>
          <p:cNvSpPr>
            <a:spLocks noGrp="1"/>
          </p:cNvSpPr>
          <p:nvPr>
            <p:ph type="body" idx="10"/>
          </p:nvPr>
        </p:nvSpPr>
        <p:spPr/>
        <p:txBody>
          <a:bodyPr/>
          <a:lstStyle/>
          <a:p>
            <a:r>
              <a:rPr lang="en-US" dirty="0"/>
              <a:t>concepts</a:t>
            </a:r>
            <a:endParaRPr lang="en-BE" dirty="0"/>
          </a:p>
        </p:txBody>
      </p:sp>
      <p:sp>
        <p:nvSpPr>
          <p:cNvPr id="4" name="Footer Placeholder 3">
            <a:extLst>
              <a:ext uri="{FF2B5EF4-FFF2-40B4-BE49-F238E27FC236}">
                <a16:creationId xmlns:a16="http://schemas.microsoft.com/office/drawing/2014/main" id="{C6D1E575-5A94-FD2E-7206-E241FF86865F}"/>
              </a:ext>
            </a:extLst>
          </p:cNvPr>
          <p:cNvSpPr>
            <a:spLocks noGrp="1"/>
          </p:cNvSpPr>
          <p:nvPr>
            <p:ph type="ftr" sz="quarter" idx="3"/>
          </p:nvPr>
        </p:nvSpPr>
        <p:spPr/>
        <p:txBody>
          <a:bodyPr/>
          <a:lstStyle/>
          <a:p>
            <a:r>
              <a:rPr lang="en-US" dirty="0"/>
              <a:t>© 2023 NetApp, Inc. All rights reserved.  — NETAPP CONFIDENTIAL — </a:t>
            </a:r>
          </a:p>
        </p:txBody>
      </p:sp>
    </p:spTree>
    <p:extLst>
      <p:ext uri="{BB962C8B-B14F-4D97-AF65-F5344CB8AC3E}">
        <p14:creationId xmlns:p14="http://schemas.microsoft.com/office/powerpoint/2010/main" val="1115127342"/>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DCA58-244E-ABA7-3660-6A8293D9350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631AF73-F367-E3B7-B1EF-FC8588E179FC}"/>
              </a:ext>
            </a:extLst>
          </p:cNvPr>
          <p:cNvSpPr>
            <a:spLocks noGrp="1"/>
          </p:cNvSpPr>
          <p:nvPr>
            <p:ph type="title"/>
          </p:nvPr>
        </p:nvSpPr>
        <p:spPr/>
        <p:txBody>
          <a:bodyPr/>
          <a:lstStyle/>
          <a:p>
            <a:r>
              <a:rPr lang="en-US" dirty="0"/>
              <a:t>About git</a:t>
            </a:r>
            <a:endParaRPr lang="en-BE" dirty="0"/>
          </a:p>
        </p:txBody>
      </p:sp>
      <p:sp>
        <p:nvSpPr>
          <p:cNvPr id="7" name="Content Placeholder 6">
            <a:extLst>
              <a:ext uri="{FF2B5EF4-FFF2-40B4-BE49-F238E27FC236}">
                <a16:creationId xmlns:a16="http://schemas.microsoft.com/office/drawing/2014/main" id="{AA484118-7188-5851-3393-8B873AF6547C}"/>
              </a:ext>
            </a:extLst>
          </p:cNvPr>
          <p:cNvSpPr>
            <a:spLocks noGrp="1"/>
          </p:cNvSpPr>
          <p:nvPr>
            <p:ph sz="quarter" idx="14"/>
          </p:nvPr>
        </p:nvSpPr>
        <p:spPr>
          <a:xfrm>
            <a:off x="263031" y="1733552"/>
            <a:ext cx="11090769" cy="4514847"/>
          </a:xfrm>
        </p:spPr>
        <p:txBody>
          <a:bodyPr/>
          <a:lstStyle/>
          <a:p>
            <a:pPr lvl="1"/>
            <a:r>
              <a:rPr lang="en-US" sz="2400" dirty="0">
                <a:solidFill>
                  <a:schemeClr val="accent3"/>
                </a:solidFill>
              </a:rPr>
              <a:t>Init : </a:t>
            </a:r>
            <a:r>
              <a:rPr lang="en-US" sz="2400" dirty="0"/>
              <a:t>prep a .git folder (create </a:t>
            </a:r>
            <a:r>
              <a:rPr lang="en-US" sz="2400" dirty="0" err="1"/>
              <a:t>empy</a:t>
            </a:r>
            <a:r>
              <a:rPr lang="en-US" sz="2400" dirty="0"/>
              <a:t> local database)</a:t>
            </a:r>
          </a:p>
          <a:p>
            <a:pPr lvl="1"/>
            <a:r>
              <a:rPr lang="en-US" sz="2400" dirty="0">
                <a:solidFill>
                  <a:schemeClr val="accent3"/>
                </a:solidFill>
              </a:rPr>
              <a:t>Fetch</a:t>
            </a:r>
            <a:r>
              <a:rPr lang="en-US" sz="2400" dirty="0"/>
              <a:t> : syncs the remote database to local database</a:t>
            </a:r>
          </a:p>
          <a:p>
            <a:pPr lvl="1"/>
            <a:r>
              <a:rPr lang="en-US" sz="2400" dirty="0">
                <a:solidFill>
                  <a:schemeClr val="accent3"/>
                </a:solidFill>
              </a:rPr>
              <a:t>Checkout</a:t>
            </a:r>
            <a:r>
              <a:rPr lang="en-US" sz="2400" dirty="0"/>
              <a:t> : choose a branch as your working directory</a:t>
            </a:r>
          </a:p>
          <a:p>
            <a:pPr lvl="1"/>
            <a:r>
              <a:rPr lang="en-US" sz="2400" dirty="0">
                <a:solidFill>
                  <a:schemeClr val="accent3"/>
                </a:solidFill>
              </a:rPr>
              <a:t>Clone</a:t>
            </a:r>
            <a:r>
              <a:rPr lang="en-US" sz="2400" dirty="0"/>
              <a:t> : </a:t>
            </a:r>
            <a:r>
              <a:rPr lang="en-US" sz="2400" dirty="0" err="1"/>
              <a:t>init</a:t>
            </a:r>
            <a:r>
              <a:rPr lang="en-US" sz="2400" dirty="0"/>
              <a:t> + fetch + checkout</a:t>
            </a:r>
          </a:p>
          <a:p>
            <a:pPr lvl="1"/>
            <a:r>
              <a:rPr lang="en-US" sz="2400" dirty="0">
                <a:solidFill>
                  <a:schemeClr val="accent3"/>
                </a:solidFill>
              </a:rPr>
              <a:t>Merge</a:t>
            </a:r>
            <a:r>
              <a:rPr lang="en-US" sz="2400" dirty="0"/>
              <a:t> : merge a non-current branch to your current branch in local database + sync to working dir.</a:t>
            </a:r>
          </a:p>
          <a:p>
            <a:pPr lvl="1"/>
            <a:r>
              <a:rPr lang="en-US" sz="2400" dirty="0">
                <a:solidFill>
                  <a:schemeClr val="accent3"/>
                </a:solidFill>
              </a:rPr>
              <a:t>Pull</a:t>
            </a:r>
            <a:r>
              <a:rPr lang="en-US" sz="2400" dirty="0"/>
              <a:t> : fetch + merge</a:t>
            </a:r>
          </a:p>
          <a:p>
            <a:pPr lvl="1"/>
            <a:r>
              <a:rPr lang="en-US" sz="2400" dirty="0">
                <a:solidFill>
                  <a:schemeClr val="accent3"/>
                </a:solidFill>
              </a:rPr>
              <a:t>Add</a:t>
            </a:r>
            <a:r>
              <a:rPr lang="en-US" sz="2400" dirty="0"/>
              <a:t> : add a changed file to index/stage</a:t>
            </a:r>
          </a:p>
          <a:p>
            <a:pPr lvl="1"/>
            <a:r>
              <a:rPr lang="en-US" sz="2400" dirty="0">
                <a:solidFill>
                  <a:schemeClr val="accent3"/>
                </a:solidFill>
              </a:rPr>
              <a:t>Restore --staged</a:t>
            </a:r>
            <a:r>
              <a:rPr lang="en-US" sz="2400" dirty="0"/>
              <a:t>: undo add from index/stage</a:t>
            </a:r>
          </a:p>
          <a:p>
            <a:pPr lvl="1"/>
            <a:r>
              <a:rPr lang="en-US" sz="2400" dirty="0">
                <a:solidFill>
                  <a:schemeClr val="accent3"/>
                </a:solidFill>
              </a:rPr>
              <a:t>Commit</a:t>
            </a:r>
            <a:r>
              <a:rPr lang="en-US" sz="2400" dirty="0"/>
              <a:t> : snapshots current stage to local database and clears stage</a:t>
            </a:r>
          </a:p>
          <a:p>
            <a:pPr lvl="1"/>
            <a:r>
              <a:rPr lang="en-US" sz="2400" dirty="0">
                <a:solidFill>
                  <a:schemeClr val="accent3"/>
                </a:solidFill>
              </a:rPr>
              <a:t>Push</a:t>
            </a:r>
            <a:r>
              <a:rPr lang="en-US" sz="2400" dirty="0"/>
              <a:t> : syncs current local </a:t>
            </a:r>
            <a:r>
              <a:rPr lang="en-US" sz="2400" dirty="0" err="1"/>
              <a:t>db</a:t>
            </a:r>
            <a:r>
              <a:rPr lang="en-US" sz="2400" dirty="0"/>
              <a:t> branch to remote</a:t>
            </a:r>
          </a:p>
          <a:p>
            <a:pPr lvl="1"/>
            <a:endParaRPr lang="en-US" sz="2400" dirty="0"/>
          </a:p>
          <a:p>
            <a:pPr lvl="1"/>
            <a:endParaRPr lang="en-US" dirty="0"/>
          </a:p>
          <a:p>
            <a:pPr lvl="1"/>
            <a:endParaRPr lang="en-US" dirty="0"/>
          </a:p>
        </p:txBody>
      </p:sp>
      <p:sp>
        <p:nvSpPr>
          <p:cNvPr id="6" name="Text Placeholder 5">
            <a:extLst>
              <a:ext uri="{FF2B5EF4-FFF2-40B4-BE49-F238E27FC236}">
                <a16:creationId xmlns:a16="http://schemas.microsoft.com/office/drawing/2014/main" id="{5C74C03E-7610-6A64-5DCC-7520430B569E}"/>
              </a:ext>
            </a:extLst>
          </p:cNvPr>
          <p:cNvSpPr>
            <a:spLocks noGrp="1"/>
          </p:cNvSpPr>
          <p:nvPr>
            <p:ph type="body" idx="10"/>
          </p:nvPr>
        </p:nvSpPr>
        <p:spPr/>
        <p:txBody>
          <a:bodyPr/>
          <a:lstStyle/>
          <a:p>
            <a:r>
              <a:rPr lang="en-US" dirty="0"/>
              <a:t>Lifecycle of a git project </a:t>
            </a:r>
            <a:endParaRPr lang="en-BE" dirty="0"/>
          </a:p>
        </p:txBody>
      </p:sp>
      <p:sp>
        <p:nvSpPr>
          <p:cNvPr id="4" name="Footer Placeholder 3">
            <a:extLst>
              <a:ext uri="{FF2B5EF4-FFF2-40B4-BE49-F238E27FC236}">
                <a16:creationId xmlns:a16="http://schemas.microsoft.com/office/drawing/2014/main" id="{5B07D45A-CC31-30A3-AEE1-104B6073DF7E}"/>
              </a:ext>
            </a:extLst>
          </p:cNvPr>
          <p:cNvSpPr>
            <a:spLocks noGrp="1"/>
          </p:cNvSpPr>
          <p:nvPr>
            <p:ph type="ftr" sz="quarter" idx="3"/>
          </p:nvPr>
        </p:nvSpPr>
        <p:spPr/>
        <p:txBody>
          <a:bodyPr/>
          <a:lstStyle/>
          <a:p>
            <a:r>
              <a:rPr lang="en-US" dirty="0"/>
              <a:t>© 2023 NetApp, Inc. All rights reserved.  — NETAPP CONFIDENTIAL — </a:t>
            </a:r>
          </a:p>
        </p:txBody>
      </p:sp>
    </p:spTree>
    <p:extLst>
      <p:ext uri="{BB962C8B-B14F-4D97-AF65-F5344CB8AC3E}">
        <p14:creationId xmlns:p14="http://schemas.microsoft.com/office/powerpoint/2010/main" val="3711090420"/>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A7D07-ACC1-56E0-B9D0-6B35D3F1AFD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F6463B6-4A21-2F6A-3168-A1DC89B3915D}"/>
              </a:ext>
            </a:extLst>
          </p:cNvPr>
          <p:cNvSpPr>
            <a:spLocks noGrp="1"/>
          </p:cNvSpPr>
          <p:nvPr>
            <p:ph type="title"/>
          </p:nvPr>
        </p:nvSpPr>
        <p:spPr/>
        <p:txBody>
          <a:bodyPr/>
          <a:lstStyle/>
          <a:p>
            <a:r>
              <a:rPr lang="en-US" dirty="0"/>
              <a:t>About git</a:t>
            </a:r>
            <a:endParaRPr lang="en-BE" dirty="0"/>
          </a:p>
        </p:txBody>
      </p:sp>
      <p:sp>
        <p:nvSpPr>
          <p:cNvPr id="7" name="Content Placeholder 6">
            <a:extLst>
              <a:ext uri="{FF2B5EF4-FFF2-40B4-BE49-F238E27FC236}">
                <a16:creationId xmlns:a16="http://schemas.microsoft.com/office/drawing/2014/main" id="{2F617E36-4DCF-CE5F-9305-8D148BE2CEBF}"/>
              </a:ext>
            </a:extLst>
          </p:cNvPr>
          <p:cNvSpPr>
            <a:spLocks noGrp="1"/>
          </p:cNvSpPr>
          <p:nvPr>
            <p:ph sz="quarter" idx="14"/>
          </p:nvPr>
        </p:nvSpPr>
        <p:spPr>
          <a:xfrm>
            <a:off x="263031" y="1733552"/>
            <a:ext cx="11090769" cy="4514847"/>
          </a:xfrm>
        </p:spPr>
        <p:txBody>
          <a:bodyPr/>
          <a:lstStyle/>
          <a:p>
            <a:pPr lvl="1"/>
            <a:r>
              <a:rPr lang="en-US" sz="2400" dirty="0">
                <a:solidFill>
                  <a:schemeClr val="accent3"/>
                </a:solidFill>
              </a:rPr>
              <a:t>Init : </a:t>
            </a:r>
            <a:r>
              <a:rPr lang="en-US" sz="2400" dirty="0"/>
              <a:t>prep a .git folder (create </a:t>
            </a:r>
            <a:r>
              <a:rPr lang="en-US" sz="2400" dirty="0" err="1"/>
              <a:t>empy</a:t>
            </a:r>
            <a:r>
              <a:rPr lang="en-US" sz="2400" dirty="0"/>
              <a:t> local database)</a:t>
            </a:r>
          </a:p>
          <a:p>
            <a:pPr lvl="1"/>
            <a:r>
              <a:rPr lang="en-US" sz="2400" dirty="0">
                <a:solidFill>
                  <a:schemeClr val="accent3"/>
                </a:solidFill>
              </a:rPr>
              <a:t>Fetch</a:t>
            </a:r>
            <a:r>
              <a:rPr lang="en-US" sz="2400" dirty="0"/>
              <a:t> : syncs the remote database to local database</a:t>
            </a:r>
          </a:p>
          <a:p>
            <a:pPr lvl="1"/>
            <a:r>
              <a:rPr lang="en-US" sz="2400" dirty="0">
                <a:solidFill>
                  <a:schemeClr val="accent3"/>
                </a:solidFill>
              </a:rPr>
              <a:t>Checkout</a:t>
            </a:r>
            <a:r>
              <a:rPr lang="en-US" sz="2400" dirty="0"/>
              <a:t> : choose a branch as your working directory</a:t>
            </a:r>
          </a:p>
          <a:p>
            <a:pPr lvl="1"/>
            <a:r>
              <a:rPr lang="en-US" sz="2400" dirty="0">
                <a:solidFill>
                  <a:schemeClr val="accent3"/>
                </a:solidFill>
              </a:rPr>
              <a:t>Clone</a:t>
            </a:r>
            <a:r>
              <a:rPr lang="en-US" sz="2400" dirty="0"/>
              <a:t> : </a:t>
            </a:r>
            <a:r>
              <a:rPr lang="en-US" sz="2400" dirty="0" err="1"/>
              <a:t>init</a:t>
            </a:r>
            <a:r>
              <a:rPr lang="en-US" sz="2400" dirty="0"/>
              <a:t> + fetch + checkout</a:t>
            </a:r>
          </a:p>
          <a:p>
            <a:pPr lvl="1"/>
            <a:r>
              <a:rPr lang="en-US" sz="2400" dirty="0">
                <a:solidFill>
                  <a:schemeClr val="accent3"/>
                </a:solidFill>
              </a:rPr>
              <a:t>Merge</a:t>
            </a:r>
            <a:r>
              <a:rPr lang="en-US" sz="2400" dirty="0"/>
              <a:t> : merge a non-current branch to your current branch in local database + sync to working dir.</a:t>
            </a:r>
          </a:p>
          <a:p>
            <a:pPr lvl="1"/>
            <a:r>
              <a:rPr lang="en-US" sz="2400" dirty="0">
                <a:solidFill>
                  <a:schemeClr val="accent3"/>
                </a:solidFill>
              </a:rPr>
              <a:t>Pull</a:t>
            </a:r>
            <a:r>
              <a:rPr lang="en-US" sz="2400" dirty="0"/>
              <a:t> : fetch + merge</a:t>
            </a:r>
          </a:p>
          <a:p>
            <a:pPr lvl="1"/>
            <a:r>
              <a:rPr lang="en-US" sz="2400" dirty="0">
                <a:solidFill>
                  <a:schemeClr val="accent3"/>
                </a:solidFill>
              </a:rPr>
              <a:t>Add</a:t>
            </a:r>
            <a:r>
              <a:rPr lang="en-US" sz="2400" dirty="0"/>
              <a:t> : add a changed file to index/stage</a:t>
            </a:r>
          </a:p>
          <a:p>
            <a:pPr lvl="1"/>
            <a:r>
              <a:rPr lang="en-US" sz="2400" dirty="0">
                <a:solidFill>
                  <a:schemeClr val="accent3"/>
                </a:solidFill>
              </a:rPr>
              <a:t>Restore --staged</a:t>
            </a:r>
            <a:r>
              <a:rPr lang="en-US" sz="2400" dirty="0"/>
              <a:t>: undo add from index/stage</a:t>
            </a:r>
          </a:p>
          <a:p>
            <a:pPr lvl="1"/>
            <a:r>
              <a:rPr lang="en-US" sz="2400" dirty="0">
                <a:solidFill>
                  <a:schemeClr val="accent3"/>
                </a:solidFill>
              </a:rPr>
              <a:t>Commit</a:t>
            </a:r>
            <a:r>
              <a:rPr lang="en-US" sz="2400" dirty="0"/>
              <a:t> : snapshots current stage to local database and clears stage</a:t>
            </a:r>
          </a:p>
          <a:p>
            <a:pPr lvl="1"/>
            <a:r>
              <a:rPr lang="en-US" sz="2400" dirty="0">
                <a:solidFill>
                  <a:schemeClr val="accent3"/>
                </a:solidFill>
              </a:rPr>
              <a:t>Push</a:t>
            </a:r>
            <a:r>
              <a:rPr lang="en-US" sz="2400" dirty="0"/>
              <a:t> : syncs current local </a:t>
            </a:r>
            <a:r>
              <a:rPr lang="en-US" sz="2400" dirty="0" err="1"/>
              <a:t>db</a:t>
            </a:r>
            <a:r>
              <a:rPr lang="en-US" sz="2400" dirty="0"/>
              <a:t> branch to remote</a:t>
            </a:r>
          </a:p>
          <a:p>
            <a:pPr lvl="1"/>
            <a:endParaRPr lang="en-US" sz="2400" dirty="0"/>
          </a:p>
          <a:p>
            <a:pPr lvl="1"/>
            <a:endParaRPr lang="en-US" dirty="0"/>
          </a:p>
          <a:p>
            <a:pPr lvl="1"/>
            <a:endParaRPr lang="en-US" dirty="0"/>
          </a:p>
        </p:txBody>
      </p:sp>
      <p:sp>
        <p:nvSpPr>
          <p:cNvPr id="6" name="Text Placeholder 5">
            <a:extLst>
              <a:ext uri="{FF2B5EF4-FFF2-40B4-BE49-F238E27FC236}">
                <a16:creationId xmlns:a16="http://schemas.microsoft.com/office/drawing/2014/main" id="{B64E187A-3B4B-230C-0C67-629979385E64}"/>
              </a:ext>
            </a:extLst>
          </p:cNvPr>
          <p:cNvSpPr>
            <a:spLocks noGrp="1"/>
          </p:cNvSpPr>
          <p:nvPr>
            <p:ph type="body" idx="10"/>
          </p:nvPr>
        </p:nvSpPr>
        <p:spPr/>
        <p:txBody>
          <a:bodyPr/>
          <a:lstStyle/>
          <a:p>
            <a:r>
              <a:rPr lang="en-US" dirty="0"/>
              <a:t>Lifecycle of a git project </a:t>
            </a:r>
            <a:endParaRPr lang="en-BE" dirty="0"/>
          </a:p>
        </p:txBody>
      </p:sp>
      <p:sp>
        <p:nvSpPr>
          <p:cNvPr id="4" name="Footer Placeholder 3">
            <a:extLst>
              <a:ext uri="{FF2B5EF4-FFF2-40B4-BE49-F238E27FC236}">
                <a16:creationId xmlns:a16="http://schemas.microsoft.com/office/drawing/2014/main" id="{23189182-D65F-DF9D-24D0-10FFBA89DA2A}"/>
              </a:ext>
            </a:extLst>
          </p:cNvPr>
          <p:cNvSpPr>
            <a:spLocks noGrp="1"/>
          </p:cNvSpPr>
          <p:nvPr>
            <p:ph type="ftr" sz="quarter" idx="3"/>
          </p:nvPr>
        </p:nvSpPr>
        <p:spPr/>
        <p:txBody>
          <a:bodyPr/>
          <a:lstStyle/>
          <a:p>
            <a:r>
              <a:rPr lang="en-US" dirty="0"/>
              <a:t>© 2023 NetApp, Inc. All rights reserved.  — NETAPP CONFIDENTIAL — </a:t>
            </a:r>
          </a:p>
        </p:txBody>
      </p:sp>
    </p:spTree>
    <p:extLst>
      <p:ext uri="{BB962C8B-B14F-4D97-AF65-F5344CB8AC3E}">
        <p14:creationId xmlns:p14="http://schemas.microsoft.com/office/powerpoint/2010/main" val="1294271381"/>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B37E6-5861-2B94-F458-70345DBD29C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5D1487D-1022-20D2-44C1-061AE69BE8B2}"/>
              </a:ext>
            </a:extLst>
          </p:cNvPr>
          <p:cNvSpPr>
            <a:spLocks noGrp="1"/>
          </p:cNvSpPr>
          <p:nvPr>
            <p:ph type="title"/>
          </p:nvPr>
        </p:nvSpPr>
        <p:spPr/>
        <p:txBody>
          <a:bodyPr/>
          <a:lstStyle/>
          <a:p>
            <a:r>
              <a:rPr lang="en-US" dirty="0"/>
              <a:t>Setup git</a:t>
            </a:r>
            <a:endParaRPr lang="en-BE" dirty="0"/>
          </a:p>
        </p:txBody>
      </p:sp>
      <p:sp>
        <p:nvSpPr>
          <p:cNvPr id="7" name="Content Placeholder 6">
            <a:extLst>
              <a:ext uri="{FF2B5EF4-FFF2-40B4-BE49-F238E27FC236}">
                <a16:creationId xmlns:a16="http://schemas.microsoft.com/office/drawing/2014/main" id="{9B1309F4-0621-F939-8AF2-88D7A29DD2DA}"/>
              </a:ext>
            </a:extLst>
          </p:cNvPr>
          <p:cNvSpPr>
            <a:spLocks noGrp="1"/>
          </p:cNvSpPr>
          <p:nvPr>
            <p:ph sz="quarter" idx="14"/>
          </p:nvPr>
        </p:nvSpPr>
        <p:spPr>
          <a:xfrm>
            <a:off x="263031" y="1733552"/>
            <a:ext cx="11090769" cy="4514847"/>
          </a:xfrm>
        </p:spPr>
        <p:txBody>
          <a:bodyPr/>
          <a:lstStyle/>
          <a:p>
            <a:pPr lvl="1"/>
            <a:r>
              <a:rPr lang="en-US" sz="2400" dirty="0"/>
              <a:t>Create a </a:t>
            </a:r>
            <a:r>
              <a:rPr lang="en-US" sz="2400" dirty="0" err="1"/>
              <a:t>github</a:t>
            </a:r>
            <a:r>
              <a:rPr lang="en-US" sz="2400" dirty="0"/>
              <a:t> account (out of scope)</a:t>
            </a:r>
          </a:p>
          <a:p>
            <a:pPr lvl="1"/>
            <a:r>
              <a:rPr lang="en-US" sz="2400" dirty="0"/>
              <a:t>Create a PAT (settings, developer, pat classic)</a:t>
            </a:r>
          </a:p>
          <a:p>
            <a:pPr lvl="1"/>
            <a:r>
              <a:rPr lang="en-US" sz="2400" dirty="0"/>
              <a:t>Create a new repo (private)</a:t>
            </a:r>
          </a:p>
          <a:p>
            <a:pPr lvl="1"/>
            <a:r>
              <a:rPr lang="en-US" sz="2400" dirty="0"/>
              <a:t>Install git (</a:t>
            </a:r>
            <a:r>
              <a:rPr lang="en-US" sz="2400" dirty="0">
                <a:solidFill>
                  <a:schemeClr val="accent3"/>
                </a:solidFill>
                <a:latin typeface="Consolas" panose="020B0609020204030204" pitchFamily="49" charset="0"/>
              </a:rPr>
              <a:t>apt/</a:t>
            </a:r>
            <a:r>
              <a:rPr lang="en-US" sz="2400" dirty="0" err="1">
                <a:solidFill>
                  <a:schemeClr val="accent3"/>
                </a:solidFill>
                <a:latin typeface="Consolas" panose="020B0609020204030204" pitchFamily="49" charset="0"/>
              </a:rPr>
              <a:t>dnf</a:t>
            </a:r>
            <a:r>
              <a:rPr lang="en-US" sz="2400" dirty="0">
                <a:solidFill>
                  <a:schemeClr val="accent3"/>
                </a:solidFill>
                <a:latin typeface="Consolas" panose="020B0609020204030204" pitchFamily="49" charset="0"/>
              </a:rPr>
              <a:t> install git</a:t>
            </a:r>
            <a:r>
              <a:rPr lang="en-US" sz="2400" dirty="0"/>
              <a:t>)</a:t>
            </a:r>
          </a:p>
          <a:p>
            <a:pPr lvl="1"/>
            <a:r>
              <a:rPr lang="en-US" sz="2400" dirty="0"/>
              <a:t>Prep git for global credentials (perfect if you have 1 git account)</a:t>
            </a:r>
          </a:p>
          <a:p>
            <a:pPr marL="228804" lvl="1" indent="0">
              <a:buNone/>
            </a:pPr>
            <a:endParaRPr lang="en-US" dirty="0">
              <a:solidFill>
                <a:schemeClr val="accent3"/>
              </a:solidFill>
              <a:latin typeface="Consolas" panose="020B0609020204030204" pitchFamily="49" charset="0"/>
            </a:endParaRPr>
          </a:p>
          <a:p>
            <a:pPr marL="228804" lvl="1" indent="0">
              <a:buNone/>
            </a:pPr>
            <a:r>
              <a:rPr lang="en-US" dirty="0">
                <a:solidFill>
                  <a:schemeClr val="accent3"/>
                </a:solidFill>
                <a:latin typeface="Consolas" panose="020B0609020204030204" pitchFamily="49" charset="0"/>
              </a:rPr>
              <a:t>	git config --global </a:t>
            </a:r>
            <a:r>
              <a:rPr lang="en-US" dirty="0" err="1">
                <a:solidFill>
                  <a:schemeClr val="accent3"/>
                </a:solidFill>
                <a:latin typeface="Consolas" panose="020B0609020204030204" pitchFamily="49" charset="0"/>
              </a:rPr>
              <a:t>credential.helper</a:t>
            </a:r>
            <a:r>
              <a:rPr lang="en-US" dirty="0">
                <a:solidFill>
                  <a:schemeClr val="accent3"/>
                </a:solidFill>
                <a:latin typeface="Consolas" panose="020B0609020204030204" pitchFamily="49" charset="0"/>
              </a:rPr>
              <a:t> store</a:t>
            </a:r>
            <a:r>
              <a:rPr lang="en-US" dirty="0"/>
              <a:t>  # remember credentials</a:t>
            </a:r>
            <a:br>
              <a:rPr lang="en-US" dirty="0">
                <a:solidFill>
                  <a:schemeClr val="accent3"/>
                </a:solidFill>
                <a:latin typeface="Consolas" panose="020B0609020204030204" pitchFamily="49" charset="0"/>
              </a:rPr>
            </a:br>
            <a:r>
              <a:rPr lang="en-US" dirty="0">
                <a:solidFill>
                  <a:schemeClr val="accent3"/>
                </a:solidFill>
                <a:latin typeface="Consolas" panose="020B0609020204030204" pitchFamily="49" charset="0"/>
              </a:rPr>
              <a:t>	</a:t>
            </a:r>
            <a:r>
              <a:rPr lang="en-US" dirty="0"/>
              <a:t>options are </a:t>
            </a:r>
            <a:r>
              <a:rPr lang="en-US" dirty="0" err="1"/>
              <a:t>cache,store,manager</a:t>
            </a:r>
            <a:endParaRPr lang="en-US" dirty="0"/>
          </a:p>
          <a:p>
            <a:pPr marL="228804" lvl="1" indent="0">
              <a:buNone/>
            </a:pPr>
            <a:r>
              <a:rPr lang="en-US" dirty="0">
                <a:solidFill>
                  <a:schemeClr val="accent3"/>
                </a:solidFill>
                <a:latin typeface="Consolas" panose="020B0609020204030204" pitchFamily="49" charset="0"/>
              </a:rPr>
              <a:t>	git config --global user.name xxx           </a:t>
            </a:r>
            <a:r>
              <a:rPr lang="en-US" dirty="0"/>
              <a:t># remember username</a:t>
            </a:r>
            <a:endParaRPr lang="en-US" dirty="0">
              <a:solidFill>
                <a:schemeClr val="accent3"/>
              </a:solidFill>
              <a:latin typeface="Consolas" panose="020B0609020204030204" pitchFamily="49" charset="0"/>
            </a:endParaRPr>
          </a:p>
          <a:p>
            <a:pPr marL="228804" lvl="1" indent="0">
              <a:buNone/>
            </a:pPr>
            <a:r>
              <a:rPr lang="en-US" dirty="0">
                <a:solidFill>
                  <a:schemeClr val="accent3"/>
                </a:solidFill>
                <a:latin typeface="Consolas" panose="020B0609020204030204" pitchFamily="49" charset="0"/>
              </a:rPr>
              <a:t>	git config --global </a:t>
            </a:r>
            <a:r>
              <a:rPr lang="en-US" dirty="0" err="1">
                <a:solidFill>
                  <a:schemeClr val="accent3"/>
                </a:solidFill>
                <a:latin typeface="Consolas" panose="020B0609020204030204" pitchFamily="49" charset="0"/>
              </a:rPr>
              <a:t>user.email</a:t>
            </a:r>
            <a:r>
              <a:rPr lang="en-US" dirty="0">
                <a:solidFill>
                  <a:schemeClr val="accent3"/>
                </a:solidFill>
                <a:latin typeface="Consolas" panose="020B0609020204030204" pitchFamily="49" charset="0"/>
              </a:rPr>
              <a:t> xxx          </a:t>
            </a:r>
            <a:r>
              <a:rPr lang="en-US" dirty="0"/>
              <a:t># remember email</a:t>
            </a:r>
            <a:endParaRPr lang="en-US" dirty="0">
              <a:solidFill>
                <a:schemeClr val="accent3"/>
              </a:solidFill>
              <a:latin typeface="Consolas" panose="020B0609020204030204" pitchFamily="49" charset="0"/>
            </a:endParaRPr>
          </a:p>
          <a:p>
            <a:pPr marL="228804" lvl="1" indent="0">
              <a:buNone/>
            </a:pPr>
            <a:endParaRPr lang="en-US" dirty="0">
              <a:solidFill>
                <a:schemeClr val="accent3"/>
              </a:solidFill>
            </a:endParaRPr>
          </a:p>
          <a:p>
            <a:pPr lvl="1"/>
            <a:endParaRPr lang="en-US" dirty="0"/>
          </a:p>
          <a:p>
            <a:pPr lvl="1"/>
            <a:endParaRPr lang="en-US" dirty="0"/>
          </a:p>
        </p:txBody>
      </p:sp>
      <p:sp>
        <p:nvSpPr>
          <p:cNvPr id="6" name="Text Placeholder 5">
            <a:extLst>
              <a:ext uri="{FF2B5EF4-FFF2-40B4-BE49-F238E27FC236}">
                <a16:creationId xmlns:a16="http://schemas.microsoft.com/office/drawing/2014/main" id="{4400A833-85AD-AA06-FEFF-BDB4BC05BB7C}"/>
              </a:ext>
            </a:extLst>
          </p:cNvPr>
          <p:cNvSpPr>
            <a:spLocks noGrp="1"/>
          </p:cNvSpPr>
          <p:nvPr>
            <p:ph type="body" idx="10"/>
          </p:nvPr>
        </p:nvSpPr>
        <p:spPr/>
        <p:txBody>
          <a:bodyPr/>
          <a:lstStyle/>
          <a:p>
            <a:r>
              <a:rPr lang="en-US" dirty="0"/>
              <a:t>First steps - </a:t>
            </a:r>
            <a:r>
              <a:rPr lang="en-US" dirty="0" err="1"/>
              <a:t>init</a:t>
            </a:r>
            <a:r>
              <a:rPr lang="en-US" dirty="0"/>
              <a:t> - 1 time</a:t>
            </a:r>
            <a:endParaRPr lang="en-BE" dirty="0"/>
          </a:p>
        </p:txBody>
      </p:sp>
      <p:sp>
        <p:nvSpPr>
          <p:cNvPr id="4" name="Footer Placeholder 3">
            <a:extLst>
              <a:ext uri="{FF2B5EF4-FFF2-40B4-BE49-F238E27FC236}">
                <a16:creationId xmlns:a16="http://schemas.microsoft.com/office/drawing/2014/main" id="{8C9937E8-0381-FB92-F8B6-D76512A3EF1C}"/>
              </a:ext>
            </a:extLst>
          </p:cNvPr>
          <p:cNvSpPr>
            <a:spLocks noGrp="1"/>
          </p:cNvSpPr>
          <p:nvPr>
            <p:ph type="ftr" sz="quarter" idx="3"/>
          </p:nvPr>
        </p:nvSpPr>
        <p:spPr/>
        <p:txBody>
          <a:bodyPr/>
          <a:lstStyle/>
          <a:p>
            <a:r>
              <a:rPr lang="en-US" dirty="0"/>
              <a:t>© 2023 NetApp, Inc. All rights reserved.  — NETAPP CONFIDENTIAL — </a:t>
            </a:r>
          </a:p>
        </p:txBody>
      </p:sp>
    </p:spTree>
    <p:extLst>
      <p:ext uri="{BB962C8B-B14F-4D97-AF65-F5344CB8AC3E}">
        <p14:creationId xmlns:p14="http://schemas.microsoft.com/office/powerpoint/2010/main" val="3252688674"/>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1D0AB-07B0-70DE-0D2F-21CDBDB0C0F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C641041-EA70-9F9C-5A88-ABA6F13EC6D0}"/>
              </a:ext>
            </a:extLst>
          </p:cNvPr>
          <p:cNvSpPr>
            <a:spLocks noGrp="1"/>
          </p:cNvSpPr>
          <p:nvPr>
            <p:ph type="title"/>
          </p:nvPr>
        </p:nvSpPr>
        <p:spPr/>
        <p:txBody>
          <a:bodyPr/>
          <a:lstStyle/>
          <a:p>
            <a:r>
              <a:rPr lang="en-US" dirty="0"/>
              <a:t>Setup git</a:t>
            </a:r>
            <a:endParaRPr lang="en-BE" dirty="0"/>
          </a:p>
        </p:txBody>
      </p:sp>
      <p:sp>
        <p:nvSpPr>
          <p:cNvPr id="7" name="Content Placeholder 6">
            <a:extLst>
              <a:ext uri="{FF2B5EF4-FFF2-40B4-BE49-F238E27FC236}">
                <a16:creationId xmlns:a16="http://schemas.microsoft.com/office/drawing/2014/main" id="{B7F7C5DD-7782-27F2-3838-846E5667945A}"/>
              </a:ext>
            </a:extLst>
          </p:cNvPr>
          <p:cNvSpPr>
            <a:spLocks noGrp="1"/>
          </p:cNvSpPr>
          <p:nvPr>
            <p:ph sz="quarter" idx="14"/>
          </p:nvPr>
        </p:nvSpPr>
        <p:spPr>
          <a:xfrm>
            <a:off x="263031" y="1733552"/>
            <a:ext cx="11090769" cy="4514847"/>
          </a:xfrm>
        </p:spPr>
        <p:txBody>
          <a:bodyPr/>
          <a:lstStyle/>
          <a:p>
            <a:pPr marL="228804" lvl="1" indent="0">
              <a:buNone/>
            </a:pPr>
            <a:r>
              <a:rPr lang="en-US" dirty="0">
                <a:solidFill>
                  <a:schemeClr val="accent3"/>
                </a:solidFill>
                <a:latin typeface="Consolas" panose="020B0609020204030204" pitchFamily="49" charset="0"/>
              </a:rPr>
              <a:t>git clone </a:t>
            </a:r>
            <a:r>
              <a:rPr lang="en-US" dirty="0">
                <a:solidFill>
                  <a:schemeClr val="accent3"/>
                </a:solidFill>
                <a:latin typeface="Consolas" panose="020B0609020204030204" pitchFamily="49" charset="0"/>
                <a:hlinkClick r:id="rId3">
                  <a:extLst>
                    <a:ext uri="{A12FA001-AC4F-418D-AE19-62706E023703}">
                      <ahyp:hlinkClr xmlns:ahyp="http://schemas.microsoft.com/office/drawing/2018/hyperlinkcolor" val="tx"/>
                    </a:ext>
                  </a:extLst>
                </a:hlinkClick>
              </a:rPr>
              <a:t>https://github.com/</a:t>
            </a:r>
            <a:r>
              <a:rPr lang="en-US" dirty="0">
                <a:solidFill>
                  <a:schemeClr val="accent3"/>
                </a:solidFill>
                <a:latin typeface="Consolas" panose="020B0609020204030204" pitchFamily="49" charset="0"/>
              </a:rPr>
              <a:t>xxx/yyy.git </a:t>
            </a:r>
            <a:r>
              <a:rPr lang="en-US" dirty="0"/>
              <a:t>(all in one =&gt; </a:t>
            </a:r>
            <a:r>
              <a:rPr lang="en-US" dirty="0" err="1"/>
              <a:t>github</a:t>
            </a:r>
            <a:r>
              <a:rPr lang="en-US" dirty="0"/>
              <a:t> to local)</a:t>
            </a:r>
            <a:endParaRPr lang="en-US" dirty="0">
              <a:solidFill>
                <a:schemeClr val="accent3"/>
              </a:solidFill>
              <a:latin typeface="Consolas" panose="020B0609020204030204" pitchFamily="49" charset="0"/>
            </a:endParaRPr>
          </a:p>
          <a:p>
            <a:pPr marL="228804" lvl="1" indent="0">
              <a:buNone/>
            </a:pPr>
            <a:br>
              <a:rPr lang="en-US" dirty="0"/>
            </a:br>
            <a:r>
              <a:rPr lang="en-US" b="1" u="sng" dirty="0"/>
              <a:t>NOTE:</a:t>
            </a:r>
            <a:br>
              <a:rPr lang="en-US" b="1" u="sng" dirty="0"/>
            </a:br>
            <a:br>
              <a:rPr lang="en-US" dirty="0"/>
            </a:br>
            <a:r>
              <a:rPr lang="en-US" dirty="0"/>
              <a:t>If you have multiple git accounts and the --global can cause confusion, do this :</a:t>
            </a:r>
          </a:p>
          <a:p>
            <a:pPr marL="228804" lvl="1" indent="0">
              <a:buNone/>
            </a:pPr>
            <a:br>
              <a:rPr lang="en-US" dirty="0">
                <a:latin typeface="Consolas" panose="020B0609020204030204" pitchFamily="49" charset="0"/>
              </a:rPr>
            </a:br>
            <a:r>
              <a:rPr lang="en-US" dirty="0">
                <a:latin typeface="Consolas" panose="020B0609020204030204" pitchFamily="49" charset="0"/>
              </a:rPr>
              <a:t>	</a:t>
            </a:r>
            <a:r>
              <a:rPr lang="en-US" dirty="0">
                <a:solidFill>
                  <a:schemeClr val="accent3"/>
                </a:solidFill>
                <a:latin typeface="Consolas" panose="020B0609020204030204" pitchFamily="49" charset="0"/>
              </a:rPr>
              <a:t>https://</a:t>
            </a:r>
            <a:r>
              <a:rPr lang="en-US" i="1" dirty="0">
                <a:solidFill>
                  <a:srgbClr val="00B0F0"/>
                </a:solidFill>
                <a:latin typeface="Consolas" panose="020B0609020204030204" pitchFamily="49" charset="0"/>
              </a:rPr>
              <a:t>your_git_user</a:t>
            </a:r>
            <a:r>
              <a:rPr lang="en-US" i="1" dirty="0">
                <a:solidFill>
                  <a:schemeClr val="accent3"/>
                </a:solidFill>
                <a:latin typeface="Consolas" panose="020B0609020204030204" pitchFamily="49" charset="0"/>
              </a:rPr>
              <a:t>:</a:t>
            </a:r>
            <a:r>
              <a:rPr lang="en-US" i="1" dirty="0">
                <a:solidFill>
                  <a:srgbClr val="00B0F0"/>
                </a:solidFill>
                <a:latin typeface="Consolas" panose="020B0609020204030204" pitchFamily="49" charset="0"/>
              </a:rPr>
              <a:t>ghp_xxx</a:t>
            </a:r>
            <a:r>
              <a:rPr lang="en-US" dirty="0">
                <a:solidFill>
                  <a:schemeClr val="accent3"/>
                </a:solidFill>
                <a:latin typeface="Consolas" panose="020B0609020204030204" pitchFamily="49" charset="0"/>
              </a:rPr>
              <a:t>@github.com/xxx/yyy.git</a:t>
            </a:r>
          </a:p>
          <a:p>
            <a:pPr marL="228804" lvl="1" indent="0">
              <a:buNone/>
            </a:pPr>
            <a:r>
              <a:rPr lang="en-US" dirty="0"/>
              <a:t>	or</a:t>
            </a:r>
            <a:r>
              <a:rPr lang="en-US" dirty="0">
                <a:latin typeface="Consolas" panose="020B0609020204030204" pitchFamily="49" charset="0"/>
              </a:rPr>
              <a:t>	</a:t>
            </a:r>
            <a:r>
              <a:rPr lang="en-US" dirty="0">
                <a:solidFill>
                  <a:schemeClr val="accent3"/>
                </a:solidFill>
                <a:latin typeface="Consolas" panose="020B0609020204030204" pitchFamily="49" charset="0"/>
              </a:rPr>
              <a:t>https://</a:t>
            </a:r>
            <a:r>
              <a:rPr lang="en-US" dirty="0">
                <a:solidFill>
                  <a:srgbClr val="00B0F0"/>
                </a:solidFill>
                <a:latin typeface="Consolas" panose="020B0609020204030204" pitchFamily="49" charset="0"/>
              </a:rPr>
              <a:t>oauth2</a:t>
            </a:r>
            <a:r>
              <a:rPr lang="en-US" dirty="0">
                <a:solidFill>
                  <a:schemeClr val="accent3"/>
                </a:solidFill>
                <a:latin typeface="Consolas" panose="020B0609020204030204" pitchFamily="49" charset="0"/>
              </a:rPr>
              <a:t>:</a:t>
            </a:r>
            <a:r>
              <a:rPr lang="en-US" i="1" dirty="0">
                <a:solidFill>
                  <a:srgbClr val="00B0F0"/>
                </a:solidFill>
                <a:latin typeface="Consolas" panose="020B0609020204030204" pitchFamily="49" charset="0"/>
              </a:rPr>
              <a:t>ghp_xxx</a:t>
            </a:r>
            <a:r>
              <a:rPr lang="en-US" dirty="0">
                <a:solidFill>
                  <a:schemeClr val="accent3"/>
                </a:solidFill>
                <a:latin typeface="Consolas" panose="020B0609020204030204" pitchFamily="49" charset="0"/>
              </a:rPr>
              <a:t>@github.com/xxx/yyy.git</a:t>
            </a:r>
          </a:p>
          <a:p>
            <a:pPr marL="228804" lvl="1" indent="0">
              <a:buNone/>
            </a:pPr>
            <a:r>
              <a:rPr lang="en-US" dirty="0">
                <a:solidFill>
                  <a:schemeClr val="accent3"/>
                </a:solidFill>
                <a:latin typeface="Consolas" panose="020B0609020204030204" pitchFamily="49" charset="0"/>
              </a:rPr>
              <a:t>	</a:t>
            </a:r>
            <a:r>
              <a:rPr lang="en-US" dirty="0"/>
              <a:t>or</a:t>
            </a:r>
            <a:r>
              <a:rPr lang="en-US" dirty="0">
                <a:solidFill>
                  <a:schemeClr val="accent3"/>
                </a:solidFill>
                <a:latin typeface="Consolas" panose="020B0609020204030204" pitchFamily="49" charset="0"/>
              </a:rPr>
              <a:t>	https://</a:t>
            </a:r>
            <a:r>
              <a:rPr lang="en-US" i="1" dirty="0">
                <a:solidFill>
                  <a:srgbClr val="00B0F0"/>
                </a:solidFill>
                <a:latin typeface="Consolas" panose="020B0609020204030204" pitchFamily="49" charset="0"/>
              </a:rPr>
              <a:t>ghp_xxx</a:t>
            </a:r>
            <a:r>
              <a:rPr lang="en-US" dirty="0">
                <a:solidFill>
                  <a:schemeClr val="accent3"/>
                </a:solidFill>
                <a:latin typeface="Consolas" panose="020B0609020204030204" pitchFamily="49" charset="0"/>
              </a:rPr>
              <a:t>@github.com/xxx/yyy.git</a:t>
            </a:r>
          </a:p>
          <a:p>
            <a:pPr marL="228804" lvl="1" indent="0">
              <a:buNone/>
            </a:pPr>
            <a:endParaRPr lang="en-US" dirty="0">
              <a:solidFill>
                <a:schemeClr val="accent3"/>
              </a:solidFill>
              <a:latin typeface="Consolas" panose="020B0609020204030204" pitchFamily="49" charset="0"/>
            </a:endParaRPr>
          </a:p>
          <a:p>
            <a:pPr marL="228804" lvl="1" indent="0">
              <a:buNone/>
            </a:pPr>
            <a:r>
              <a:rPr lang="en-US" dirty="0"/>
              <a:t>Because the token contains the user too, the user is optional in the </a:t>
            </a:r>
            <a:r>
              <a:rPr lang="en-US" dirty="0" err="1"/>
              <a:t>url</a:t>
            </a:r>
            <a:r>
              <a:rPr lang="en-US" dirty="0"/>
              <a:t>, but sometimes they add it for clarity.</a:t>
            </a:r>
            <a:br>
              <a:rPr lang="en-US" dirty="0"/>
            </a:br>
            <a:br>
              <a:rPr lang="en-US" dirty="0"/>
            </a:br>
            <a:r>
              <a:rPr lang="en-US" b="1" dirty="0"/>
              <a:t>NOTE</a:t>
            </a:r>
            <a:r>
              <a:rPr lang="en-US" dirty="0"/>
              <a:t> : clone does </a:t>
            </a:r>
            <a:r>
              <a:rPr lang="en-US" dirty="0" err="1"/>
              <a:t>init</a:t>
            </a:r>
            <a:r>
              <a:rPr lang="en-US" dirty="0"/>
              <a:t> + fetch + checkout (auto select default branch ~ usually main)</a:t>
            </a:r>
          </a:p>
          <a:p>
            <a:pPr marL="228804" lvl="1" indent="0">
              <a:buNone/>
            </a:pPr>
            <a:endParaRPr lang="en-US" dirty="0">
              <a:solidFill>
                <a:schemeClr val="accent3"/>
              </a:solidFill>
            </a:endParaRPr>
          </a:p>
          <a:p>
            <a:pPr lvl="1"/>
            <a:endParaRPr lang="en-US" dirty="0"/>
          </a:p>
          <a:p>
            <a:pPr lvl="1"/>
            <a:endParaRPr lang="en-US" dirty="0"/>
          </a:p>
        </p:txBody>
      </p:sp>
      <p:sp>
        <p:nvSpPr>
          <p:cNvPr id="6" name="Text Placeholder 5">
            <a:extLst>
              <a:ext uri="{FF2B5EF4-FFF2-40B4-BE49-F238E27FC236}">
                <a16:creationId xmlns:a16="http://schemas.microsoft.com/office/drawing/2014/main" id="{C966BB3E-19AA-83B4-63B9-B73750278551}"/>
              </a:ext>
            </a:extLst>
          </p:cNvPr>
          <p:cNvSpPr>
            <a:spLocks noGrp="1"/>
          </p:cNvSpPr>
          <p:nvPr>
            <p:ph type="body" idx="10"/>
          </p:nvPr>
        </p:nvSpPr>
        <p:spPr/>
        <p:txBody>
          <a:bodyPr/>
          <a:lstStyle/>
          <a:p>
            <a:r>
              <a:rPr lang="en-US" dirty="0"/>
              <a:t>How to grab an existing repo into a new local folder</a:t>
            </a:r>
            <a:endParaRPr lang="en-BE" dirty="0"/>
          </a:p>
        </p:txBody>
      </p:sp>
      <p:sp>
        <p:nvSpPr>
          <p:cNvPr id="4" name="Footer Placeholder 3">
            <a:extLst>
              <a:ext uri="{FF2B5EF4-FFF2-40B4-BE49-F238E27FC236}">
                <a16:creationId xmlns:a16="http://schemas.microsoft.com/office/drawing/2014/main" id="{A7B157F3-87F8-C84F-3964-2492F2620043}"/>
              </a:ext>
            </a:extLst>
          </p:cNvPr>
          <p:cNvSpPr>
            <a:spLocks noGrp="1"/>
          </p:cNvSpPr>
          <p:nvPr>
            <p:ph type="ftr" sz="quarter" idx="3"/>
          </p:nvPr>
        </p:nvSpPr>
        <p:spPr/>
        <p:txBody>
          <a:bodyPr/>
          <a:lstStyle/>
          <a:p>
            <a:r>
              <a:rPr lang="en-US" dirty="0"/>
              <a:t>© 2023 NetApp, Inc. All rights reserved.  — NETAPP CONFIDENTIAL — </a:t>
            </a:r>
          </a:p>
        </p:txBody>
      </p:sp>
    </p:spTree>
    <p:extLst>
      <p:ext uri="{BB962C8B-B14F-4D97-AF65-F5344CB8AC3E}">
        <p14:creationId xmlns:p14="http://schemas.microsoft.com/office/powerpoint/2010/main" val="831209676"/>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7B629-9872-A863-52D1-249B316C367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448B1FF-ED4C-8BD0-1D5F-36B9FBC128B5}"/>
              </a:ext>
            </a:extLst>
          </p:cNvPr>
          <p:cNvSpPr>
            <a:spLocks noGrp="1"/>
          </p:cNvSpPr>
          <p:nvPr>
            <p:ph type="title"/>
          </p:nvPr>
        </p:nvSpPr>
        <p:spPr/>
        <p:txBody>
          <a:bodyPr/>
          <a:lstStyle/>
          <a:p>
            <a:r>
              <a:rPr lang="en-US" dirty="0"/>
              <a:t>Setup git</a:t>
            </a:r>
            <a:endParaRPr lang="en-BE" dirty="0"/>
          </a:p>
        </p:txBody>
      </p:sp>
      <p:sp>
        <p:nvSpPr>
          <p:cNvPr id="7" name="Content Placeholder 6">
            <a:extLst>
              <a:ext uri="{FF2B5EF4-FFF2-40B4-BE49-F238E27FC236}">
                <a16:creationId xmlns:a16="http://schemas.microsoft.com/office/drawing/2014/main" id="{618EBD95-36E3-3031-FD2E-FA0DE989EC50}"/>
              </a:ext>
            </a:extLst>
          </p:cNvPr>
          <p:cNvSpPr>
            <a:spLocks noGrp="1"/>
          </p:cNvSpPr>
          <p:nvPr>
            <p:ph sz="quarter" idx="14"/>
          </p:nvPr>
        </p:nvSpPr>
        <p:spPr>
          <a:xfrm>
            <a:off x="263031" y="1733552"/>
            <a:ext cx="11090769" cy="4514847"/>
          </a:xfrm>
        </p:spPr>
        <p:txBody>
          <a:bodyPr/>
          <a:lstStyle/>
          <a:p>
            <a:pPr marL="228804" lvl="1" indent="0">
              <a:buNone/>
            </a:pPr>
            <a:endParaRPr lang="en-US" dirty="0">
              <a:solidFill>
                <a:schemeClr val="accent3"/>
              </a:solidFill>
              <a:latin typeface="Consolas" panose="020B0609020204030204" pitchFamily="49" charset="0"/>
            </a:endParaRPr>
          </a:p>
          <a:p>
            <a:pPr marL="228804" lvl="1" indent="0">
              <a:buNone/>
            </a:pPr>
            <a:r>
              <a:rPr lang="en-US" dirty="0">
                <a:solidFill>
                  <a:schemeClr val="accent3"/>
                </a:solidFill>
                <a:latin typeface="Consolas" panose="020B0609020204030204" pitchFamily="49" charset="0"/>
              </a:rPr>
              <a:t>git </a:t>
            </a:r>
            <a:r>
              <a:rPr lang="en-US" dirty="0" err="1">
                <a:solidFill>
                  <a:schemeClr val="accent3"/>
                </a:solidFill>
                <a:latin typeface="Consolas" panose="020B0609020204030204" pitchFamily="49" charset="0"/>
              </a:rPr>
              <a:t>init</a:t>
            </a:r>
            <a:r>
              <a:rPr lang="en-US" dirty="0">
                <a:solidFill>
                  <a:schemeClr val="accent3"/>
                </a:solidFill>
                <a:latin typeface="Consolas" panose="020B0609020204030204" pitchFamily="49" charset="0"/>
              </a:rPr>
              <a:t>                 </a:t>
            </a:r>
            <a:r>
              <a:rPr lang="en-US" dirty="0">
                <a:latin typeface="Consolas" panose="020B0609020204030204" pitchFamily="49" charset="0"/>
              </a:rPr>
              <a:t># create a .git folder</a:t>
            </a:r>
            <a:endParaRPr lang="en-US" dirty="0">
              <a:solidFill>
                <a:schemeClr val="accent3"/>
              </a:solidFill>
              <a:latin typeface="Consolas" panose="020B0609020204030204" pitchFamily="49" charset="0"/>
            </a:endParaRPr>
          </a:p>
          <a:p>
            <a:pPr marL="228804" lvl="1" indent="0">
              <a:buNone/>
            </a:pPr>
            <a:r>
              <a:rPr lang="en-US" dirty="0">
                <a:solidFill>
                  <a:schemeClr val="accent3"/>
                </a:solidFill>
                <a:latin typeface="Consolas" panose="020B0609020204030204" pitchFamily="49" charset="0"/>
              </a:rPr>
              <a:t>git branch -M main       </a:t>
            </a:r>
            <a:r>
              <a:rPr lang="en-US" dirty="0">
                <a:latin typeface="Consolas" panose="020B0609020204030204" pitchFamily="49" charset="0"/>
              </a:rPr>
              <a:t># set the local branch to “main” =&gt; (older git uses master)</a:t>
            </a:r>
          </a:p>
          <a:p>
            <a:pPr marL="228804" lvl="1" indent="0">
              <a:buNone/>
            </a:pPr>
            <a:r>
              <a:rPr lang="en-US" dirty="0">
                <a:solidFill>
                  <a:schemeClr val="accent3"/>
                </a:solidFill>
                <a:latin typeface="Consolas" panose="020B0609020204030204" pitchFamily="49" charset="0"/>
              </a:rPr>
              <a:t>git remote add origin https://github.com/xxx/yyy.git   </a:t>
            </a:r>
            <a:r>
              <a:rPr lang="en-US" dirty="0">
                <a:latin typeface="Consolas" panose="020B0609020204030204" pitchFamily="49" charset="0"/>
              </a:rPr>
              <a:t># where is the remote repo?</a:t>
            </a:r>
            <a:br>
              <a:rPr lang="en-US" dirty="0">
                <a:latin typeface="Consolas" panose="020B0609020204030204" pitchFamily="49" charset="0"/>
              </a:rPr>
            </a:br>
            <a:br>
              <a:rPr lang="en-US" dirty="0">
                <a:latin typeface="Consolas" panose="020B0609020204030204" pitchFamily="49" charset="0"/>
              </a:rPr>
            </a:br>
            <a:r>
              <a:rPr lang="en-US" dirty="0">
                <a:latin typeface="Consolas" panose="020B0609020204030204" pitchFamily="49" charset="0"/>
              </a:rPr>
              <a:t>Depending on what you want to do, you can now take action</a:t>
            </a:r>
            <a:br>
              <a:rPr lang="en-US" dirty="0">
                <a:latin typeface="Consolas" panose="020B0609020204030204" pitchFamily="49" charset="0"/>
              </a:rPr>
            </a:br>
            <a:r>
              <a:rPr lang="en-US" dirty="0">
                <a:latin typeface="Consolas" panose="020B0609020204030204" pitchFamily="49" charset="0"/>
              </a:rPr>
              <a:t>=&gt; remote to local ?</a:t>
            </a:r>
          </a:p>
          <a:p>
            <a:pPr marL="228804" lvl="1" indent="0">
              <a:buNone/>
            </a:pPr>
            <a:r>
              <a:rPr lang="en-US" dirty="0">
                <a:solidFill>
                  <a:schemeClr val="accent3"/>
                </a:solidFill>
                <a:latin typeface="Consolas" panose="020B0609020204030204" pitchFamily="49" charset="0"/>
              </a:rPr>
              <a:t>git fetch origin</a:t>
            </a:r>
          </a:p>
          <a:p>
            <a:pPr marL="228804" lvl="1" indent="0">
              <a:buNone/>
            </a:pPr>
            <a:r>
              <a:rPr lang="en-US" dirty="0">
                <a:solidFill>
                  <a:schemeClr val="accent3"/>
                </a:solidFill>
                <a:latin typeface="Consolas" panose="020B0609020204030204" pitchFamily="49" charset="0"/>
              </a:rPr>
              <a:t>git checkout main</a:t>
            </a:r>
          </a:p>
          <a:p>
            <a:pPr marL="228804" lvl="1" indent="0">
              <a:buNone/>
            </a:pPr>
            <a:br>
              <a:rPr lang="en-US" dirty="0">
                <a:solidFill>
                  <a:schemeClr val="accent3"/>
                </a:solidFill>
                <a:latin typeface="Consolas" panose="020B0609020204030204" pitchFamily="49" charset="0"/>
              </a:rPr>
            </a:br>
            <a:r>
              <a:rPr lang="en-US" dirty="0">
                <a:latin typeface="Consolas" panose="020B0609020204030204" pitchFamily="49" charset="0"/>
              </a:rPr>
              <a:t>=&gt; local to remote ?</a:t>
            </a:r>
            <a:br>
              <a:rPr lang="en-US" dirty="0">
                <a:solidFill>
                  <a:schemeClr val="accent3"/>
                </a:solidFill>
                <a:latin typeface="Consolas" panose="020B0609020204030204" pitchFamily="49" charset="0"/>
              </a:rPr>
            </a:br>
            <a:r>
              <a:rPr lang="en-US" dirty="0">
                <a:solidFill>
                  <a:schemeClr val="accent3"/>
                </a:solidFill>
                <a:latin typeface="Consolas" panose="020B0609020204030204" pitchFamily="49" charset="0"/>
              </a:rPr>
              <a:t>git add .</a:t>
            </a:r>
            <a:br>
              <a:rPr lang="en-US" dirty="0">
                <a:solidFill>
                  <a:schemeClr val="accent3"/>
                </a:solidFill>
                <a:latin typeface="Consolas" panose="020B0609020204030204" pitchFamily="49" charset="0"/>
              </a:rPr>
            </a:br>
            <a:r>
              <a:rPr lang="en-US" dirty="0">
                <a:solidFill>
                  <a:schemeClr val="accent3"/>
                </a:solidFill>
                <a:latin typeface="Consolas" panose="020B0609020204030204" pitchFamily="49" charset="0"/>
              </a:rPr>
              <a:t>git commit -m “Initial commit”</a:t>
            </a:r>
            <a:br>
              <a:rPr lang="en-US" dirty="0">
                <a:solidFill>
                  <a:schemeClr val="accent3"/>
                </a:solidFill>
                <a:latin typeface="Consolas" panose="020B0609020204030204" pitchFamily="49" charset="0"/>
              </a:rPr>
            </a:br>
            <a:r>
              <a:rPr lang="en-US" dirty="0">
                <a:solidFill>
                  <a:schemeClr val="accent3"/>
                </a:solidFill>
                <a:latin typeface="Consolas" panose="020B0609020204030204" pitchFamily="49" charset="0"/>
              </a:rPr>
              <a:t>git push -u origin main</a:t>
            </a:r>
          </a:p>
          <a:p>
            <a:pPr marL="228804" lvl="1" indent="0">
              <a:buNone/>
            </a:pPr>
            <a:endParaRPr lang="en-US" dirty="0">
              <a:solidFill>
                <a:schemeClr val="accent3"/>
              </a:solidFill>
              <a:latin typeface="Consolas" panose="020B0609020204030204" pitchFamily="49" charset="0"/>
            </a:endParaRPr>
          </a:p>
        </p:txBody>
      </p:sp>
      <p:sp>
        <p:nvSpPr>
          <p:cNvPr id="6" name="Text Placeholder 5">
            <a:extLst>
              <a:ext uri="{FF2B5EF4-FFF2-40B4-BE49-F238E27FC236}">
                <a16:creationId xmlns:a16="http://schemas.microsoft.com/office/drawing/2014/main" id="{53A951DB-919F-9230-DDC5-0114C576CB3C}"/>
              </a:ext>
            </a:extLst>
          </p:cNvPr>
          <p:cNvSpPr>
            <a:spLocks noGrp="1"/>
          </p:cNvSpPr>
          <p:nvPr>
            <p:ph type="body" idx="10"/>
          </p:nvPr>
        </p:nvSpPr>
        <p:spPr/>
        <p:txBody>
          <a:bodyPr/>
          <a:lstStyle/>
          <a:p>
            <a:r>
              <a:rPr lang="en-US" dirty="0"/>
              <a:t>Manual connection between local &amp; remote (if local folder already exists)</a:t>
            </a:r>
            <a:endParaRPr lang="en-BE" dirty="0"/>
          </a:p>
        </p:txBody>
      </p:sp>
      <p:sp>
        <p:nvSpPr>
          <p:cNvPr id="4" name="Footer Placeholder 3">
            <a:extLst>
              <a:ext uri="{FF2B5EF4-FFF2-40B4-BE49-F238E27FC236}">
                <a16:creationId xmlns:a16="http://schemas.microsoft.com/office/drawing/2014/main" id="{E137BF89-C905-229B-9734-002B51B08CC3}"/>
              </a:ext>
            </a:extLst>
          </p:cNvPr>
          <p:cNvSpPr>
            <a:spLocks noGrp="1"/>
          </p:cNvSpPr>
          <p:nvPr>
            <p:ph type="ftr" sz="quarter" idx="3"/>
          </p:nvPr>
        </p:nvSpPr>
        <p:spPr/>
        <p:txBody>
          <a:bodyPr/>
          <a:lstStyle/>
          <a:p>
            <a:r>
              <a:rPr lang="en-US" dirty="0"/>
              <a:t>© 2023 NetApp, Inc. All rights reserved.  — NETAPP CONFIDENTIAL — </a:t>
            </a:r>
          </a:p>
        </p:txBody>
      </p:sp>
    </p:spTree>
    <p:extLst>
      <p:ext uri="{BB962C8B-B14F-4D97-AF65-F5344CB8AC3E}">
        <p14:creationId xmlns:p14="http://schemas.microsoft.com/office/powerpoint/2010/main" val="3511478149"/>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559E0-EE56-0C93-BC7A-191FD116FB8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2EE1B42-A8D8-80EA-EA20-E1B459583009}"/>
              </a:ext>
            </a:extLst>
          </p:cNvPr>
          <p:cNvSpPr>
            <a:spLocks noGrp="1"/>
          </p:cNvSpPr>
          <p:nvPr>
            <p:ph type="title"/>
          </p:nvPr>
        </p:nvSpPr>
        <p:spPr/>
        <p:txBody>
          <a:bodyPr/>
          <a:lstStyle/>
          <a:p>
            <a:r>
              <a:rPr lang="en-US" dirty="0"/>
              <a:t>Setup git</a:t>
            </a:r>
            <a:endParaRPr lang="en-BE" dirty="0"/>
          </a:p>
        </p:txBody>
      </p:sp>
      <p:sp>
        <p:nvSpPr>
          <p:cNvPr id="7" name="Content Placeholder 6">
            <a:extLst>
              <a:ext uri="{FF2B5EF4-FFF2-40B4-BE49-F238E27FC236}">
                <a16:creationId xmlns:a16="http://schemas.microsoft.com/office/drawing/2014/main" id="{1B3A431A-32FD-1C8F-A870-5E50E91525CE}"/>
              </a:ext>
            </a:extLst>
          </p:cNvPr>
          <p:cNvSpPr>
            <a:spLocks noGrp="1"/>
          </p:cNvSpPr>
          <p:nvPr>
            <p:ph sz="quarter" idx="14"/>
          </p:nvPr>
        </p:nvSpPr>
        <p:spPr>
          <a:xfrm>
            <a:off x="263031" y="1733552"/>
            <a:ext cx="11090769" cy="4514847"/>
          </a:xfrm>
        </p:spPr>
        <p:txBody>
          <a:bodyPr/>
          <a:lstStyle/>
          <a:p>
            <a:pPr marL="228804" lvl="1" indent="0">
              <a:buNone/>
            </a:pPr>
            <a:br>
              <a:rPr lang="en-US" dirty="0">
                <a:solidFill>
                  <a:schemeClr val="accent3"/>
                </a:solidFill>
                <a:latin typeface="Consolas" panose="020B0609020204030204" pitchFamily="49" charset="0"/>
              </a:rPr>
            </a:br>
            <a:r>
              <a:rPr lang="en-US" dirty="0">
                <a:solidFill>
                  <a:schemeClr val="accent3"/>
                </a:solidFill>
                <a:latin typeface="Consolas" panose="020B0609020204030204" pitchFamily="49" charset="0"/>
              </a:rPr>
              <a:t>git add ./secrets.txt               </a:t>
            </a:r>
            <a:r>
              <a:rPr lang="en-US" dirty="0">
                <a:latin typeface="Consolas" panose="020B0609020204030204" pitchFamily="49" charset="0"/>
              </a:rPr>
              <a:t># stage a change file</a:t>
            </a:r>
          </a:p>
          <a:p>
            <a:pPr marL="228804" lvl="1" indent="0">
              <a:buNone/>
            </a:pPr>
            <a:r>
              <a:rPr lang="en-US" dirty="0">
                <a:solidFill>
                  <a:schemeClr val="accent3"/>
                </a:solidFill>
                <a:latin typeface="Consolas" panose="020B0609020204030204" pitchFamily="49" charset="0"/>
              </a:rPr>
              <a:t>git commit -m "secrets"             </a:t>
            </a:r>
            <a:r>
              <a:rPr lang="en-US" dirty="0">
                <a:latin typeface="Consolas" panose="020B0609020204030204" pitchFamily="49" charset="0"/>
              </a:rPr>
              <a:t># prepare for upload</a:t>
            </a:r>
          </a:p>
          <a:p>
            <a:pPr marL="228804" lvl="1" indent="0">
              <a:buNone/>
            </a:pPr>
            <a:r>
              <a:rPr lang="en-US" dirty="0">
                <a:latin typeface="Consolas" panose="020B0609020204030204" pitchFamily="49" charset="0"/>
              </a:rPr>
              <a:t>---- OOPS made a mistake, secrets cannot be uploaded</a:t>
            </a:r>
          </a:p>
          <a:p>
            <a:pPr marL="228804" lvl="1" indent="0">
              <a:buNone/>
            </a:pPr>
            <a:r>
              <a:rPr lang="en-US" dirty="0">
                <a:solidFill>
                  <a:schemeClr val="accent3"/>
                </a:solidFill>
                <a:latin typeface="Consolas" panose="020B0609020204030204" pitchFamily="49" charset="0"/>
              </a:rPr>
              <a:t>git reset HEAD~1 ./secrets.txt      </a:t>
            </a:r>
            <a:r>
              <a:rPr lang="en-US" dirty="0">
                <a:latin typeface="Consolas" panose="020B0609020204030204" pitchFamily="49" charset="0"/>
              </a:rPr>
              <a:t># undo commit of file.txt</a:t>
            </a:r>
          </a:p>
          <a:p>
            <a:pPr marL="228804" lvl="1" indent="0">
              <a:buNone/>
            </a:pPr>
            <a:r>
              <a:rPr lang="en-US" dirty="0">
                <a:solidFill>
                  <a:schemeClr val="accent3"/>
                </a:solidFill>
                <a:latin typeface="Consolas" panose="020B0609020204030204" pitchFamily="49" charset="0"/>
              </a:rPr>
              <a:t>git restore --staged ./secrets.txt  </a:t>
            </a:r>
            <a:r>
              <a:rPr lang="en-US" dirty="0">
                <a:latin typeface="Consolas" panose="020B0609020204030204" pitchFamily="49" charset="0"/>
              </a:rPr>
              <a:t># undo commit (and bring back to stage)</a:t>
            </a:r>
          </a:p>
          <a:p>
            <a:pPr marL="228804" lvl="1" indent="0">
              <a:buNone/>
            </a:pPr>
            <a:r>
              <a:rPr lang="en-US" dirty="0">
                <a:solidFill>
                  <a:schemeClr val="accent3"/>
                </a:solidFill>
                <a:latin typeface="Consolas" panose="020B0609020204030204" pitchFamily="49" charset="0"/>
              </a:rPr>
              <a:t>echo "secrets.*" &gt;&gt; .</a:t>
            </a:r>
            <a:r>
              <a:rPr lang="en-US" dirty="0" err="1">
                <a:solidFill>
                  <a:schemeClr val="accent3"/>
                </a:solidFill>
                <a:latin typeface="Consolas" panose="020B0609020204030204" pitchFamily="49" charset="0"/>
              </a:rPr>
              <a:t>gitignore</a:t>
            </a:r>
            <a:r>
              <a:rPr lang="en-US" dirty="0">
                <a:solidFill>
                  <a:schemeClr val="accent3"/>
                </a:solidFill>
                <a:latin typeface="Consolas" panose="020B0609020204030204" pitchFamily="49" charset="0"/>
              </a:rPr>
              <a:t>      </a:t>
            </a:r>
            <a:r>
              <a:rPr lang="en-US" dirty="0">
                <a:latin typeface="Consolas" panose="020B0609020204030204" pitchFamily="49" charset="0"/>
              </a:rPr>
              <a:t># tell git never to track secrets files</a:t>
            </a:r>
            <a:br>
              <a:rPr lang="en-US" dirty="0">
                <a:latin typeface="Consolas" panose="020B0609020204030204" pitchFamily="49" charset="0"/>
              </a:rPr>
            </a:br>
            <a:r>
              <a:rPr lang="en-US" dirty="0">
                <a:solidFill>
                  <a:srgbClr val="00B0F0"/>
                </a:solidFill>
                <a:latin typeface="Consolas" panose="020B0609020204030204" pitchFamily="49" charset="0"/>
              </a:rPr>
              <a:t>git rm --cached ./secrets.txt       </a:t>
            </a:r>
            <a:r>
              <a:rPr lang="en-US" dirty="0">
                <a:latin typeface="Consolas" panose="020B0609020204030204" pitchFamily="49" charset="0"/>
              </a:rPr>
              <a:t># remove remote file (if push was done already)</a:t>
            </a:r>
          </a:p>
          <a:p>
            <a:pPr marL="228804" lvl="1" indent="0">
              <a:buNone/>
            </a:pPr>
            <a:r>
              <a:rPr lang="en-US" dirty="0">
                <a:latin typeface="Consolas" panose="020B0609020204030204" pitchFamily="49" charset="0"/>
              </a:rPr>
              <a:t>---- Upload all instead</a:t>
            </a:r>
          </a:p>
          <a:p>
            <a:pPr marL="228804" lvl="1" indent="0">
              <a:buNone/>
            </a:pPr>
            <a:r>
              <a:rPr lang="en-US" dirty="0">
                <a:solidFill>
                  <a:schemeClr val="accent3"/>
                </a:solidFill>
                <a:latin typeface="Consolas" panose="020B0609020204030204" pitchFamily="49" charset="0"/>
              </a:rPr>
              <a:t>git add .                        </a:t>
            </a:r>
            <a:r>
              <a:rPr lang="en-US" dirty="0">
                <a:latin typeface="Consolas" panose="020B0609020204030204" pitchFamily="49" charset="0"/>
              </a:rPr>
              <a:t># stage all changes (. Means all)</a:t>
            </a:r>
          </a:p>
          <a:p>
            <a:pPr marL="228804" lvl="1" indent="0">
              <a:buNone/>
            </a:pPr>
            <a:r>
              <a:rPr lang="en-US" dirty="0">
                <a:solidFill>
                  <a:schemeClr val="accent3"/>
                </a:solidFill>
                <a:latin typeface="Consolas" panose="020B0609020204030204" pitchFamily="49" charset="0"/>
              </a:rPr>
              <a:t>git commit -m "Initial commit"   </a:t>
            </a:r>
            <a:r>
              <a:rPr lang="en-US" dirty="0">
                <a:latin typeface="Consolas" panose="020B0609020204030204" pitchFamily="49" charset="0"/>
              </a:rPr>
              <a:t># prep change for upload with comment</a:t>
            </a:r>
            <a:endParaRPr lang="en-US" dirty="0">
              <a:solidFill>
                <a:schemeClr val="accent3"/>
              </a:solidFill>
              <a:latin typeface="Consolas" panose="020B0609020204030204" pitchFamily="49" charset="0"/>
            </a:endParaRPr>
          </a:p>
          <a:p>
            <a:pPr marL="228804" lvl="1" indent="0">
              <a:buNone/>
            </a:pPr>
            <a:r>
              <a:rPr lang="en-US" dirty="0">
                <a:solidFill>
                  <a:schemeClr val="accent3"/>
                </a:solidFill>
                <a:latin typeface="Consolas" panose="020B0609020204030204" pitchFamily="49" charset="0"/>
              </a:rPr>
              <a:t>git push -u origin main          </a:t>
            </a:r>
            <a:r>
              <a:rPr lang="en-US" dirty="0">
                <a:latin typeface="Consolas" panose="020B0609020204030204" pitchFamily="49" charset="0"/>
              </a:rPr>
              <a:t># sync the local commits to </a:t>
            </a:r>
            <a:r>
              <a:rPr lang="en-US" b="1" dirty="0">
                <a:latin typeface="Consolas" panose="020B0609020204030204" pitchFamily="49" charset="0"/>
              </a:rPr>
              <a:t>origin</a:t>
            </a:r>
            <a:r>
              <a:rPr lang="en-US" dirty="0">
                <a:latin typeface="Consolas" panose="020B0609020204030204" pitchFamily="49" charset="0"/>
              </a:rPr>
              <a:t>, branch </a:t>
            </a:r>
            <a:r>
              <a:rPr lang="en-US" b="1" dirty="0">
                <a:latin typeface="Consolas" panose="020B0609020204030204" pitchFamily="49" charset="0"/>
              </a:rPr>
              <a:t>main</a:t>
            </a:r>
          </a:p>
          <a:p>
            <a:pPr marL="228804" lvl="1" indent="0">
              <a:buNone/>
            </a:pPr>
            <a:r>
              <a:rPr lang="en-US" dirty="0">
                <a:solidFill>
                  <a:schemeClr val="accent3"/>
                </a:solidFill>
                <a:latin typeface="Consolas" panose="020B0609020204030204" pitchFamily="49" charset="0"/>
              </a:rPr>
              <a:t>git push -u origin main --force  </a:t>
            </a:r>
            <a:r>
              <a:rPr lang="en-US" dirty="0">
                <a:latin typeface="Consolas" panose="020B0609020204030204" pitchFamily="49" charset="0"/>
              </a:rPr>
              <a:t># force sync (overwrite)</a:t>
            </a:r>
            <a:endParaRPr lang="en-US" dirty="0">
              <a:solidFill>
                <a:schemeClr val="accent3"/>
              </a:solidFill>
              <a:latin typeface="Consolas" panose="020B0609020204030204" pitchFamily="49" charset="0"/>
            </a:endParaRPr>
          </a:p>
          <a:p>
            <a:pPr marL="228804" lvl="1" indent="0">
              <a:buNone/>
            </a:pPr>
            <a:r>
              <a:rPr lang="en-US" dirty="0"/>
              <a:t>Note : </a:t>
            </a:r>
            <a:r>
              <a:rPr lang="en-US" dirty="0">
                <a:solidFill>
                  <a:schemeClr val="accent3"/>
                </a:solidFill>
              </a:rPr>
              <a:t>-u</a:t>
            </a:r>
            <a:r>
              <a:rPr lang="en-US" dirty="0"/>
              <a:t> means (remember the connection “</a:t>
            </a:r>
            <a:r>
              <a:rPr lang="en-US" dirty="0">
                <a:solidFill>
                  <a:schemeClr val="accent3"/>
                </a:solidFill>
              </a:rPr>
              <a:t>origin main</a:t>
            </a:r>
            <a:r>
              <a:rPr lang="en-US" dirty="0"/>
              <a:t>”), after this you can go do “</a:t>
            </a:r>
            <a:r>
              <a:rPr lang="en-US" dirty="0">
                <a:solidFill>
                  <a:schemeClr val="accent3"/>
                </a:solidFill>
              </a:rPr>
              <a:t>git push or git pull</a:t>
            </a:r>
            <a:r>
              <a:rPr lang="en-US" dirty="0"/>
              <a:t>”</a:t>
            </a:r>
          </a:p>
        </p:txBody>
      </p:sp>
      <p:sp>
        <p:nvSpPr>
          <p:cNvPr id="6" name="Text Placeholder 5">
            <a:extLst>
              <a:ext uri="{FF2B5EF4-FFF2-40B4-BE49-F238E27FC236}">
                <a16:creationId xmlns:a16="http://schemas.microsoft.com/office/drawing/2014/main" id="{A2B57AF7-BD0C-F6FD-6FB0-903F24FBA64C}"/>
              </a:ext>
            </a:extLst>
          </p:cNvPr>
          <p:cNvSpPr>
            <a:spLocks noGrp="1"/>
          </p:cNvSpPr>
          <p:nvPr>
            <p:ph type="body" idx="10"/>
          </p:nvPr>
        </p:nvSpPr>
        <p:spPr/>
        <p:txBody>
          <a:bodyPr/>
          <a:lstStyle/>
          <a:p>
            <a:r>
              <a:rPr lang="en-US" dirty="0" err="1"/>
              <a:t>Github</a:t>
            </a:r>
            <a:r>
              <a:rPr lang="en-US" dirty="0"/>
              <a:t> actions</a:t>
            </a:r>
            <a:endParaRPr lang="en-BE" dirty="0"/>
          </a:p>
        </p:txBody>
      </p:sp>
      <p:sp>
        <p:nvSpPr>
          <p:cNvPr id="4" name="Footer Placeholder 3">
            <a:extLst>
              <a:ext uri="{FF2B5EF4-FFF2-40B4-BE49-F238E27FC236}">
                <a16:creationId xmlns:a16="http://schemas.microsoft.com/office/drawing/2014/main" id="{8916E64D-68DB-CEC4-202F-13439EEC2013}"/>
              </a:ext>
            </a:extLst>
          </p:cNvPr>
          <p:cNvSpPr>
            <a:spLocks noGrp="1"/>
          </p:cNvSpPr>
          <p:nvPr>
            <p:ph type="ftr" sz="quarter" idx="3"/>
          </p:nvPr>
        </p:nvSpPr>
        <p:spPr/>
        <p:txBody>
          <a:bodyPr/>
          <a:lstStyle/>
          <a:p>
            <a:r>
              <a:rPr lang="en-US" dirty="0"/>
              <a:t>© 2023 NetApp, Inc. All rights reserved.  — NETAPP CONFIDENTIAL — </a:t>
            </a:r>
          </a:p>
        </p:txBody>
      </p:sp>
    </p:spTree>
    <p:extLst>
      <p:ext uri="{BB962C8B-B14F-4D97-AF65-F5344CB8AC3E}">
        <p14:creationId xmlns:p14="http://schemas.microsoft.com/office/powerpoint/2010/main" val="3567431804"/>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10149-2E36-06D6-D74D-E4BEB222ACA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1104B05-68C3-B33C-2835-0E10638D70E7}"/>
              </a:ext>
            </a:extLst>
          </p:cNvPr>
          <p:cNvSpPr>
            <a:spLocks noGrp="1"/>
          </p:cNvSpPr>
          <p:nvPr>
            <p:ph type="title"/>
          </p:nvPr>
        </p:nvSpPr>
        <p:spPr/>
        <p:txBody>
          <a:bodyPr/>
          <a:lstStyle/>
          <a:p>
            <a:r>
              <a:rPr lang="en-US" dirty="0"/>
              <a:t>Setup git</a:t>
            </a:r>
            <a:endParaRPr lang="en-BE" dirty="0"/>
          </a:p>
        </p:txBody>
      </p:sp>
      <p:sp>
        <p:nvSpPr>
          <p:cNvPr id="7" name="Content Placeholder 6">
            <a:extLst>
              <a:ext uri="{FF2B5EF4-FFF2-40B4-BE49-F238E27FC236}">
                <a16:creationId xmlns:a16="http://schemas.microsoft.com/office/drawing/2014/main" id="{E2F72DC9-6330-E1D9-30E7-9D7256C58DBA}"/>
              </a:ext>
            </a:extLst>
          </p:cNvPr>
          <p:cNvSpPr>
            <a:spLocks noGrp="1"/>
          </p:cNvSpPr>
          <p:nvPr>
            <p:ph sz="quarter" idx="14"/>
          </p:nvPr>
        </p:nvSpPr>
        <p:spPr>
          <a:xfrm>
            <a:off x="263031" y="1733552"/>
            <a:ext cx="11090769" cy="4514847"/>
          </a:xfrm>
        </p:spPr>
        <p:txBody>
          <a:bodyPr/>
          <a:lstStyle/>
          <a:p>
            <a:pPr marL="228804" lvl="1" indent="0">
              <a:buNone/>
            </a:pPr>
            <a:r>
              <a:rPr lang="en-US" b="1" dirty="0"/>
              <a:t>Creating a new timeline</a:t>
            </a:r>
          </a:p>
          <a:p>
            <a:pPr marL="228804" lvl="1" indent="0">
              <a:buNone/>
            </a:pPr>
            <a:endParaRPr lang="en-US" b="1" dirty="0"/>
          </a:p>
          <a:p>
            <a:pPr marL="228804" lvl="1" indent="0">
              <a:buNone/>
            </a:pPr>
            <a:r>
              <a:rPr lang="en-US" dirty="0">
                <a:solidFill>
                  <a:schemeClr val="accent3"/>
                </a:solidFill>
                <a:latin typeface="Consolas" panose="020B0609020204030204" pitchFamily="49" charset="0"/>
              </a:rPr>
              <a:t>git branch xxx</a:t>
            </a:r>
            <a:r>
              <a:rPr lang="en-US" dirty="0"/>
              <a:t>   # create a new local spinoff of your code (a new timeline breaking with main)</a:t>
            </a:r>
          </a:p>
          <a:p>
            <a:pPr marL="228804" lvl="1" indent="0">
              <a:buNone/>
            </a:pPr>
            <a:r>
              <a:rPr lang="en-US" dirty="0">
                <a:solidFill>
                  <a:schemeClr val="accent3"/>
                </a:solidFill>
                <a:latin typeface="Consolas" panose="020B0609020204030204" pitchFamily="49" charset="0"/>
              </a:rPr>
              <a:t>git checkout xxx </a:t>
            </a:r>
            <a:r>
              <a:rPr lang="en-US" dirty="0"/>
              <a:t># (or git switch), switch to another branch</a:t>
            </a:r>
          </a:p>
          <a:p>
            <a:pPr marL="228804" lvl="1" indent="0">
              <a:buNone/>
            </a:pPr>
            <a:r>
              <a:rPr lang="en-US" dirty="0">
                <a:solidFill>
                  <a:schemeClr val="accent3"/>
                </a:solidFill>
                <a:latin typeface="Consolas" panose="020B0609020204030204" pitchFamily="49" charset="0"/>
              </a:rPr>
              <a:t>git checkout -b xxx </a:t>
            </a:r>
            <a:r>
              <a:rPr lang="en-US" dirty="0"/>
              <a:t># create &amp; switch =&gt; shortcut</a:t>
            </a:r>
          </a:p>
          <a:p>
            <a:pPr marL="228804" lvl="1" indent="0">
              <a:buNone/>
            </a:pPr>
            <a:endParaRPr lang="en-US" dirty="0">
              <a:solidFill>
                <a:schemeClr val="accent3"/>
              </a:solidFill>
              <a:latin typeface="Consolas" panose="020B0609020204030204" pitchFamily="49" charset="0"/>
            </a:endParaRPr>
          </a:p>
          <a:p>
            <a:pPr marL="228804" lvl="1" indent="0">
              <a:buNone/>
            </a:pPr>
            <a:r>
              <a:rPr lang="en-US" b="1" dirty="0"/>
              <a:t>actions on timelines / branches</a:t>
            </a:r>
          </a:p>
          <a:p>
            <a:pPr marL="228804" lvl="1" indent="0">
              <a:buNone/>
            </a:pPr>
            <a:endParaRPr lang="en-US" b="1" dirty="0"/>
          </a:p>
          <a:p>
            <a:pPr marL="228804" lvl="1" indent="0">
              <a:buNone/>
            </a:pPr>
            <a:r>
              <a:rPr lang="en-US" dirty="0">
                <a:solidFill>
                  <a:schemeClr val="accent3"/>
                </a:solidFill>
                <a:latin typeface="Consolas" panose="020B0609020204030204" pitchFamily="49" charset="0"/>
              </a:rPr>
              <a:t>git push      </a:t>
            </a:r>
            <a:r>
              <a:rPr lang="en-US" dirty="0">
                <a:latin typeface="Consolas" panose="020B0609020204030204" pitchFamily="49" charset="0"/>
              </a:rPr>
              <a:t># sync current branch from local </a:t>
            </a:r>
            <a:r>
              <a:rPr lang="en-US" dirty="0" err="1">
                <a:latin typeface="Consolas" panose="020B0609020204030204" pitchFamily="49" charset="0"/>
              </a:rPr>
              <a:t>db</a:t>
            </a:r>
            <a:r>
              <a:rPr lang="en-US" dirty="0">
                <a:latin typeface="Consolas" panose="020B0609020204030204" pitchFamily="49" charset="0"/>
              </a:rPr>
              <a:t> =&gt; remote</a:t>
            </a:r>
          </a:p>
          <a:p>
            <a:pPr marL="228804" lvl="1" indent="0">
              <a:buNone/>
            </a:pPr>
            <a:r>
              <a:rPr lang="en-US" dirty="0">
                <a:solidFill>
                  <a:schemeClr val="accent3"/>
                </a:solidFill>
                <a:latin typeface="Consolas" panose="020B0609020204030204" pitchFamily="49" charset="0"/>
              </a:rPr>
              <a:t>git fetch origin </a:t>
            </a:r>
            <a:r>
              <a:rPr lang="en-US" dirty="0">
                <a:latin typeface="Consolas" panose="020B0609020204030204" pitchFamily="49" charset="0"/>
              </a:rPr>
              <a:t># sync the remote </a:t>
            </a:r>
            <a:r>
              <a:rPr lang="en-US" dirty="0" err="1">
                <a:latin typeface="Consolas" panose="020B0609020204030204" pitchFamily="49" charset="0"/>
              </a:rPr>
              <a:t>db</a:t>
            </a:r>
            <a:r>
              <a:rPr lang="en-US" dirty="0">
                <a:latin typeface="Consolas" panose="020B0609020204030204" pitchFamily="49" charset="0"/>
              </a:rPr>
              <a:t> to local </a:t>
            </a:r>
            <a:r>
              <a:rPr lang="en-US" dirty="0" err="1">
                <a:latin typeface="Consolas" panose="020B0609020204030204" pitchFamily="49" charset="0"/>
              </a:rPr>
              <a:t>db</a:t>
            </a:r>
            <a:r>
              <a:rPr lang="en-US" dirty="0">
                <a:latin typeface="Consolas" panose="020B0609020204030204" pitchFamily="49" charset="0"/>
              </a:rPr>
              <a:t> (ALL)</a:t>
            </a:r>
          </a:p>
          <a:p>
            <a:pPr marL="228804" lvl="1" indent="0">
              <a:buNone/>
            </a:pPr>
            <a:r>
              <a:rPr lang="en-US" dirty="0">
                <a:solidFill>
                  <a:schemeClr val="accent3"/>
                </a:solidFill>
                <a:latin typeface="Consolas" panose="020B0609020204030204" pitchFamily="49" charset="0"/>
              </a:rPr>
              <a:t>git merge xxx </a:t>
            </a:r>
            <a:r>
              <a:rPr lang="en-US" dirty="0">
                <a:latin typeface="Consolas" panose="020B0609020204030204" pitchFamily="49" charset="0"/>
              </a:rPr>
              <a:t># merge another branch into you current branch (and update work </a:t>
            </a:r>
            <a:r>
              <a:rPr lang="en-US" dirty="0" err="1">
                <a:latin typeface="Consolas" panose="020B0609020204030204" pitchFamily="49" charset="0"/>
              </a:rPr>
              <a:t>dir</a:t>
            </a:r>
            <a:r>
              <a:rPr lang="en-US" dirty="0">
                <a:latin typeface="Consolas" panose="020B0609020204030204" pitchFamily="49" charset="0"/>
              </a:rPr>
              <a:t>)</a:t>
            </a:r>
          </a:p>
          <a:p>
            <a:pPr marL="228804" lvl="1" indent="0">
              <a:buNone/>
            </a:pPr>
            <a:r>
              <a:rPr lang="en-US" dirty="0">
                <a:solidFill>
                  <a:schemeClr val="accent3"/>
                </a:solidFill>
                <a:latin typeface="Consolas" panose="020B0609020204030204" pitchFamily="49" charset="0"/>
              </a:rPr>
              <a:t>git pull      </a:t>
            </a:r>
            <a:r>
              <a:rPr lang="en-US" dirty="0">
                <a:latin typeface="Consolas" panose="020B0609020204030204" pitchFamily="49" charset="0"/>
              </a:rPr>
              <a:t># fetch + merge current branch (and update current working </a:t>
            </a:r>
            <a:r>
              <a:rPr lang="en-US" dirty="0" err="1">
                <a:latin typeface="Consolas" panose="020B0609020204030204" pitchFamily="49" charset="0"/>
              </a:rPr>
              <a:t>dir</a:t>
            </a:r>
            <a:r>
              <a:rPr lang="en-US" dirty="0">
                <a:latin typeface="Consolas" panose="020B0609020204030204" pitchFamily="49" charset="0"/>
              </a:rPr>
              <a:t>)</a:t>
            </a:r>
          </a:p>
          <a:p>
            <a:pPr marL="228804" lvl="1" indent="0">
              <a:buNone/>
            </a:pPr>
            <a:endParaRPr lang="en-US" dirty="0">
              <a:latin typeface="Consolas" panose="020B0609020204030204" pitchFamily="49" charset="0"/>
            </a:endParaRPr>
          </a:p>
        </p:txBody>
      </p:sp>
      <p:sp>
        <p:nvSpPr>
          <p:cNvPr id="6" name="Text Placeholder 5">
            <a:extLst>
              <a:ext uri="{FF2B5EF4-FFF2-40B4-BE49-F238E27FC236}">
                <a16:creationId xmlns:a16="http://schemas.microsoft.com/office/drawing/2014/main" id="{C8BDFF84-B00B-019C-A272-4E9FE0165809}"/>
              </a:ext>
            </a:extLst>
          </p:cNvPr>
          <p:cNvSpPr>
            <a:spLocks noGrp="1"/>
          </p:cNvSpPr>
          <p:nvPr>
            <p:ph type="body" idx="10"/>
          </p:nvPr>
        </p:nvSpPr>
        <p:spPr/>
        <p:txBody>
          <a:bodyPr/>
          <a:lstStyle/>
          <a:p>
            <a:r>
              <a:rPr lang="en-US" dirty="0"/>
              <a:t>Other commands</a:t>
            </a:r>
            <a:endParaRPr lang="en-BE" dirty="0"/>
          </a:p>
        </p:txBody>
      </p:sp>
      <p:sp>
        <p:nvSpPr>
          <p:cNvPr id="4" name="Footer Placeholder 3">
            <a:extLst>
              <a:ext uri="{FF2B5EF4-FFF2-40B4-BE49-F238E27FC236}">
                <a16:creationId xmlns:a16="http://schemas.microsoft.com/office/drawing/2014/main" id="{E6BFAB19-4E33-5521-26C6-C03F4BAFF2B4}"/>
              </a:ext>
            </a:extLst>
          </p:cNvPr>
          <p:cNvSpPr>
            <a:spLocks noGrp="1"/>
          </p:cNvSpPr>
          <p:nvPr>
            <p:ph type="ftr" sz="quarter" idx="3"/>
          </p:nvPr>
        </p:nvSpPr>
        <p:spPr/>
        <p:txBody>
          <a:bodyPr/>
          <a:lstStyle/>
          <a:p>
            <a:r>
              <a:rPr lang="en-US" dirty="0"/>
              <a:t>© 2023 NetApp, Inc. All rights reserved.  — NETAPP CONFIDENTIAL — </a:t>
            </a:r>
          </a:p>
        </p:txBody>
      </p:sp>
    </p:spTree>
    <p:extLst>
      <p:ext uri="{BB962C8B-B14F-4D97-AF65-F5344CB8AC3E}">
        <p14:creationId xmlns:p14="http://schemas.microsoft.com/office/powerpoint/2010/main" val="4115427452"/>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BF762-9D93-D030-30AB-3D206638072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9198FDC-9B0B-12B7-100F-41A9F69EAB88}"/>
              </a:ext>
            </a:extLst>
          </p:cNvPr>
          <p:cNvSpPr>
            <a:spLocks noGrp="1"/>
          </p:cNvSpPr>
          <p:nvPr>
            <p:ph type="title"/>
          </p:nvPr>
        </p:nvSpPr>
        <p:spPr/>
        <p:txBody>
          <a:bodyPr/>
          <a:lstStyle/>
          <a:p>
            <a:r>
              <a:rPr lang="en-US" dirty="0"/>
              <a:t>Setup git</a:t>
            </a:r>
            <a:endParaRPr lang="en-BE" dirty="0"/>
          </a:p>
        </p:txBody>
      </p:sp>
      <p:sp>
        <p:nvSpPr>
          <p:cNvPr id="6" name="Text Placeholder 5">
            <a:extLst>
              <a:ext uri="{FF2B5EF4-FFF2-40B4-BE49-F238E27FC236}">
                <a16:creationId xmlns:a16="http://schemas.microsoft.com/office/drawing/2014/main" id="{87CA3527-9833-E60F-A568-EA2B88FF7A34}"/>
              </a:ext>
            </a:extLst>
          </p:cNvPr>
          <p:cNvSpPr>
            <a:spLocks noGrp="1"/>
          </p:cNvSpPr>
          <p:nvPr>
            <p:ph type="body" idx="10"/>
          </p:nvPr>
        </p:nvSpPr>
        <p:spPr/>
        <p:txBody>
          <a:bodyPr/>
          <a:lstStyle/>
          <a:p>
            <a:r>
              <a:rPr lang="en-US" dirty="0"/>
              <a:t>Advanced example in teams making features</a:t>
            </a:r>
            <a:endParaRPr lang="en-BE" dirty="0"/>
          </a:p>
        </p:txBody>
      </p:sp>
      <p:sp>
        <p:nvSpPr>
          <p:cNvPr id="4" name="Footer Placeholder 3">
            <a:extLst>
              <a:ext uri="{FF2B5EF4-FFF2-40B4-BE49-F238E27FC236}">
                <a16:creationId xmlns:a16="http://schemas.microsoft.com/office/drawing/2014/main" id="{9E88466A-EA31-FB25-1950-D3FBF66EFD0F}"/>
              </a:ext>
            </a:extLst>
          </p:cNvPr>
          <p:cNvSpPr>
            <a:spLocks noGrp="1"/>
          </p:cNvSpPr>
          <p:nvPr>
            <p:ph type="ftr" sz="quarter" idx="3"/>
          </p:nvPr>
        </p:nvSpPr>
        <p:spPr/>
        <p:txBody>
          <a:bodyPr/>
          <a:lstStyle/>
          <a:p>
            <a:r>
              <a:rPr lang="en-US" dirty="0"/>
              <a:t>© 2023 NetApp, Inc. All rights reserved.  — NETAPP CONFIDENTIAL — </a:t>
            </a:r>
          </a:p>
        </p:txBody>
      </p:sp>
      <p:sp>
        <p:nvSpPr>
          <p:cNvPr id="3" name="TextBox 2">
            <a:extLst>
              <a:ext uri="{FF2B5EF4-FFF2-40B4-BE49-F238E27FC236}">
                <a16:creationId xmlns:a16="http://schemas.microsoft.com/office/drawing/2014/main" id="{AE90B484-DCDA-BCA8-54D0-6C38114EDB40}"/>
              </a:ext>
            </a:extLst>
          </p:cNvPr>
          <p:cNvSpPr txBox="1"/>
          <p:nvPr/>
        </p:nvSpPr>
        <p:spPr>
          <a:xfrm>
            <a:off x="261523" y="1543175"/>
            <a:ext cx="4462877" cy="2114425"/>
          </a:xfrm>
          <a:prstGeom prst="rect">
            <a:avLst/>
          </a:prstGeom>
        </p:spPr>
        <p:txBody>
          <a:bodyPr vert="horz" wrap="squar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600" dirty="0">
                <a:solidFill>
                  <a:schemeClr val="bg1"/>
                </a:solidFill>
              </a:rPr>
              <a:t>Developer A</a:t>
            </a:r>
          </a:p>
          <a:p>
            <a:pPr marR="0" algn="l" defTabSz="914400" rtl="0" eaLnBrk="1" fontAlgn="auto" latinLnBrk="0" hangingPunct="1">
              <a:lnSpc>
                <a:spcPct val="95000"/>
              </a:lnSpc>
              <a:spcBef>
                <a:spcPts val="400"/>
              </a:spcBef>
              <a:spcAft>
                <a:spcPts val="200"/>
              </a:spcAft>
              <a:buClr>
                <a:schemeClr val="accent1"/>
              </a:buClr>
              <a:buSzTx/>
              <a:tabLst/>
            </a:pPr>
            <a:endParaRPr lang="en-US" sz="1600" dirty="0">
              <a:solidFill>
                <a:schemeClr val="bg1"/>
              </a:solidFill>
              <a:latin typeface="Consolas" panose="020B0609020204030204" pitchFamily="49" charset="0"/>
            </a:endParaRPr>
          </a:p>
          <a:p>
            <a:pPr marR="0" algn="l" defTabSz="914400" rtl="0" eaLnBrk="1" fontAlgn="auto" latinLnBrk="0" hangingPunct="1">
              <a:lnSpc>
                <a:spcPct val="95000"/>
              </a:lnSpc>
              <a:spcBef>
                <a:spcPts val="400"/>
              </a:spcBef>
              <a:spcAft>
                <a:spcPts val="200"/>
              </a:spcAft>
              <a:buClr>
                <a:schemeClr val="accent1"/>
              </a:buClr>
              <a:buSzTx/>
              <a:tabLst/>
            </a:pPr>
            <a:r>
              <a:rPr lang="en-US" sz="1600" dirty="0">
                <a:solidFill>
                  <a:schemeClr val="accent3"/>
                </a:solidFill>
                <a:latin typeface="Consolas" panose="020B0609020204030204" pitchFamily="49" charset="0"/>
              </a:rPr>
              <a:t>git checkout main </a:t>
            </a:r>
            <a:r>
              <a:rPr lang="en-US" sz="1600" dirty="0">
                <a:solidFill>
                  <a:schemeClr val="bg1"/>
                </a:solidFill>
                <a:latin typeface="Consolas" panose="020B0609020204030204" pitchFamily="49" charset="0"/>
              </a:rPr>
              <a:t>(underlying branch)</a:t>
            </a:r>
          </a:p>
          <a:p>
            <a:pPr marR="0" algn="l" defTabSz="914400" rtl="0" eaLnBrk="1" fontAlgn="auto" latinLnBrk="0" hangingPunct="1">
              <a:lnSpc>
                <a:spcPct val="95000"/>
              </a:lnSpc>
              <a:spcBef>
                <a:spcPts val="400"/>
              </a:spcBef>
              <a:spcAft>
                <a:spcPts val="200"/>
              </a:spcAft>
              <a:buClr>
                <a:schemeClr val="accent1"/>
              </a:buClr>
              <a:buSzTx/>
              <a:tabLst/>
            </a:pPr>
            <a:r>
              <a:rPr lang="en-US" sz="1600" dirty="0">
                <a:solidFill>
                  <a:schemeClr val="accent3"/>
                </a:solidFill>
                <a:latin typeface="Consolas" panose="020B0609020204030204" pitchFamily="49" charset="0"/>
              </a:rPr>
              <a:t>git checkout -b feature-X</a:t>
            </a:r>
          </a:p>
          <a:p>
            <a:pPr marR="0" algn="l" defTabSz="914400" rtl="0" eaLnBrk="1" fontAlgn="auto" latinLnBrk="0" hangingPunct="1">
              <a:lnSpc>
                <a:spcPct val="95000"/>
              </a:lnSpc>
              <a:spcBef>
                <a:spcPts val="400"/>
              </a:spcBef>
              <a:spcAft>
                <a:spcPts val="200"/>
              </a:spcAft>
              <a:buClr>
                <a:schemeClr val="accent1"/>
              </a:buClr>
              <a:buSzTx/>
              <a:tabLst/>
            </a:pPr>
            <a:r>
              <a:rPr lang="en-US" sz="1600" dirty="0">
                <a:solidFill>
                  <a:schemeClr val="bg1"/>
                </a:solidFill>
                <a:latin typeface="Consolas" panose="020B0609020204030204" pitchFamily="49" charset="0"/>
              </a:rPr>
              <a:t>… coding ..</a:t>
            </a:r>
            <a:br>
              <a:rPr lang="en-US" sz="1600" dirty="0">
                <a:solidFill>
                  <a:schemeClr val="bg1"/>
                </a:solidFill>
                <a:latin typeface="Consolas" panose="020B0609020204030204" pitchFamily="49" charset="0"/>
              </a:rPr>
            </a:br>
            <a:r>
              <a:rPr lang="en-US" sz="1600" dirty="0">
                <a:solidFill>
                  <a:schemeClr val="accent3"/>
                </a:solidFill>
                <a:latin typeface="Consolas" panose="020B0609020204030204" pitchFamily="49" charset="0"/>
              </a:rPr>
              <a:t>git add .</a:t>
            </a:r>
          </a:p>
          <a:p>
            <a:pPr marR="0" algn="l" defTabSz="914400" rtl="0" eaLnBrk="1" fontAlgn="auto" latinLnBrk="0" hangingPunct="1">
              <a:lnSpc>
                <a:spcPct val="95000"/>
              </a:lnSpc>
              <a:spcBef>
                <a:spcPts val="400"/>
              </a:spcBef>
              <a:spcAft>
                <a:spcPts val="200"/>
              </a:spcAft>
              <a:buClr>
                <a:schemeClr val="accent1"/>
              </a:buClr>
              <a:buSzTx/>
              <a:tabLst/>
            </a:pPr>
            <a:r>
              <a:rPr lang="en-US" sz="1600" dirty="0">
                <a:solidFill>
                  <a:schemeClr val="accent3"/>
                </a:solidFill>
                <a:latin typeface="Consolas" panose="020B0609020204030204" pitchFamily="49" charset="0"/>
              </a:rPr>
              <a:t>git commit -m “feature x”</a:t>
            </a:r>
            <a:endParaRPr lang="en-BE" sz="1600" dirty="0">
              <a:solidFill>
                <a:schemeClr val="accent3"/>
              </a:solidFill>
              <a:latin typeface="Consolas" panose="020B0609020204030204" pitchFamily="49" charset="0"/>
            </a:endParaRPr>
          </a:p>
        </p:txBody>
      </p:sp>
      <p:sp>
        <p:nvSpPr>
          <p:cNvPr id="11" name="TextBox 10">
            <a:extLst>
              <a:ext uri="{FF2B5EF4-FFF2-40B4-BE49-F238E27FC236}">
                <a16:creationId xmlns:a16="http://schemas.microsoft.com/office/drawing/2014/main" id="{ECA0EDEE-D7A5-4EF2-DE4D-39272070733C}"/>
              </a:ext>
            </a:extLst>
          </p:cNvPr>
          <p:cNvSpPr txBox="1"/>
          <p:nvPr/>
        </p:nvSpPr>
        <p:spPr>
          <a:xfrm>
            <a:off x="263031" y="3924075"/>
            <a:ext cx="5451969" cy="2037481"/>
          </a:xfrm>
          <a:prstGeom prst="rect">
            <a:avLst/>
          </a:prstGeom>
          <a:noFill/>
        </p:spPr>
        <p:txBody>
          <a:bodyPr wrap="square">
            <a:spAutoFit/>
          </a:bodyPr>
          <a:lstStyle/>
          <a:p>
            <a:pPr>
              <a:lnSpc>
                <a:spcPct val="95000"/>
              </a:lnSpc>
              <a:spcBef>
                <a:spcPts val="400"/>
              </a:spcBef>
              <a:spcAft>
                <a:spcPts val="200"/>
              </a:spcAft>
              <a:buClr>
                <a:schemeClr val="accent1"/>
              </a:buClr>
            </a:pPr>
            <a:r>
              <a:rPr lang="en-US" sz="1600" dirty="0">
                <a:solidFill>
                  <a:schemeClr val="bg1"/>
                </a:solidFill>
              </a:rPr>
              <a:t>Developer A is first</a:t>
            </a:r>
            <a:br>
              <a:rPr lang="en-US" sz="1600" dirty="0">
                <a:solidFill>
                  <a:schemeClr val="bg1"/>
                </a:solidFill>
                <a:latin typeface="Consolas" panose="020B0609020204030204" pitchFamily="49" charset="0"/>
              </a:rPr>
            </a:br>
            <a:br>
              <a:rPr lang="en-US" sz="1600" dirty="0">
                <a:solidFill>
                  <a:schemeClr val="bg1"/>
                </a:solidFill>
                <a:latin typeface="Consolas" panose="020B0609020204030204" pitchFamily="49" charset="0"/>
              </a:rPr>
            </a:br>
            <a:r>
              <a:rPr lang="en-US" sz="1600" dirty="0">
                <a:solidFill>
                  <a:schemeClr val="accent3"/>
                </a:solidFill>
                <a:latin typeface="Consolas" panose="020B0609020204030204" pitchFamily="49" charset="0"/>
              </a:rPr>
              <a:t>git fetch origin </a:t>
            </a:r>
            <a:r>
              <a:rPr lang="en-US" sz="1600" dirty="0">
                <a:solidFill>
                  <a:schemeClr val="bg1"/>
                </a:solidFill>
              </a:rPr>
              <a:t># get all changes others made</a:t>
            </a:r>
            <a:endParaRPr lang="en-US" sz="1600" dirty="0">
              <a:solidFill>
                <a:schemeClr val="bg1"/>
              </a:solidFill>
              <a:latin typeface="Consolas" panose="020B0609020204030204" pitchFamily="49" charset="0"/>
            </a:endParaRPr>
          </a:p>
          <a:p>
            <a:pPr>
              <a:lnSpc>
                <a:spcPct val="95000"/>
              </a:lnSpc>
              <a:spcBef>
                <a:spcPts val="400"/>
              </a:spcBef>
              <a:spcAft>
                <a:spcPts val="200"/>
              </a:spcAft>
              <a:buClr>
                <a:schemeClr val="accent1"/>
              </a:buClr>
            </a:pPr>
            <a:r>
              <a:rPr lang="en-US" sz="1600" dirty="0">
                <a:solidFill>
                  <a:schemeClr val="accent3"/>
                </a:solidFill>
                <a:latin typeface="Consolas" panose="020B0609020204030204" pitchFamily="49" charset="0"/>
              </a:rPr>
              <a:t>git rebase origin/main </a:t>
            </a:r>
            <a:r>
              <a:rPr lang="en-US" sz="1600" dirty="0">
                <a:solidFill>
                  <a:schemeClr val="bg1"/>
                </a:solidFill>
              </a:rPr>
              <a:t># refresh underlying branch</a:t>
            </a:r>
            <a:endParaRPr lang="en-US" sz="1600" dirty="0">
              <a:solidFill>
                <a:schemeClr val="bg1"/>
              </a:solidFill>
              <a:latin typeface="Consolas" panose="020B0609020204030204" pitchFamily="49" charset="0"/>
            </a:endParaRPr>
          </a:p>
          <a:p>
            <a:pPr>
              <a:lnSpc>
                <a:spcPct val="95000"/>
              </a:lnSpc>
              <a:spcBef>
                <a:spcPts val="400"/>
              </a:spcBef>
              <a:spcAft>
                <a:spcPts val="200"/>
              </a:spcAft>
              <a:buClr>
                <a:schemeClr val="accent1"/>
              </a:buClr>
            </a:pPr>
            <a:r>
              <a:rPr lang="en-US" sz="1600" dirty="0">
                <a:solidFill>
                  <a:schemeClr val="accent3"/>
                </a:solidFill>
                <a:latin typeface="Consolas" panose="020B0609020204030204" pitchFamily="49" charset="0"/>
              </a:rPr>
              <a:t>git checkout main </a:t>
            </a:r>
            <a:r>
              <a:rPr lang="en-US" sz="1600" dirty="0">
                <a:solidFill>
                  <a:schemeClr val="bg1"/>
                </a:solidFill>
              </a:rPr>
              <a:t># switch to main</a:t>
            </a:r>
            <a:endParaRPr lang="en-US" sz="1600" dirty="0">
              <a:solidFill>
                <a:schemeClr val="bg1"/>
              </a:solidFill>
              <a:latin typeface="Consolas" panose="020B0609020204030204" pitchFamily="49" charset="0"/>
            </a:endParaRPr>
          </a:p>
          <a:p>
            <a:pPr>
              <a:lnSpc>
                <a:spcPct val="95000"/>
              </a:lnSpc>
              <a:spcBef>
                <a:spcPts val="400"/>
              </a:spcBef>
              <a:spcAft>
                <a:spcPts val="200"/>
              </a:spcAft>
              <a:buClr>
                <a:schemeClr val="accent1"/>
              </a:buClr>
            </a:pPr>
            <a:r>
              <a:rPr lang="en-US" sz="1600" dirty="0">
                <a:solidFill>
                  <a:schemeClr val="accent3"/>
                </a:solidFill>
                <a:latin typeface="Consolas" panose="020B0609020204030204" pitchFamily="49" charset="0"/>
              </a:rPr>
              <a:t>git merge feature-X </a:t>
            </a:r>
            <a:r>
              <a:rPr lang="en-US" sz="1600" dirty="0">
                <a:solidFill>
                  <a:schemeClr val="bg1"/>
                </a:solidFill>
              </a:rPr>
              <a:t># merge new feature in main</a:t>
            </a:r>
            <a:endParaRPr lang="en-US" sz="1600" dirty="0">
              <a:solidFill>
                <a:schemeClr val="bg1"/>
              </a:solidFill>
              <a:latin typeface="Consolas" panose="020B0609020204030204" pitchFamily="49" charset="0"/>
            </a:endParaRPr>
          </a:p>
          <a:p>
            <a:pPr>
              <a:lnSpc>
                <a:spcPct val="95000"/>
              </a:lnSpc>
              <a:spcBef>
                <a:spcPts val="400"/>
              </a:spcBef>
              <a:spcAft>
                <a:spcPts val="200"/>
              </a:spcAft>
              <a:buClr>
                <a:schemeClr val="accent1"/>
              </a:buClr>
            </a:pPr>
            <a:r>
              <a:rPr lang="en-US" sz="1600" dirty="0">
                <a:solidFill>
                  <a:schemeClr val="accent3"/>
                </a:solidFill>
                <a:latin typeface="Consolas" panose="020B0609020204030204" pitchFamily="49" charset="0"/>
              </a:rPr>
              <a:t>git push origin main </a:t>
            </a:r>
            <a:r>
              <a:rPr lang="en-US" sz="1600" dirty="0">
                <a:solidFill>
                  <a:schemeClr val="bg1"/>
                </a:solidFill>
              </a:rPr>
              <a:t># send it back online</a:t>
            </a:r>
            <a:endParaRPr lang="en-BE" sz="1600" dirty="0">
              <a:solidFill>
                <a:schemeClr val="bg1"/>
              </a:solidFill>
              <a:latin typeface="Consolas" panose="020B0609020204030204" pitchFamily="49" charset="0"/>
            </a:endParaRPr>
          </a:p>
        </p:txBody>
      </p:sp>
      <p:sp>
        <p:nvSpPr>
          <p:cNvPr id="18" name="TextBox 17">
            <a:extLst>
              <a:ext uri="{FF2B5EF4-FFF2-40B4-BE49-F238E27FC236}">
                <a16:creationId xmlns:a16="http://schemas.microsoft.com/office/drawing/2014/main" id="{BDAD918A-DAAF-BF0A-CD28-6951AF9C8000}"/>
              </a:ext>
            </a:extLst>
          </p:cNvPr>
          <p:cNvSpPr txBox="1"/>
          <p:nvPr/>
        </p:nvSpPr>
        <p:spPr>
          <a:xfrm>
            <a:off x="5562600" y="1543175"/>
            <a:ext cx="5029200" cy="2114425"/>
          </a:xfrm>
          <a:prstGeom prst="rect">
            <a:avLst/>
          </a:prstGeom>
        </p:spPr>
        <p:txBody>
          <a:bodyPr vert="horz" wrap="squar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600" dirty="0">
                <a:solidFill>
                  <a:schemeClr val="bg1"/>
                </a:solidFill>
              </a:rPr>
              <a:t>Developer B</a:t>
            </a:r>
          </a:p>
          <a:p>
            <a:pPr marR="0" algn="l" defTabSz="914400" rtl="0" eaLnBrk="1" fontAlgn="auto" latinLnBrk="0" hangingPunct="1">
              <a:lnSpc>
                <a:spcPct val="95000"/>
              </a:lnSpc>
              <a:spcBef>
                <a:spcPts val="400"/>
              </a:spcBef>
              <a:spcAft>
                <a:spcPts val="200"/>
              </a:spcAft>
              <a:buClr>
                <a:schemeClr val="accent1"/>
              </a:buClr>
              <a:buSzTx/>
              <a:tabLst/>
            </a:pPr>
            <a:endParaRPr lang="en-US" sz="1600" dirty="0">
              <a:solidFill>
                <a:schemeClr val="bg1"/>
              </a:solidFill>
              <a:latin typeface="Consolas" panose="020B0609020204030204" pitchFamily="49" charset="0"/>
            </a:endParaRPr>
          </a:p>
          <a:p>
            <a:pPr>
              <a:lnSpc>
                <a:spcPct val="95000"/>
              </a:lnSpc>
              <a:spcBef>
                <a:spcPts val="400"/>
              </a:spcBef>
              <a:spcAft>
                <a:spcPts val="200"/>
              </a:spcAft>
              <a:buClr>
                <a:schemeClr val="accent1"/>
              </a:buClr>
            </a:pPr>
            <a:r>
              <a:rPr lang="en-US" sz="1600" dirty="0">
                <a:solidFill>
                  <a:schemeClr val="accent3"/>
                </a:solidFill>
                <a:latin typeface="Consolas" panose="020B0609020204030204" pitchFamily="49" charset="0"/>
              </a:rPr>
              <a:t>git checkout main </a:t>
            </a:r>
            <a:r>
              <a:rPr lang="en-US" sz="1600" dirty="0">
                <a:solidFill>
                  <a:schemeClr val="bg1"/>
                </a:solidFill>
                <a:latin typeface="Consolas" panose="020B0609020204030204" pitchFamily="49" charset="0"/>
              </a:rPr>
              <a:t>(underlying branch)</a:t>
            </a:r>
            <a:endParaRPr lang="en-US" sz="1600" dirty="0">
              <a:solidFill>
                <a:schemeClr val="accent3"/>
              </a:solidFill>
              <a:latin typeface="Consolas" panose="020B0609020204030204" pitchFamily="49" charset="0"/>
            </a:endParaRPr>
          </a:p>
          <a:p>
            <a:pPr marR="0" algn="l" defTabSz="914400" rtl="0" eaLnBrk="1" fontAlgn="auto" latinLnBrk="0" hangingPunct="1">
              <a:lnSpc>
                <a:spcPct val="95000"/>
              </a:lnSpc>
              <a:spcBef>
                <a:spcPts val="400"/>
              </a:spcBef>
              <a:spcAft>
                <a:spcPts val="200"/>
              </a:spcAft>
              <a:buClr>
                <a:schemeClr val="accent1"/>
              </a:buClr>
              <a:buSzTx/>
              <a:tabLst/>
            </a:pPr>
            <a:r>
              <a:rPr lang="en-US" sz="1600" dirty="0">
                <a:solidFill>
                  <a:schemeClr val="accent3"/>
                </a:solidFill>
                <a:latin typeface="Consolas" panose="020B0609020204030204" pitchFamily="49" charset="0"/>
              </a:rPr>
              <a:t>git checkout -b feature-Y</a:t>
            </a:r>
          </a:p>
          <a:p>
            <a:pPr marR="0" algn="l" defTabSz="914400" rtl="0" eaLnBrk="1" fontAlgn="auto" latinLnBrk="0" hangingPunct="1">
              <a:lnSpc>
                <a:spcPct val="95000"/>
              </a:lnSpc>
              <a:spcBef>
                <a:spcPts val="400"/>
              </a:spcBef>
              <a:spcAft>
                <a:spcPts val="200"/>
              </a:spcAft>
              <a:buClr>
                <a:schemeClr val="accent1"/>
              </a:buClr>
              <a:buSzTx/>
              <a:tabLst/>
            </a:pPr>
            <a:r>
              <a:rPr lang="en-US" sz="1600" dirty="0">
                <a:solidFill>
                  <a:schemeClr val="bg1"/>
                </a:solidFill>
                <a:latin typeface="Consolas" panose="020B0609020204030204" pitchFamily="49" charset="0"/>
              </a:rPr>
              <a:t>… coding ..</a:t>
            </a:r>
            <a:br>
              <a:rPr lang="en-US" sz="1600" dirty="0">
                <a:solidFill>
                  <a:schemeClr val="bg1"/>
                </a:solidFill>
                <a:latin typeface="Consolas" panose="020B0609020204030204" pitchFamily="49" charset="0"/>
              </a:rPr>
            </a:br>
            <a:r>
              <a:rPr lang="en-US" sz="1600" dirty="0">
                <a:solidFill>
                  <a:schemeClr val="accent3"/>
                </a:solidFill>
                <a:latin typeface="Consolas" panose="020B0609020204030204" pitchFamily="49" charset="0"/>
              </a:rPr>
              <a:t>git add .</a:t>
            </a:r>
          </a:p>
          <a:p>
            <a:pPr marR="0" algn="l" defTabSz="914400" rtl="0" eaLnBrk="1" fontAlgn="auto" latinLnBrk="0" hangingPunct="1">
              <a:lnSpc>
                <a:spcPct val="95000"/>
              </a:lnSpc>
              <a:spcBef>
                <a:spcPts val="400"/>
              </a:spcBef>
              <a:spcAft>
                <a:spcPts val="200"/>
              </a:spcAft>
              <a:buClr>
                <a:schemeClr val="accent1"/>
              </a:buClr>
              <a:buSzTx/>
              <a:tabLst/>
            </a:pPr>
            <a:r>
              <a:rPr lang="en-US" sz="1600" dirty="0">
                <a:solidFill>
                  <a:schemeClr val="accent3"/>
                </a:solidFill>
                <a:latin typeface="Consolas" panose="020B0609020204030204" pitchFamily="49" charset="0"/>
              </a:rPr>
              <a:t>git commit -m “feature y”</a:t>
            </a:r>
            <a:endParaRPr lang="en-BE" sz="1600" dirty="0">
              <a:solidFill>
                <a:schemeClr val="accent3"/>
              </a:solidFill>
              <a:latin typeface="Consolas" panose="020B0609020204030204" pitchFamily="49" charset="0"/>
            </a:endParaRPr>
          </a:p>
        </p:txBody>
      </p:sp>
      <p:sp>
        <p:nvSpPr>
          <p:cNvPr id="20" name="TextBox 19">
            <a:extLst>
              <a:ext uri="{FF2B5EF4-FFF2-40B4-BE49-F238E27FC236}">
                <a16:creationId xmlns:a16="http://schemas.microsoft.com/office/drawing/2014/main" id="{B864517C-44EA-2408-E91E-45CD34A65418}"/>
              </a:ext>
            </a:extLst>
          </p:cNvPr>
          <p:cNvSpPr txBox="1"/>
          <p:nvPr/>
        </p:nvSpPr>
        <p:spPr>
          <a:xfrm>
            <a:off x="5564108" y="3924075"/>
            <a:ext cx="5865892" cy="2066720"/>
          </a:xfrm>
          <a:prstGeom prst="rect">
            <a:avLst/>
          </a:prstGeom>
          <a:noFill/>
        </p:spPr>
        <p:txBody>
          <a:bodyPr wrap="square">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600" dirty="0">
                <a:solidFill>
                  <a:schemeClr val="bg1"/>
                </a:solidFill>
              </a:rPr>
              <a:t>Developer B is second (still in feature Y)</a:t>
            </a:r>
            <a:br>
              <a:rPr lang="en-US" sz="1600" dirty="0">
                <a:solidFill>
                  <a:schemeClr val="bg1"/>
                </a:solidFill>
                <a:latin typeface="Consolas" panose="020B0609020204030204" pitchFamily="49" charset="0"/>
              </a:rPr>
            </a:br>
            <a:br>
              <a:rPr lang="en-US" sz="1600" dirty="0">
                <a:solidFill>
                  <a:schemeClr val="bg1"/>
                </a:solidFill>
                <a:latin typeface="Consolas" panose="020B0609020204030204" pitchFamily="49" charset="0"/>
              </a:rPr>
            </a:br>
            <a:r>
              <a:rPr lang="en-US" sz="1600" dirty="0">
                <a:solidFill>
                  <a:schemeClr val="accent3"/>
                </a:solidFill>
                <a:latin typeface="Consolas" panose="020B0609020204030204" pitchFamily="49" charset="0"/>
              </a:rPr>
              <a:t>git fetch origin </a:t>
            </a:r>
            <a:r>
              <a:rPr lang="en-US" sz="1600" dirty="0">
                <a:solidFill>
                  <a:schemeClr val="bg1"/>
                </a:solidFill>
              </a:rPr>
              <a:t># get all changes others made</a:t>
            </a:r>
            <a:endParaRPr lang="en-US" sz="1600" dirty="0">
              <a:solidFill>
                <a:schemeClr val="bg1"/>
              </a:solidFill>
              <a:latin typeface="Consolas" panose="020B0609020204030204" pitchFamily="49" charset="0"/>
            </a:endParaRPr>
          </a:p>
          <a:p>
            <a:pPr marR="0" algn="l" defTabSz="914400" rtl="0" eaLnBrk="1" fontAlgn="auto" latinLnBrk="0" hangingPunct="1">
              <a:lnSpc>
                <a:spcPct val="95000"/>
              </a:lnSpc>
              <a:spcBef>
                <a:spcPts val="400"/>
              </a:spcBef>
              <a:spcAft>
                <a:spcPts val="200"/>
              </a:spcAft>
              <a:buClr>
                <a:schemeClr val="accent1"/>
              </a:buClr>
              <a:buSzTx/>
              <a:tabLst/>
            </a:pPr>
            <a:r>
              <a:rPr lang="en-US" sz="1600" dirty="0">
                <a:solidFill>
                  <a:schemeClr val="accent3"/>
                </a:solidFill>
                <a:latin typeface="Consolas" panose="020B0609020204030204" pitchFamily="49" charset="0"/>
              </a:rPr>
              <a:t>git rebase origin/main </a:t>
            </a:r>
            <a:r>
              <a:rPr lang="en-US" sz="1600" dirty="0">
                <a:solidFill>
                  <a:schemeClr val="bg1"/>
                </a:solidFill>
              </a:rPr>
              <a:t># refresh underlying branch</a:t>
            </a:r>
            <a:endParaRPr lang="en-US" sz="1600" dirty="0">
              <a:solidFill>
                <a:schemeClr val="bg1"/>
              </a:solidFill>
              <a:latin typeface="Consolas" panose="020B0609020204030204" pitchFamily="49" charset="0"/>
            </a:endParaRPr>
          </a:p>
          <a:p>
            <a:pPr marR="0" algn="l" defTabSz="914400" rtl="0" eaLnBrk="1" fontAlgn="auto" latinLnBrk="0" hangingPunct="1">
              <a:lnSpc>
                <a:spcPct val="95000"/>
              </a:lnSpc>
              <a:spcBef>
                <a:spcPts val="400"/>
              </a:spcBef>
              <a:spcAft>
                <a:spcPts val="200"/>
              </a:spcAft>
              <a:buClr>
                <a:schemeClr val="accent1"/>
              </a:buClr>
              <a:buSzTx/>
              <a:tabLst/>
            </a:pPr>
            <a:r>
              <a:rPr lang="en-US" sz="1600" dirty="0">
                <a:solidFill>
                  <a:schemeClr val="accent3"/>
                </a:solidFill>
                <a:latin typeface="Consolas" panose="020B0609020204030204" pitchFamily="49" charset="0"/>
              </a:rPr>
              <a:t>git checkout main </a:t>
            </a:r>
            <a:r>
              <a:rPr lang="en-US" sz="1600" dirty="0">
                <a:solidFill>
                  <a:schemeClr val="bg1"/>
                </a:solidFill>
              </a:rPr>
              <a:t># switch to main</a:t>
            </a:r>
            <a:endParaRPr lang="en-US" sz="1600" dirty="0">
              <a:solidFill>
                <a:schemeClr val="bg1"/>
              </a:solidFill>
              <a:latin typeface="Consolas" panose="020B0609020204030204" pitchFamily="49" charset="0"/>
            </a:endParaRPr>
          </a:p>
          <a:p>
            <a:pPr marR="0" algn="l" defTabSz="914400" rtl="0" eaLnBrk="1" fontAlgn="auto" latinLnBrk="0" hangingPunct="1">
              <a:lnSpc>
                <a:spcPct val="95000"/>
              </a:lnSpc>
              <a:spcBef>
                <a:spcPts val="400"/>
              </a:spcBef>
              <a:spcAft>
                <a:spcPts val="200"/>
              </a:spcAft>
              <a:buClr>
                <a:schemeClr val="accent1"/>
              </a:buClr>
              <a:buSzTx/>
              <a:tabLst/>
            </a:pPr>
            <a:r>
              <a:rPr lang="en-US" sz="1600" dirty="0">
                <a:solidFill>
                  <a:schemeClr val="accent3"/>
                </a:solidFill>
                <a:latin typeface="Consolas" panose="020B0609020204030204" pitchFamily="49" charset="0"/>
              </a:rPr>
              <a:t>git merge feature-Y </a:t>
            </a:r>
            <a:r>
              <a:rPr lang="en-US" sz="1600" dirty="0">
                <a:solidFill>
                  <a:schemeClr val="bg1"/>
                </a:solidFill>
              </a:rPr>
              <a:t># merge new feature in main</a:t>
            </a:r>
            <a:endParaRPr lang="en-US" sz="1600" dirty="0">
              <a:solidFill>
                <a:schemeClr val="bg1"/>
              </a:solidFill>
              <a:latin typeface="Consolas" panose="020B0609020204030204" pitchFamily="49" charset="0"/>
            </a:endParaRPr>
          </a:p>
          <a:p>
            <a:pPr marR="0" algn="l" defTabSz="914400" rtl="0" eaLnBrk="1" fontAlgn="auto" latinLnBrk="0" hangingPunct="1">
              <a:lnSpc>
                <a:spcPct val="95000"/>
              </a:lnSpc>
              <a:spcBef>
                <a:spcPts val="400"/>
              </a:spcBef>
              <a:spcAft>
                <a:spcPts val="200"/>
              </a:spcAft>
              <a:buClr>
                <a:schemeClr val="accent1"/>
              </a:buClr>
              <a:buSzTx/>
              <a:tabLst/>
            </a:pPr>
            <a:r>
              <a:rPr lang="en-US" sz="1600" dirty="0">
                <a:solidFill>
                  <a:schemeClr val="accent3"/>
                </a:solidFill>
                <a:latin typeface="Consolas" panose="020B0609020204030204" pitchFamily="49" charset="0"/>
              </a:rPr>
              <a:t>git push origin main </a:t>
            </a:r>
            <a:r>
              <a:rPr lang="en-US" sz="1600" dirty="0">
                <a:solidFill>
                  <a:schemeClr val="bg1"/>
                </a:solidFill>
              </a:rPr>
              <a:t># send it back online</a:t>
            </a:r>
            <a:endParaRPr lang="en-BE" sz="1600" dirty="0">
              <a:solidFill>
                <a:schemeClr val="bg1"/>
              </a:solidFill>
              <a:latin typeface="Consolas" panose="020B0609020204030204" pitchFamily="49" charset="0"/>
            </a:endParaRPr>
          </a:p>
        </p:txBody>
      </p:sp>
    </p:spTree>
    <p:extLst>
      <p:ext uri="{BB962C8B-B14F-4D97-AF65-F5344CB8AC3E}">
        <p14:creationId xmlns:p14="http://schemas.microsoft.com/office/powerpoint/2010/main" val="625158573"/>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1ACE6-ECB0-D336-A190-60A5CA683AE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C0212B1-EA5A-2F0D-D7D4-9B65D577C56C}"/>
              </a:ext>
            </a:extLst>
          </p:cNvPr>
          <p:cNvSpPr>
            <a:spLocks noGrp="1"/>
          </p:cNvSpPr>
          <p:nvPr>
            <p:ph type="title"/>
          </p:nvPr>
        </p:nvSpPr>
        <p:spPr/>
        <p:txBody>
          <a:bodyPr/>
          <a:lstStyle/>
          <a:p>
            <a:r>
              <a:rPr lang="en-US" dirty="0"/>
              <a:t>Setup git</a:t>
            </a:r>
            <a:endParaRPr lang="en-BE" dirty="0"/>
          </a:p>
        </p:txBody>
      </p:sp>
      <p:sp>
        <p:nvSpPr>
          <p:cNvPr id="6" name="Text Placeholder 5">
            <a:extLst>
              <a:ext uri="{FF2B5EF4-FFF2-40B4-BE49-F238E27FC236}">
                <a16:creationId xmlns:a16="http://schemas.microsoft.com/office/drawing/2014/main" id="{08B5E998-D133-4FE7-599A-E80F025DC007}"/>
              </a:ext>
            </a:extLst>
          </p:cNvPr>
          <p:cNvSpPr>
            <a:spLocks noGrp="1"/>
          </p:cNvSpPr>
          <p:nvPr>
            <p:ph type="body" idx="10"/>
          </p:nvPr>
        </p:nvSpPr>
        <p:spPr/>
        <p:txBody>
          <a:bodyPr/>
          <a:lstStyle/>
          <a:p>
            <a:r>
              <a:rPr lang="en-US" dirty="0"/>
              <a:t>Advanced example in teams making features where branches are protected</a:t>
            </a:r>
            <a:endParaRPr lang="en-BE" dirty="0"/>
          </a:p>
        </p:txBody>
      </p:sp>
      <p:sp>
        <p:nvSpPr>
          <p:cNvPr id="4" name="Footer Placeholder 3">
            <a:extLst>
              <a:ext uri="{FF2B5EF4-FFF2-40B4-BE49-F238E27FC236}">
                <a16:creationId xmlns:a16="http://schemas.microsoft.com/office/drawing/2014/main" id="{61D7DCB0-C6D7-DA7A-E49A-8BA159C3CB4A}"/>
              </a:ext>
            </a:extLst>
          </p:cNvPr>
          <p:cNvSpPr>
            <a:spLocks noGrp="1"/>
          </p:cNvSpPr>
          <p:nvPr>
            <p:ph type="ftr" sz="quarter" idx="3"/>
          </p:nvPr>
        </p:nvSpPr>
        <p:spPr/>
        <p:txBody>
          <a:bodyPr/>
          <a:lstStyle/>
          <a:p>
            <a:r>
              <a:rPr lang="en-US" dirty="0"/>
              <a:t>© 2023 NetApp, Inc. All rights reserved.  — NETAPP CONFIDENTIAL — </a:t>
            </a:r>
          </a:p>
        </p:txBody>
      </p:sp>
      <p:sp>
        <p:nvSpPr>
          <p:cNvPr id="3" name="TextBox 2">
            <a:extLst>
              <a:ext uri="{FF2B5EF4-FFF2-40B4-BE49-F238E27FC236}">
                <a16:creationId xmlns:a16="http://schemas.microsoft.com/office/drawing/2014/main" id="{E54EFDF2-F351-69F0-3196-D32BD347BA00}"/>
              </a:ext>
            </a:extLst>
          </p:cNvPr>
          <p:cNvSpPr txBox="1"/>
          <p:nvPr/>
        </p:nvSpPr>
        <p:spPr>
          <a:xfrm>
            <a:off x="261523" y="1543175"/>
            <a:ext cx="7022085" cy="4062651"/>
          </a:xfrm>
          <a:prstGeom prst="rect">
            <a:avLst/>
          </a:prstGeom>
        </p:spPr>
        <p:txBody>
          <a:bodyPr vert="horz" wrap="squar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600" dirty="0">
                <a:solidFill>
                  <a:schemeClr val="accent3"/>
                </a:solidFill>
                <a:latin typeface="Consolas" panose="020B0609020204030204" pitchFamily="49" charset="0"/>
              </a:rPr>
              <a:t>git checkout main </a:t>
            </a:r>
            <a:r>
              <a:rPr lang="en-US" sz="1600" dirty="0">
                <a:solidFill>
                  <a:schemeClr val="bg1"/>
                </a:solidFill>
                <a:latin typeface="Consolas" panose="020B0609020204030204" pitchFamily="49" charset="0"/>
              </a:rPr>
              <a:t>(underlying branch)</a:t>
            </a:r>
          </a:p>
          <a:p>
            <a:pPr marR="0" algn="l" defTabSz="914400" rtl="0" eaLnBrk="1" fontAlgn="auto" latinLnBrk="0" hangingPunct="1">
              <a:lnSpc>
                <a:spcPct val="95000"/>
              </a:lnSpc>
              <a:spcBef>
                <a:spcPts val="400"/>
              </a:spcBef>
              <a:spcAft>
                <a:spcPts val="200"/>
              </a:spcAft>
              <a:buClr>
                <a:schemeClr val="accent1"/>
              </a:buClr>
              <a:buSzTx/>
              <a:tabLst/>
            </a:pPr>
            <a:r>
              <a:rPr lang="en-US" sz="1600" dirty="0">
                <a:solidFill>
                  <a:schemeClr val="accent3"/>
                </a:solidFill>
                <a:latin typeface="Consolas" panose="020B0609020204030204" pitchFamily="49" charset="0"/>
              </a:rPr>
              <a:t>git checkout -b feature-X</a:t>
            </a:r>
          </a:p>
          <a:p>
            <a:pPr marR="0" algn="l" defTabSz="914400" rtl="0" eaLnBrk="1" fontAlgn="auto" latinLnBrk="0" hangingPunct="1">
              <a:lnSpc>
                <a:spcPct val="95000"/>
              </a:lnSpc>
              <a:spcBef>
                <a:spcPts val="400"/>
              </a:spcBef>
              <a:spcAft>
                <a:spcPts val="200"/>
              </a:spcAft>
              <a:buClr>
                <a:schemeClr val="accent1"/>
              </a:buClr>
              <a:buSzTx/>
              <a:tabLst/>
            </a:pPr>
            <a:r>
              <a:rPr lang="en-US" sz="1600" dirty="0">
                <a:solidFill>
                  <a:schemeClr val="bg1"/>
                </a:solidFill>
                <a:latin typeface="Consolas" panose="020B0609020204030204" pitchFamily="49" charset="0"/>
              </a:rPr>
              <a:t>… coding ..</a:t>
            </a:r>
            <a:br>
              <a:rPr lang="en-US" sz="1600" dirty="0">
                <a:solidFill>
                  <a:schemeClr val="bg1"/>
                </a:solidFill>
                <a:latin typeface="Consolas" panose="020B0609020204030204" pitchFamily="49" charset="0"/>
              </a:rPr>
            </a:br>
            <a:r>
              <a:rPr lang="en-US" sz="1600" dirty="0">
                <a:solidFill>
                  <a:schemeClr val="accent3"/>
                </a:solidFill>
                <a:latin typeface="Consolas" panose="020B0609020204030204" pitchFamily="49" charset="0"/>
              </a:rPr>
              <a:t>git add .</a:t>
            </a:r>
          </a:p>
          <a:p>
            <a:pPr>
              <a:lnSpc>
                <a:spcPct val="95000"/>
              </a:lnSpc>
              <a:spcBef>
                <a:spcPts val="400"/>
              </a:spcBef>
              <a:spcAft>
                <a:spcPts val="200"/>
              </a:spcAft>
              <a:buClr>
                <a:schemeClr val="accent1"/>
              </a:buClr>
            </a:pPr>
            <a:r>
              <a:rPr lang="en-US" sz="1600" dirty="0">
                <a:solidFill>
                  <a:schemeClr val="accent3"/>
                </a:solidFill>
                <a:latin typeface="Consolas" panose="020B0609020204030204" pitchFamily="49" charset="0"/>
              </a:rPr>
              <a:t>git commit -m “feature x”</a:t>
            </a:r>
            <a:br>
              <a:rPr lang="en-US" sz="1600" dirty="0">
                <a:solidFill>
                  <a:schemeClr val="accent3"/>
                </a:solidFill>
                <a:latin typeface="Consolas" panose="020B0609020204030204" pitchFamily="49" charset="0"/>
              </a:rPr>
            </a:br>
            <a:br>
              <a:rPr lang="en-US" sz="1600" dirty="0">
                <a:solidFill>
                  <a:schemeClr val="accent3"/>
                </a:solidFill>
                <a:latin typeface="Consolas" panose="020B0609020204030204" pitchFamily="49" charset="0"/>
              </a:rPr>
            </a:br>
            <a:r>
              <a:rPr lang="en-US" sz="1600" dirty="0">
                <a:solidFill>
                  <a:schemeClr val="accent3"/>
                </a:solidFill>
                <a:latin typeface="Consolas" panose="020B0609020204030204" pitchFamily="49" charset="0"/>
              </a:rPr>
              <a:t>git fetch origin </a:t>
            </a:r>
            <a:r>
              <a:rPr lang="en-US" sz="1600" dirty="0">
                <a:solidFill>
                  <a:schemeClr val="bg1"/>
                </a:solidFill>
              </a:rPr>
              <a:t># get all changes others made</a:t>
            </a:r>
            <a:endParaRPr lang="en-US" sz="1600" dirty="0">
              <a:solidFill>
                <a:schemeClr val="bg1"/>
              </a:solidFill>
              <a:latin typeface="Consolas" panose="020B0609020204030204" pitchFamily="49" charset="0"/>
            </a:endParaRPr>
          </a:p>
          <a:p>
            <a:pPr>
              <a:lnSpc>
                <a:spcPct val="95000"/>
              </a:lnSpc>
              <a:spcBef>
                <a:spcPts val="400"/>
              </a:spcBef>
              <a:spcAft>
                <a:spcPts val="200"/>
              </a:spcAft>
              <a:buClr>
                <a:schemeClr val="accent1"/>
              </a:buClr>
            </a:pPr>
            <a:r>
              <a:rPr lang="en-US" sz="1600" dirty="0">
                <a:solidFill>
                  <a:schemeClr val="accent3"/>
                </a:solidFill>
                <a:latin typeface="Consolas" panose="020B0609020204030204" pitchFamily="49" charset="0"/>
              </a:rPr>
              <a:t>git rebase origin/main </a:t>
            </a:r>
            <a:r>
              <a:rPr lang="en-US" sz="1600" dirty="0">
                <a:solidFill>
                  <a:schemeClr val="bg1"/>
                </a:solidFill>
              </a:rPr>
              <a:t># refresh underlying branch</a:t>
            </a:r>
            <a:br>
              <a:rPr lang="en-US" sz="1600" dirty="0">
                <a:solidFill>
                  <a:schemeClr val="bg1"/>
                </a:solidFill>
              </a:rPr>
            </a:br>
            <a:br>
              <a:rPr lang="en-US" sz="1600" dirty="0">
                <a:solidFill>
                  <a:schemeClr val="bg1"/>
                </a:solidFill>
              </a:rPr>
            </a:br>
            <a:r>
              <a:rPr lang="en-US" sz="1600" dirty="0">
                <a:solidFill>
                  <a:schemeClr val="bg1"/>
                </a:solidFill>
              </a:rPr>
              <a:t>… =&gt; merging into main is protected and NOT allowed</a:t>
            </a:r>
            <a:br>
              <a:rPr lang="en-US" sz="1600" dirty="0">
                <a:solidFill>
                  <a:schemeClr val="bg1"/>
                </a:solidFill>
              </a:rPr>
            </a:br>
            <a:endParaRPr lang="en-US" sz="1600" dirty="0">
              <a:solidFill>
                <a:schemeClr val="bg1"/>
              </a:solidFill>
              <a:latin typeface="Consolas" panose="020B0609020204030204" pitchFamily="49" charset="0"/>
            </a:endParaRPr>
          </a:p>
          <a:p>
            <a:pPr>
              <a:lnSpc>
                <a:spcPct val="95000"/>
              </a:lnSpc>
              <a:spcBef>
                <a:spcPts val="400"/>
              </a:spcBef>
              <a:spcAft>
                <a:spcPts val="200"/>
              </a:spcAft>
              <a:buClr>
                <a:schemeClr val="accent1"/>
              </a:buClr>
            </a:pPr>
            <a:r>
              <a:rPr lang="en-US" sz="1600" dirty="0">
                <a:solidFill>
                  <a:schemeClr val="accent3"/>
                </a:solidFill>
                <a:latin typeface="Consolas" panose="020B0609020204030204" pitchFamily="49" charset="0"/>
              </a:rPr>
              <a:t>git push origin feature-X </a:t>
            </a:r>
            <a:r>
              <a:rPr lang="en-US" sz="1600" dirty="0">
                <a:solidFill>
                  <a:schemeClr val="bg1"/>
                </a:solidFill>
              </a:rPr>
              <a:t># publish remote feature</a:t>
            </a:r>
            <a:br>
              <a:rPr lang="en-US" sz="1600" dirty="0">
                <a:solidFill>
                  <a:schemeClr val="bg1"/>
                </a:solidFill>
              </a:rPr>
            </a:br>
            <a:br>
              <a:rPr lang="en-US" sz="1600" dirty="0">
                <a:solidFill>
                  <a:schemeClr val="bg1"/>
                </a:solidFill>
              </a:rPr>
            </a:br>
            <a:r>
              <a:rPr lang="en-US" sz="1600" dirty="0">
                <a:solidFill>
                  <a:schemeClr val="bg1"/>
                </a:solidFill>
              </a:rPr>
              <a:t>Create Pull Request to merge feature-X in to main</a:t>
            </a:r>
            <a:endParaRPr lang="en-BE" sz="1600" dirty="0">
              <a:solidFill>
                <a:schemeClr val="bg1"/>
              </a:solidFill>
              <a:latin typeface="Consolas" panose="020B0609020204030204" pitchFamily="49" charset="0"/>
            </a:endParaRPr>
          </a:p>
          <a:p>
            <a:pPr marR="0" algn="l" defTabSz="914400" rtl="0" eaLnBrk="1" fontAlgn="auto" latinLnBrk="0" hangingPunct="1">
              <a:lnSpc>
                <a:spcPct val="95000"/>
              </a:lnSpc>
              <a:spcBef>
                <a:spcPts val="400"/>
              </a:spcBef>
              <a:spcAft>
                <a:spcPts val="200"/>
              </a:spcAft>
              <a:buClr>
                <a:schemeClr val="accent1"/>
              </a:buClr>
              <a:buSzTx/>
              <a:tabLst/>
            </a:pPr>
            <a:endParaRPr lang="en-BE" sz="1600" dirty="0">
              <a:solidFill>
                <a:schemeClr val="accent3"/>
              </a:solidFill>
              <a:latin typeface="Consolas" panose="020B0609020204030204" pitchFamily="49" charset="0"/>
            </a:endParaRPr>
          </a:p>
        </p:txBody>
      </p:sp>
    </p:spTree>
    <p:extLst>
      <p:ext uri="{BB962C8B-B14F-4D97-AF65-F5344CB8AC3E}">
        <p14:creationId xmlns:p14="http://schemas.microsoft.com/office/powerpoint/2010/main" val="3330708730"/>
      </p:ext>
    </p:extLst>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p:txBody>
          <a:bodyPr/>
          <a:lstStyle/>
          <a:p>
            <a:pPr marL="342900" indent="-342900">
              <a:buFont typeface="Arial" panose="020B0604020202020204" pitchFamily="34" charset="0"/>
              <a:buChar char="•"/>
            </a:pPr>
            <a:r>
              <a:rPr lang="en-US" dirty="0"/>
              <a:t>What Ansible Automation is</a:t>
            </a:r>
          </a:p>
          <a:p>
            <a:pPr marL="342900" indent="-342900">
              <a:buFont typeface="Arial" panose="020B0604020202020204" pitchFamily="34" charset="0"/>
              <a:buChar char="•"/>
            </a:pPr>
            <a:r>
              <a:rPr lang="en-US" dirty="0"/>
              <a:t>What it can do</a:t>
            </a:r>
          </a:p>
        </p:txBody>
      </p:sp>
      <p:sp>
        <p:nvSpPr>
          <p:cNvPr id="3" name="Title 2"/>
          <p:cNvSpPr>
            <a:spLocks noGrp="1"/>
          </p:cNvSpPr>
          <p:nvPr>
            <p:ph type="ctrTitle"/>
          </p:nvPr>
        </p:nvSpPr>
        <p:spPr/>
        <p:txBody>
          <a:bodyPr/>
          <a:lstStyle/>
          <a:p>
            <a:r>
              <a:rPr lang="en-US" dirty="0"/>
              <a:t>Introduction</a:t>
            </a:r>
          </a:p>
        </p:txBody>
      </p:sp>
      <p:sp>
        <p:nvSpPr>
          <p:cNvPr id="4" name="Footer Placeholder 3"/>
          <p:cNvSpPr>
            <a:spLocks noGrp="1"/>
          </p:cNvSpPr>
          <p:nvPr>
            <p:ph type="ftr" sz="quarter" idx="3"/>
          </p:nvPr>
        </p:nvSpPr>
        <p:spPr/>
        <p:txBody>
          <a:bodyPr/>
          <a:lstStyle/>
          <a:p>
            <a:r>
              <a:rPr lang="en-US"/>
              <a:t>© 2023 NetApp, Inc. All rights reserved.  — NETAPP CONFIDENTIAL — </a:t>
            </a:r>
            <a:endParaRPr dirty="0"/>
          </a:p>
        </p:txBody>
      </p:sp>
    </p:spTree>
    <p:extLst>
      <p:ext uri="{BB962C8B-B14F-4D97-AF65-F5344CB8AC3E}">
        <p14:creationId xmlns:p14="http://schemas.microsoft.com/office/powerpoint/2010/main" val="3564876624"/>
      </p:ext>
    </p:extLst>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688F8-1082-754A-ACDC-E0EC839F6341}"/>
              </a:ext>
            </a:extLst>
          </p:cNvPr>
          <p:cNvSpPr>
            <a:spLocks noGrp="1"/>
          </p:cNvSpPr>
          <p:nvPr>
            <p:ph type="title"/>
          </p:nvPr>
        </p:nvSpPr>
        <p:spPr>
          <a:xfrm>
            <a:off x="152400" y="1640074"/>
            <a:ext cx="8915400" cy="3577852"/>
          </a:xfrm>
        </p:spPr>
        <p:txBody>
          <a:bodyPr/>
          <a:lstStyle/>
          <a:p>
            <a:r>
              <a:rPr lang="en-US" sz="4800" dirty="0"/>
              <a:t>“Insanity is doing the same thing over and over again manually when you could have automated it with Ansible”</a:t>
            </a:r>
          </a:p>
        </p:txBody>
      </p:sp>
      <p:sp>
        <p:nvSpPr>
          <p:cNvPr id="4" name="Footer Placeholder 3">
            <a:extLst>
              <a:ext uri="{FF2B5EF4-FFF2-40B4-BE49-F238E27FC236}">
                <a16:creationId xmlns:a16="http://schemas.microsoft.com/office/drawing/2014/main" id="{792D5610-F5B6-914D-9180-BEA712FF99E1}"/>
              </a:ext>
            </a:extLst>
          </p:cNvPr>
          <p:cNvSpPr>
            <a:spLocks noGrp="1"/>
          </p:cNvSpPr>
          <p:nvPr>
            <p:ph type="ftr" sz="quarter" idx="3"/>
          </p:nvPr>
        </p:nvSpPr>
        <p:spPr/>
        <p:txBody>
          <a:bodyPr/>
          <a:lstStyle/>
          <a:p>
            <a:r>
              <a:rPr lang="en-US"/>
              <a:t>© 2023 NetApp, Inc. All rights reserved.  — NETAPP CONFIDENTIAL — </a:t>
            </a:r>
            <a:endParaRPr lang="en-US" dirty="0"/>
          </a:p>
        </p:txBody>
      </p:sp>
      <p:pic>
        <p:nvPicPr>
          <p:cNvPr id="6" name="Picture 5">
            <a:extLst>
              <a:ext uri="{FF2B5EF4-FFF2-40B4-BE49-F238E27FC236}">
                <a16:creationId xmlns:a16="http://schemas.microsoft.com/office/drawing/2014/main" id="{3C4917F7-0F70-734D-8CA1-F3B31981F3E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369150" y="1860550"/>
            <a:ext cx="2445300" cy="3136900"/>
          </a:xfrm>
          <a:prstGeom prst="rect">
            <a:avLst/>
          </a:prstGeom>
        </p:spPr>
      </p:pic>
      <p:sp>
        <p:nvSpPr>
          <p:cNvPr id="7" name="TextBox 6">
            <a:extLst>
              <a:ext uri="{FF2B5EF4-FFF2-40B4-BE49-F238E27FC236}">
                <a16:creationId xmlns:a16="http://schemas.microsoft.com/office/drawing/2014/main" id="{C9C6CD07-FDC6-5A41-BEDC-00F6E96E32BB}"/>
              </a:ext>
            </a:extLst>
          </p:cNvPr>
          <p:cNvSpPr txBox="1"/>
          <p:nvPr/>
        </p:nvSpPr>
        <p:spPr>
          <a:xfrm>
            <a:off x="5562600" y="4641968"/>
            <a:ext cx="2967653" cy="355482"/>
          </a:xfrm>
          <a:prstGeom prst="rect">
            <a:avLst/>
          </a:prstGeom>
        </p:spPr>
        <p:txBody>
          <a:bodyPr vert="horz" wrap="squar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b="0" i="0" u="none" strike="noStrike" kern="1200" cap="none" spc="0" normalizeH="0" baseline="0" noProof="0" dirty="0">
                <a:ln>
                  <a:noFill/>
                </a:ln>
                <a:solidFill>
                  <a:schemeClr val="bg1"/>
                </a:solidFill>
                <a:effectLst/>
                <a:uLnTx/>
                <a:uFillTx/>
                <a:latin typeface="+mn-lt"/>
              </a:rPr>
              <a:t>probably not Albert Einstein</a:t>
            </a:r>
          </a:p>
        </p:txBody>
      </p:sp>
    </p:spTree>
    <p:extLst>
      <p:ext uri="{BB962C8B-B14F-4D97-AF65-F5344CB8AC3E}">
        <p14:creationId xmlns:p14="http://schemas.microsoft.com/office/powerpoint/2010/main" val="2833613659"/>
      </p:ext>
    </p:extLst>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Automation</a:t>
            </a:r>
          </a:p>
        </p:txBody>
      </p:sp>
      <p:graphicFrame>
        <p:nvGraphicFramePr>
          <p:cNvPr id="5" name="Tijdelijke aanduiding voor inhoud 4">
            <a:extLst>
              <a:ext uri="{FF2B5EF4-FFF2-40B4-BE49-F238E27FC236}">
                <a16:creationId xmlns:a16="http://schemas.microsoft.com/office/drawing/2014/main" id="{9E5C9FF2-EE8B-7F37-5944-248DF1504417}"/>
              </a:ext>
            </a:extLst>
          </p:cNvPr>
          <p:cNvGraphicFramePr>
            <a:graphicFrameLocks noGrp="1"/>
          </p:cNvGraphicFramePr>
          <p:nvPr>
            <p:ph sz="quarter" idx="14"/>
            <p:extLst>
              <p:ext uri="{D42A27DB-BD31-4B8C-83A1-F6EECF244321}">
                <p14:modId xmlns:p14="http://schemas.microsoft.com/office/powerpoint/2010/main" val="233188529"/>
              </p:ext>
            </p:extLst>
          </p:nvPr>
        </p:nvGraphicFramePr>
        <p:xfrm>
          <a:off x="250626" y="1664670"/>
          <a:ext cx="11661637" cy="4479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What is Ansible automation?</a:t>
            </a:r>
          </a:p>
          <a:p>
            <a:endParaRPr lang="en-US" dirty="0"/>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Tree>
    <p:extLst>
      <p:ext uri="{BB962C8B-B14F-4D97-AF65-F5344CB8AC3E}">
        <p14:creationId xmlns:p14="http://schemas.microsoft.com/office/powerpoint/2010/main" val="2022395514"/>
      </p:ext>
    </p:extLst>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Automation</a:t>
            </a:r>
          </a:p>
        </p:txBody>
      </p:sp>
      <p:graphicFrame>
        <p:nvGraphicFramePr>
          <p:cNvPr id="5" name="Tijdelijke aanduiding voor inhoud 4">
            <a:extLst>
              <a:ext uri="{FF2B5EF4-FFF2-40B4-BE49-F238E27FC236}">
                <a16:creationId xmlns:a16="http://schemas.microsoft.com/office/drawing/2014/main" id="{2358F971-5D7F-1DB3-7EB7-97A0F848DCEA}"/>
              </a:ext>
            </a:extLst>
          </p:cNvPr>
          <p:cNvGraphicFramePr>
            <a:graphicFrameLocks noGrp="1"/>
          </p:cNvGraphicFramePr>
          <p:nvPr>
            <p:ph sz="quarter" idx="14"/>
            <p:extLst>
              <p:ext uri="{D42A27DB-BD31-4B8C-83A1-F6EECF244321}">
                <p14:modId xmlns:p14="http://schemas.microsoft.com/office/powerpoint/2010/main" val="3365843656"/>
              </p:ext>
            </p:extLst>
          </p:nvPr>
        </p:nvGraphicFramePr>
        <p:xfrm>
          <a:off x="250626" y="1664670"/>
          <a:ext cx="11661637" cy="4479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endParaRPr lang="en-US"/>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Tree>
    <p:extLst>
      <p:ext uri="{BB962C8B-B14F-4D97-AF65-F5344CB8AC3E}">
        <p14:creationId xmlns:p14="http://schemas.microsoft.com/office/powerpoint/2010/main" val="923249667"/>
      </p:ext>
    </p:extLst>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Automation</a:t>
            </a:r>
          </a:p>
        </p:txBody>
      </p:sp>
      <p:graphicFrame>
        <p:nvGraphicFramePr>
          <p:cNvPr id="5" name="Tijdelijke aanduiding voor inhoud 4">
            <a:extLst>
              <a:ext uri="{FF2B5EF4-FFF2-40B4-BE49-F238E27FC236}">
                <a16:creationId xmlns:a16="http://schemas.microsoft.com/office/drawing/2014/main" id="{F61BA644-B831-2955-8FFD-17F6CC1E1E50}"/>
              </a:ext>
            </a:extLst>
          </p:cNvPr>
          <p:cNvGraphicFramePr>
            <a:graphicFrameLocks noGrp="1"/>
          </p:cNvGraphicFramePr>
          <p:nvPr>
            <p:ph sz="quarter" idx="14"/>
            <p:extLst>
              <p:ext uri="{D42A27DB-BD31-4B8C-83A1-F6EECF244321}">
                <p14:modId xmlns:p14="http://schemas.microsoft.com/office/powerpoint/2010/main" val="3584896993"/>
              </p:ext>
            </p:extLst>
          </p:nvPr>
        </p:nvGraphicFramePr>
        <p:xfrm>
          <a:off x="250626" y="1664670"/>
          <a:ext cx="11661637" cy="4479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endParaRPr lang="en-US"/>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Tree>
    <p:extLst>
      <p:ext uri="{BB962C8B-B14F-4D97-AF65-F5344CB8AC3E}">
        <p14:creationId xmlns:p14="http://schemas.microsoft.com/office/powerpoint/2010/main" val="3411862566"/>
      </p:ext>
    </p:extLst>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p:txBody>
          <a:bodyPr/>
          <a:lstStyle/>
          <a:p>
            <a:r>
              <a:rPr lang="en-US" dirty="0"/>
              <a:t>Understanding the Ansible Infrastructure</a:t>
            </a:r>
          </a:p>
          <a:p>
            <a:r>
              <a:rPr lang="en-US" dirty="0"/>
              <a:t>Installing Ansible</a:t>
            </a:r>
          </a:p>
        </p:txBody>
      </p:sp>
      <p:sp>
        <p:nvSpPr>
          <p:cNvPr id="3" name="Title 2"/>
          <p:cNvSpPr>
            <a:spLocks noGrp="1"/>
          </p:cNvSpPr>
          <p:nvPr>
            <p:ph type="ctrTitle"/>
          </p:nvPr>
        </p:nvSpPr>
        <p:spPr/>
        <p:txBody>
          <a:bodyPr/>
          <a:lstStyle/>
          <a:p>
            <a:r>
              <a:rPr lang="en-US" dirty="0"/>
              <a:t>1.1 Basics</a:t>
            </a:r>
          </a:p>
        </p:txBody>
      </p:sp>
      <p:sp>
        <p:nvSpPr>
          <p:cNvPr id="4" name="Footer Placeholder 3"/>
          <p:cNvSpPr>
            <a:spLocks noGrp="1"/>
          </p:cNvSpPr>
          <p:nvPr>
            <p:ph type="ftr" sz="quarter" idx="3"/>
          </p:nvPr>
        </p:nvSpPr>
        <p:spPr/>
        <p:txBody>
          <a:bodyPr/>
          <a:lstStyle/>
          <a:p>
            <a:r>
              <a:rPr lang="en-US"/>
              <a:t>© 2023 NetApp, Inc. All rights reserved.  — NETAPP CONFIDENTIAL — </a:t>
            </a:r>
            <a:endParaRPr dirty="0"/>
          </a:p>
        </p:txBody>
      </p:sp>
    </p:spTree>
    <p:extLst>
      <p:ext uri="{BB962C8B-B14F-4D97-AF65-F5344CB8AC3E}">
        <p14:creationId xmlns:p14="http://schemas.microsoft.com/office/powerpoint/2010/main" val="562088479"/>
      </p:ext>
    </p:extLst>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53E7E5D-FF96-4340-9AC8-6C96A4B7AA61}"/>
              </a:ext>
            </a:extLst>
          </p:cNvPr>
          <p:cNvSpPr>
            <a:spLocks noGrp="1"/>
          </p:cNvSpPr>
          <p:nvPr>
            <p:ph type="ftr" sz="quarter" idx="3"/>
          </p:nvPr>
        </p:nvSpPr>
        <p:spPr/>
        <p:txBody>
          <a:bodyPr/>
          <a:lstStyle/>
          <a:p>
            <a:r>
              <a:rPr lang="en-US"/>
              <a:t>© 2023 NetApp, Inc. All rights reserved.  — NETAPP CONFIDENTIAL — </a:t>
            </a:r>
            <a:endParaRPr lang="en-US" dirty="0"/>
          </a:p>
        </p:txBody>
      </p:sp>
      <p:grpSp>
        <p:nvGrpSpPr>
          <p:cNvPr id="7" name="Group 6">
            <a:extLst>
              <a:ext uri="{FF2B5EF4-FFF2-40B4-BE49-F238E27FC236}">
                <a16:creationId xmlns:a16="http://schemas.microsoft.com/office/drawing/2014/main" id="{911A5A13-41E7-2545-98A6-64F4F87968E9}"/>
              </a:ext>
            </a:extLst>
          </p:cNvPr>
          <p:cNvGrpSpPr/>
          <p:nvPr/>
        </p:nvGrpSpPr>
        <p:grpSpPr>
          <a:xfrm>
            <a:off x="1773596" y="366826"/>
            <a:ext cx="2827171" cy="1542098"/>
            <a:chOff x="1143000" y="972502"/>
            <a:chExt cx="2827171" cy="1542098"/>
          </a:xfrm>
        </p:grpSpPr>
        <p:pic>
          <p:nvPicPr>
            <p:cNvPr id="4" name="image179.png">
              <a:extLst>
                <a:ext uri="{FF2B5EF4-FFF2-40B4-BE49-F238E27FC236}">
                  <a16:creationId xmlns:a16="http://schemas.microsoft.com/office/drawing/2014/main" id="{D1E49CAE-763F-D844-839A-0F70699E4EA2}"/>
                </a:ext>
              </a:extLst>
            </p:cNvPr>
            <p:cNvPicPr/>
            <p:nvPr/>
          </p:nvPicPr>
          <p:blipFill>
            <a:blip r:embed="rId3"/>
            <a:stretch>
              <a:fillRect/>
            </a:stretch>
          </p:blipFill>
          <p:spPr>
            <a:xfrm>
              <a:off x="1143000" y="972502"/>
              <a:ext cx="2827171" cy="1542098"/>
            </a:xfrm>
            <a:prstGeom prst="rect">
              <a:avLst/>
            </a:prstGeom>
            <a:ln w="12700">
              <a:miter lim="400000"/>
            </a:ln>
          </p:spPr>
        </p:pic>
        <p:sp>
          <p:nvSpPr>
            <p:cNvPr id="6" name="TextBox 5">
              <a:extLst>
                <a:ext uri="{FF2B5EF4-FFF2-40B4-BE49-F238E27FC236}">
                  <a16:creationId xmlns:a16="http://schemas.microsoft.com/office/drawing/2014/main" id="{40C6036F-E723-5B46-9843-65B6A776704F}"/>
                </a:ext>
              </a:extLst>
            </p:cNvPr>
            <p:cNvSpPr txBox="1"/>
            <p:nvPr/>
          </p:nvSpPr>
          <p:spPr>
            <a:xfrm>
              <a:off x="1732391" y="1524000"/>
              <a:ext cx="1725730" cy="578620"/>
            </a:xfrm>
            <a:prstGeom prst="rect">
              <a:avLst/>
            </a:prstGeom>
          </p:spPr>
          <p:txBody>
            <a:bodyPr vert="horz" wrap="none" lIns="91440" tIns="45720" rIns="91440" bIns="45720" rtlCol="0" anchor="t">
              <a:spAutoFit/>
            </a:bodyPr>
            <a:lstStyle/>
            <a:p>
              <a:pPr marR="0" algn="ctr"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solidFill>
                  <a:effectLst/>
                  <a:uLnTx/>
                  <a:uFillTx/>
                  <a:latin typeface="+mn-lt"/>
                </a:rPr>
                <a:t>PUBLIC / PRIVATE</a:t>
              </a:r>
            </a:p>
            <a:p>
              <a:pPr marR="0" algn="ctr" defTabSz="914400" rtl="0" eaLnBrk="1" fontAlgn="auto" latinLnBrk="0" hangingPunct="1">
                <a:lnSpc>
                  <a:spcPct val="95000"/>
                </a:lnSpc>
                <a:spcBef>
                  <a:spcPts val="400"/>
                </a:spcBef>
                <a:spcAft>
                  <a:spcPts val="200"/>
                </a:spcAft>
                <a:buClr>
                  <a:schemeClr val="accent1"/>
                </a:buClr>
                <a:buSzTx/>
                <a:tabLst/>
              </a:pPr>
              <a:r>
                <a:rPr lang="en-US" sz="1400" dirty="0">
                  <a:solidFill>
                    <a:sysClr val="windowText" lastClr="000000"/>
                  </a:solidFill>
                </a:rPr>
                <a:t>CLOUD</a:t>
              </a:r>
              <a:endParaRPr kumimoji="0" lang="en-US" sz="1400" b="0" i="0" u="none" strike="noStrike" kern="1200" cap="none" spc="0" normalizeH="0" baseline="0" noProof="0" dirty="0">
                <a:ln>
                  <a:noFill/>
                </a:ln>
                <a:solidFill>
                  <a:sysClr val="windowText" lastClr="000000"/>
                </a:solidFill>
                <a:effectLst/>
                <a:uLnTx/>
                <a:uFillTx/>
                <a:latin typeface="+mn-lt"/>
              </a:endParaRPr>
            </a:p>
          </p:txBody>
        </p:sp>
      </p:grpSp>
      <p:grpSp>
        <p:nvGrpSpPr>
          <p:cNvPr id="28" name="Group 27">
            <a:extLst>
              <a:ext uri="{FF2B5EF4-FFF2-40B4-BE49-F238E27FC236}">
                <a16:creationId xmlns:a16="http://schemas.microsoft.com/office/drawing/2014/main" id="{A6026C75-93CE-9A44-8BCA-5F68CDC2C567}"/>
              </a:ext>
            </a:extLst>
          </p:cNvPr>
          <p:cNvGrpSpPr/>
          <p:nvPr/>
        </p:nvGrpSpPr>
        <p:grpSpPr>
          <a:xfrm>
            <a:off x="1006533" y="2438516"/>
            <a:ext cx="1964648" cy="1655332"/>
            <a:chOff x="1174595" y="3228223"/>
            <a:chExt cx="1964648" cy="1655332"/>
          </a:xfrm>
        </p:grpSpPr>
        <p:grpSp>
          <p:nvGrpSpPr>
            <p:cNvPr id="17" name="Group 16">
              <a:extLst>
                <a:ext uri="{FF2B5EF4-FFF2-40B4-BE49-F238E27FC236}">
                  <a16:creationId xmlns:a16="http://schemas.microsoft.com/office/drawing/2014/main" id="{D8DEF369-700F-2C4E-B8FD-25A97EA89673}"/>
                </a:ext>
              </a:extLst>
            </p:cNvPr>
            <p:cNvGrpSpPr/>
            <p:nvPr/>
          </p:nvGrpSpPr>
          <p:grpSpPr>
            <a:xfrm>
              <a:off x="1174595" y="3228223"/>
              <a:ext cx="1964648" cy="1365401"/>
              <a:chOff x="1320858" y="3456571"/>
              <a:chExt cx="1964648" cy="1365401"/>
            </a:xfrm>
          </p:grpSpPr>
          <p:pic>
            <p:nvPicPr>
              <p:cNvPr id="16" name="Graphic 15">
                <a:extLst>
                  <a:ext uri="{FF2B5EF4-FFF2-40B4-BE49-F238E27FC236}">
                    <a16:creationId xmlns:a16="http://schemas.microsoft.com/office/drawing/2014/main" id="{8C478488-B97B-C344-BE1A-F4B14C8077BD}"/>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320858" y="3793272"/>
                <a:ext cx="1028700" cy="1028700"/>
              </a:xfrm>
              <a:prstGeom prst="rect">
                <a:avLst/>
              </a:prstGeom>
            </p:spPr>
          </p:pic>
          <p:pic>
            <p:nvPicPr>
              <p:cNvPr id="13" name="Graphic 12">
                <a:extLst>
                  <a:ext uri="{FF2B5EF4-FFF2-40B4-BE49-F238E27FC236}">
                    <a16:creationId xmlns:a16="http://schemas.microsoft.com/office/drawing/2014/main" id="{621FFC67-89C3-EA43-A55A-73794A1A54C9}"/>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2256806" y="3793272"/>
                <a:ext cx="1028700" cy="1028700"/>
              </a:xfrm>
              <a:prstGeom prst="rect">
                <a:avLst/>
              </a:prstGeom>
            </p:spPr>
          </p:pic>
          <p:pic>
            <p:nvPicPr>
              <p:cNvPr id="12" name="Graphic 11">
                <a:extLst>
                  <a:ext uri="{FF2B5EF4-FFF2-40B4-BE49-F238E27FC236}">
                    <a16:creationId xmlns:a16="http://schemas.microsoft.com/office/drawing/2014/main" id="{D649AB32-64CF-314E-B064-ED7D7238C15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1835207" y="3456571"/>
                <a:ext cx="1028700" cy="1028700"/>
              </a:xfrm>
              <a:prstGeom prst="rect">
                <a:avLst/>
              </a:prstGeom>
            </p:spPr>
          </p:pic>
        </p:grpSp>
        <p:sp>
          <p:nvSpPr>
            <p:cNvPr id="18" name="TextBox 17">
              <a:extLst>
                <a:ext uri="{FF2B5EF4-FFF2-40B4-BE49-F238E27FC236}">
                  <a16:creationId xmlns:a16="http://schemas.microsoft.com/office/drawing/2014/main" id="{96F1692F-372C-E542-B4AE-7D7A1D70C622}"/>
                </a:ext>
              </a:extLst>
            </p:cNvPr>
            <p:cNvSpPr txBox="1"/>
            <p:nvPr/>
          </p:nvSpPr>
          <p:spPr>
            <a:xfrm>
              <a:off x="1754757" y="4586551"/>
              <a:ext cx="805029"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mn-lt"/>
                </a:rPr>
                <a:t>USERS</a:t>
              </a:r>
            </a:p>
          </p:txBody>
        </p:sp>
      </p:grpSp>
      <p:grpSp>
        <p:nvGrpSpPr>
          <p:cNvPr id="19" name="Group 18">
            <a:extLst>
              <a:ext uri="{FF2B5EF4-FFF2-40B4-BE49-F238E27FC236}">
                <a16:creationId xmlns:a16="http://schemas.microsoft.com/office/drawing/2014/main" id="{B60C4D44-DAD7-C346-84B1-F72456CCE69A}"/>
              </a:ext>
            </a:extLst>
          </p:cNvPr>
          <p:cNvGrpSpPr/>
          <p:nvPr/>
        </p:nvGrpSpPr>
        <p:grpSpPr>
          <a:xfrm>
            <a:off x="7591233" y="364569"/>
            <a:ext cx="2827171" cy="1542098"/>
            <a:chOff x="1143000" y="972502"/>
            <a:chExt cx="2827171" cy="1542098"/>
          </a:xfrm>
        </p:grpSpPr>
        <p:pic>
          <p:nvPicPr>
            <p:cNvPr id="20" name="image179.png">
              <a:extLst>
                <a:ext uri="{FF2B5EF4-FFF2-40B4-BE49-F238E27FC236}">
                  <a16:creationId xmlns:a16="http://schemas.microsoft.com/office/drawing/2014/main" id="{61AF875F-28AF-0B4F-A311-AEFAD4F7E337}"/>
                </a:ext>
              </a:extLst>
            </p:cNvPr>
            <p:cNvPicPr/>
            <p:nvPr/>
          </p:nvPicPr>
          <p:blipFill>
            <a:blip r:embed="rId3"/>
            <a:stretch>
              <a:fillRect/>
            </a:stretch>
          </p:blipFill>
          <p:spPr>
            <a:xfrm>
              <a:off x="1143000" y="972502"/>
              <a:ext cx="2827171" cy="1542098"/>
            </a:xfrm>
            <a:prstGeom prst="rect">
              <a:avLst/>
            </a:prstGeom>
            <a:ln w="12700">
              <a:miter lim="400000"/>
            </a:ln>
          </p:spPr>
        </p:pic>
        <p:sp>
          <p:nvSpPr>
            <p:cNvPr id="21" name="TextBox 20">
              <a:extLst>
                <a:ext uri="{FF2B5EF4-FFF2-40B4-BE49-F238E27FC236}">
                  <a16:creationId xmlns:a16="http://schemas.microsoft.com/office/drawing/2014/main" id="{47BBEE76-ABAD-8145-8D70-98D8494DC745}"/>
                </a:ext>
              </a:extLst>
            </p:cNvPr>
            <p:cNvSpPr txBox="1"/>
            <p:nvPr/>
          </p:nvSpPr>
          <p:spPr>
            <a:xfrm>
              <a:off x="1732391" y="1524000"/>
              <a:ext cx="1725730" cy="578620"/>
            </a:xfrm>
            <a:prstGeom prst="rect">
              <a:avLst/>
            </a:prstGeom>
          </p:spPr>
          <p:txBody>
            <a:bodyPr vert="horz" wrap="none" lIns="91440" tIns="45720" rIns="91440" bIns="45720" rtlCol="0" anchor="t">
              <a:spAutoFit/>
            </a:bodyPr>
            <a:lstStyle/>
            <a:p>
              <a:pPr marR="0" algn="ctr"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solidFill>
                  <a:effectLst/>
                  <a:uLnTx/>
                  <a:uFillTx/>
                  <a:latin typeface="+mn-lt"/>
                </a:rPr>
                <a:t>PUBLIC / PRIVATE</a:t>
              </a:r>
            </a:p>
            <a:p>
              <a:pPr marR="0" algn="ctr" defTabSz="914400" rtl="0" eaLnBrk="1" fontAlgn="auto" latinLnBrk="0" hangingPunct="1">
                <a:lnSpc>
                  <a:spcPct val="95000"/>
                </a:lnSpc>
                <a:spcBef>
                  <a:spcPts val="400"/>
                </a:spcBef>
                <a:spcAft>
                  <a:spcPts val="200"/>
                </a:spcAft>
                <a:buClr>
                  <a:schemeClr val="accent1"/>
                </a:buClr>
                <a:buSzTx/>
                <a:tabLst/>
              </a:pPr>
              <a:r>
                <a:rPr lang="en-US" sz="1400" dirty="0">
                  <a:solidFill>
                    <a:sysClr val="windowText" lastClr="000000"/>
                  </a:solidFill>
                </a:rPr>
                <a:t>CLOUD</a:t>
              </a:r>
              <a:endParaRPr kumimoji="0" lang="en-US" sz="1400" b="0" i="0" u="none" strike="noStrike" kern="1200" cap="none" spc="0" normalizeH="0" baseline="0" noProof="0" dirty="0">
                <a:ln>
                  <a:noFill/>
                </a:ln>
                <a:solidFill>
                  <a:sysClr val="windowText" lastClr="000000"/>
                </a:solidFill>
                <a:effectLst/>
                <a:uLnTx/>
                <a:uFillTx/>
                <a:latin typeface="+mn-lt"/>
              </a:endParaRPr>
            </a:p>
          </p:txBody>
        </p:sp>
      </p:grpSp>
      <p:sp>
        <p:nvSpPr>
          <p:cNvPr id="22" name="Rectangle 21">
            <a:extLst>
              <a:ext uri="{FF2B5EF4-FFF2-40B4-BE49-F238E27FC236}">
                <a16:creationId xmlns:a16="http://schemas.microsoft.com/office/drawing/2014/main" id="{61CEAD2D-7148-A74D-B2A6-6FE6468E1AF9}"/>
              </a:ext>
            </a:extLst>
          </p:cNvPr>
          <p:cNvSpPr/>
          <p:nvPr/>
        </p:nvSpPr>
        <p:spPr>
          <a:xfrm>
            <a:off x="4159683" y="2445360"/>
            <a:ext cx="3536517" cy="334584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5000"/>
              </a:lnSpc>
            </a:pPr>
            <a:r>
              <a:rPr lang="en-US" dirty="0"/>
              <a:t>   </a:t>
            </a:r>
          </a:p>
        </p:txBody>
      </p:sp>
      <p:sp>
        <p:nvSpPr>
          <p:cNvPr id="23" name="Rectangle 22">
            <a:extLst>
              <a:ext uri="{FF2B5EF4-FFF2-40B4-BE49-F238E27FC236}">
                <a16:creationId xmlns:a16="http://schemas.microsoft.com/office/drawing/2014/main" id="{D554B94C-C066-014D-8C98-FFD68D8C3A71}"/>
              </a:ext>
            </a:extLst>
          </p:cNvPr>
          <p:cNvSpPr/>
          <p:nvPr/>
        </p:nvSpPr>
        <p:spPr>
          <a:xfrm>
            <a:off x="4159683" y="2398487"/>
            <a:ext cx="3536517" cy="715491"/>
          </a:xfrm>
          <a:prstGeom prst="rect">
            <a:avLst/>
          </a:prstGeom>
          <a:solidFill>
            <a:schemeClr val="accent1">
              <a:lumMod val="7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5000"/>
              </a:lnSpc>
            </a:pPr>
            <a:r>
              <a:rPr lang="en-US" sz="1600" dirty="0"/>
              <a:t>ANSIBLE AUTOMATION ENGINE</a:t>
            </a:r>
          </a:p>
        </p:txBody>
      </p:sp>
      <p:grpSp>
        <p:nvGrpSpPr>
          <p:cNvPr id="27" name="Group 26">
            <a:extLst>
              <a:ext uri="{FF2B5EF4-FFF2-40B4-BE49-F238E27FC236}">
                <a16:creationId xmlns:a16="http://schemas.microsoft.com/office/drawing/2014/main" id="{3E7540C4-A138-AE4E-96BB-731A4401B485}"/>
              </a:ext>
            </a:extLst>
          </p:cNvPr>
          <p:cNvGrpSpPr/>
          <p:nvPr/>
        </p:nvGrpSpPr>
        <p:grpSpPr>
          <a:xfrm>
            <a:off x="4566070" y="4476433"/>
            <a:ext cx="1072730" cy="1099959"/>
            <a:chOff x="4394673" y="4104640"/>
            <a:chExt cx="1072730" cy="1099959"/>
          </a:xfrm>
        </p:grpSpPr>
        <p:pic>
          <p:nvPicPr>
            <p:cNvPr id="25" name="Graphic 24">
              <a:extLst>
                <a:ext uri="{FF2B5EF4-FFF2-40B4-BE49-F238E27FC236}">
                  <a16:creationId xmlns:a16="http://schemas.microsoft.com/office/drawing/2014/main" id="{99AFEDB1-3301-3E44-8AD5-2E53DCA549A0}"/>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26" name="TextBox 25">
              <a:extLst>
                <a:ext uri="{FF2B5EF4-FFF2-40B4-BE49-F238E27FC236}">
                  <a16:creationId xmlns:a16="http://schemas.microsoft.com/office/drawing/2014/main" id="{48571D0D-EFFB-3947-BDD7-F545B8200B8A}"/>
                </a:ext>
              </a:extLst>
            </p:cNvPr>
            <p:cNvSpPr txBox="1"/>
            <p:nvPr/>
          </p:nvSpPr>
          <p:spPr>
            <a:xfrm>
              <a:off x="4394673" y="4907595"/>
              <a:ext cx="107273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solidFill>
                  <a:effectLst/>
                  <a:uLnTx/>
                  <a:uFillTx/>
                  <a:latin typeface="+mn-lt"/>
                </a:rPr>
                <a:t>MODULES</a:t>
              </a:r>
            </a:p>
          </p:txBody>
        </p:sp>
      </p:grpSp>
      <p:grpSp>
        <p:nvGrpSpPr>
          <p:cNvPr id="29" name="Group 28">
            <a:extLst>
              <a:ext uri="{FF2B5EF4-FFF2-40B4-BE49-F238E27FC236}">
                <a16:creationId xmlns:a16="http://schemas.microsoft.com/office/drawing/2014/main" id="{0A302B3B-EB34-D446-98B5-C94A08CA37BE}"/>
              </a:ext>
            </a:extLst>
          </p:cNvPr>
          <p:cNvGrpSpPr/>
          <p:nvPr/>
        </p:nvGrpSpPr>
        <p:grpSpPr>
          <a:xfrm>
            <a:off x="6251365" y="3277782"/>
            <a:ext cx="762000" cy="1099959"/>
            <a:chOff x="4550038" y="4104640"/>
            <a:chExt cx="762000" cy="1099959"/>
          </a:xfrm>
        </p:grpSpPr>
        <p:pic>
          <p:nvPicPr>
            <p:cNvPr id="30" name="Graphic 29">
              <a:extLst>
                <a:ext uri="{FF2B5EF4-FFF2-40B4-BE49-F238E27FC236}">
                  <a16:creationId xmlns:a16="http://schemas.microsoft.com/office/drawing/2014/main" id="{968834F6-612C-DE4D-BBED-86E42C7D9730}"/>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31" name="TextBox 30">
              <a:extLst>
                <a:ext uri="{FF2B5EF4-FFF2-40B4-BE49-F238E27FC236}">
                  <a16:creationId xmlns:a16="http://schemas.microsoft.com/office/drawing/2014/main" id="{4CC5732C-F0EF-504E-8BAB-843F6A0A4A7D}"/>
                </a:ext>
              </a:extLst>
            </p:cNvPr>
            <p:cNvSpPr txBox="1"/>
            <p:nvPr/>
          </p:nvSpPr>
          <p:spPr>
            <a:xfrm>
              <a:off x="4735059" y="4907595"/>
              <a:ext cx="463588"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solidFill>
                  <a:effectLst/>
                  <a:uLnTx/>
                  <a:uFillTx/>
                  <a:latin typeface="+mn-lt"/>
                </a:rPr>
                <a:t>CLI</a:t>
              </a:r>
            </a:p>
          </p:txBody>
        </p:sp>
      </p:grpSp>
      <p:grpSp>
        <p:nvGrpSpPr>
          <p:cNvPr id="32" name="Group 31">
            <a:extLst>
              <a:ext uri="{FF2B5EF4-FFF2-40B4-BE49-F238E27FC236}">
                <a16:creationId xmlns:a16="http://schemas.microsoft.com/office/drawing/2014/main" id="{E7EED822-6563-154F-A068-00E56D7D06A9}"/>
              </a:ext>
            </a:extLst>
          </p:cNvPr>
          <p:cNvGrpSpPr/>
          <p:nvPr/>
        </p:nvGrpSpPr>
        <p:grpSpPr>
          <a:xfrm>
            <a:off x="4413670" y="3263738"/>
            <a:ext cx="1226490" cy="1099959"/>
            <a:chOff x="4394673" y="4104640"/>
            <a:chExt cx="1226490" cy="1099959"/>
          </a:xfrm>
        </p:grpSpPr>
        <p:pic>
          <p:nvPicPr>
            <p:cNvPr id="33" name="Graphic 32">
              <a:extLst>
                <a:ext uri="{FF2B5EF4-FFF2-40B4-BE49-F238E27FC236}">
                  <a16:creationId xmlns:a16="http://schemas.microsoft.com/office/drawing/2014/main" id="{84908B27-B32A-B745-9C4B-AB175A418EAC}"/>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34" name="TextBox 33">
              <a:extLst>
                <a:ext uri="{FF2B5EF4-FFF2-40B4-BE49-F238E27FC236}">
                  <a16:creationId xmlns:a16="http://schemas.microsoft.com/office/drawing/2014/main" id="{6D8AA793-A4BC-4C4A-9A2B-BD5FE588E627}"/>
                </a:ext>
              </a:extLst>
            </p:cNvPr>
            <p:cNvSpPr txBox="1"/>
            <p:nvPr/>
          </p:nvSpPr>
          <p:spPr>
            <a:xfrm>
              <a:off x="4394673" y="4907595"/>
              <a:ext cx="122649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solidFill>
                  <a:effectLst/>
                  <a:uLnTx/>
                  <a:uFillTx/>
                  <a:latin typeface="+mn-lt"/>
                </a:rPr>
                <a:t>INVENTORY</a:t>
              </a:r>
            </a:p>
          </p:txBody>
        </p:sp>
      </p:grpSp>
      <p:grpSp>
        <p:nvGrpSpPr>
          <p:cNvPr id="35" name="Group 34">
            <a:extLst>
              <a:ext uri="{FF2B5EF4-FFF2-40B4-BE49-F238E27FC236}">
                <a16:creationId xmlns:a16="http://schemas.microsoft.com/office/drawing/2014/main" id="{F21A7AB1-A3F8-0F40-B4A5-536DDF9C1D95}"/>
              </a:ext>
            </a:extLst>
          </p:cNvPr>
          <p:cNvGrpSpPr/>
          <p:nvPr/>
        </p:nvGrpSpPr>
        <p:grpSpPr>
          <a:xfrm>
            <a:off x="6298093" y="4534491"/>
            <a:ext cx="973343" cy="1066371"/>
            <a:chOff x="4444366" y="4104640"/>
            <a:chExt cx="973343" cy="1066371"/>
          </a:xfrm>
        </p:grpSpPr>
        <p:pic>
          <p:nvPicPr>
            <p:cNvPr id="36" name="Graphic 35">
              <a:extLst>
                <a:ext uri="{FF2B5EF4-FFF2-40B4-BE49-F238E27FC236}">
                  <a16:creationId xmlns:a16="http://schemas.microsoft.com/office/drawing/2014/main" id="{800F2CD3-58F8-DC44-B649-F01A77521B8D}"/>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37" name="TextBox 36">
              <a:extLst>
                <a:ext uri="{FF2B5EF4-FFF2-40B4-BE49-F238E27FC236}">
                  <a16:creationId xmlns:a16="http://schemas.microsoft.com/office/drawing/2014/main" id="{336078FE-46CF-0E48-8DDC-5FA12C8098A7}"/>
                </a:ext>
              </a:extLst>
            </p:cNvPr>
            <p:cNvSpPr txBox="1"/>
            <p:nvPr/>
          </p:nvSpPr>
          <p:spPr>
            <a:xfrm>
              <a:off x="4444366" y="4874007"/>
              <a:ext cx="973343"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solidFill>
                  <a:effectLst/>
                  <a:uLnTx/>
                  <a:uFillTx/>
                  <a:latin typeface="+mn-lt"/>
                </a:rPr>
                <a:t>PLUGINS</a:t>
              </a:r>
            </a:p>
          </p:txBody>
        </p:sp>
      </p:grpSp>
      <p:grpSp>
        <p:nvGrpSpPr>
          <p:cNvPr id="41" name="Group 40">
            <a:extLst>
              <a:ext uri="{FF2B5EF4-FFF2-40B4-BE49-F238E27FC236}">
                <a16:creationId xmlns:a16="http://schemas.microsoft.com/office/drawing/2014/main" id="{140A1856-1E19-9746-810F-AAB1C7FE5F27}"/>
              </a:ext>
            </a:extLst>
          </p:cNvPr>
          <p:cNvGrpSpPr/>
          <p:nvPr/>
        </p:nvGrpSpPr>
        <p:grpSpPr>
          <a:xfrm>
            <a:off x="962341" y="4307227"/>
            <a:ext cx="1960280" cy="1936814"/>
            <a:chOff x="1030730" y="4419600"/>
            <a:chExt cx="1960280" cy="1936814"/>
          </a:xfrm>
        </p:grpSpPr>
        <p:pic>
          <p:nvPicPr>
            <p:cNvPr id="39" name="Graphic 38">
              <a:extLst>
                <a:ext uri="{FF2B5EF4-FFF2-40B4-BE49-F238E27FC236}">
                  <a16:creationId xmlns:a16="http://schemas.microsoft.com/office/drawing/2014/main" id="{9362BCAA-184E-9A40-AA39-D9F53CD58BC5}"/>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p:blipFill>
          <p:spPr>
            <a:xfrm>
              <a:off x="1261047" y="4419600"/>
              <a:ext cx="1593104" cy="1593104"/>
            </a:xfrm>
            <a:prstGeom prst="rect">
              <a:avLst/>
            </a:prstGeom>
          </p:spPr>
        </p:pic>
        <p:sp>
          <p:nvSpPr>
            <p:cNvPr id="40" name="TextBox 39">
              <a:extLst>
                <a:ext uri="{FF2B5EF4-FFF2-40B4-BE49-F238E27FC236}">
                  <a16:creationId xmlns:a16="http://schemas.microsoft.com/office/drawing/2014/main" id="{624C1FD2-636B-784E-8E94-7DAAFE32B589}"/>
                </a:ext>
              </a:extLst>
            </p:cNvPr>
            <p:cNvSpPr txBox="1"/>
            <p:nvPr/>
          </p:nvSpPr>
          <p:spPr>
            <a:xfrm>
              <a:off x="1030730" y="6059410"/>
              <a:ext cx="196028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mn-lt"/>
                </a:rPr>
                <a:t>ANSIBLE PLAYBOOK</a:t>
              </a:r>
            </a:p>
          </p:txBody>
        </p:sp>
      </p:grpSp>
      <p:grpSp>
        <p:nvGrpSpPr>
          <p:cNvPr id="45" name="Group 44">
            <a:extLst>
              <a:ext uri="{FF2B5EF4-FFF2-40B4-BE49-F238E27FC236}">
                <a16:creationId xmlns:a16="http://schemas.microsoft.com/office/drawing/2014/main" id="{A4B236CD-B8C3-CA47-A6E8-210ABF85E42E}"/>
              </a:ext>
            </a:extLst>
          </p:cNvPr>
          <p:cNvGrpSpPr/>
          <p:nvPr/>
        </p:nvGrpSpPr>
        <p:grpSpPr>
          <a:xfrm>
            <a:off x="5434176" y="758392"/>
            <a:ext cx="1198189" cy="963499"/>
            <a:chOff x="5495423" y="979683"/>
            <a:chExt cx="1198189" cy="963499"/>
          </a:xfrm>
        </p:grpSpPr>
        <p:pic>
          <p:nvPicPr>
            <p:cNvPr id="43" name="image197.png">
              <a:extLst>
                <a:ext uri="{FF2B5EF4-FFF2-40B4-BE49-F238E27FC236}">
                  <a16:creationId xmlns:a16="http://schemas.microsoft.com/office/drawing/2014/main" id="{85ADF2ED-765F-2E42-B6E4-C28D6A6145F4}"/>
                </a:ext>
              </a:extLst>
            </p:cNvPr>
            <p:cNvPicPr/>
            <p:nvPr/>
          </p:nvPicPr>
          <p:blipFill>
            <a:blip r:embed="rId10"/>
            <a:stretch>
              <a:fillRect/>
            </a:stretch>
          </p:blipFill>
          <p:spPr>
            <a:xfrm>
              <a:off x="5498388" y="1366323"/>
              <a:ext cx="1195224" cy="576859"/>
            </a:xfrm>
            <a:prstGeom prst="rect">
              <a:avLst/>
            </a:prstGeom>
            <a:ln w="12700">
              <a:miter lim="400000"/>
            </a:ln>
          </p:spPr>
        </p:pic>
        <p:pic>
          <p:nvPicPr>
            <p:cNvPr id="44" name="image197.png">
              <a:extLst>
                <a:ext uri="{FF2B5EF4-FFF2-40B4-BE49-F238E27FC236}">
                  <a16:creationId xmlns:a16="http://schemas.microsoft.com/office/drawing/2014/main" id="{2D1B190B-A60E-944F-9D0F-5ED7143675D1}"/>
                </a:ext>
              </a:extLst>
            </p:cNvPr>
            <p:cNvPicPr/>
            <p:nvPr/>
          </p:nvPicPr>
          <p:blipFill>
            <a:blip r:embed="rId10"/>
            <a:stretch>
              <a:fillRect/>
            </a:stretch>
          </p:blipFill>
          <p:spPr>
            <a:xfrm>
              <a:off x="5495423" y="979683"/>
              <a:ext cx="1195224" cy="576859"/>
            </a:xfrm>
            <a:prstGeom prst="rect">
              <a:avLst/>
            </a:prstGeom>
            <a:ln w="12700">
              <a:miter lim="400000"/>
            </a:ln>
          </p:spPr>
        </p:pic>
      </p:grpSp>
      <p:sp>
        <p:nvSpPr>
          <p:cNvPr id="49" name="TextBox 48">
            <a:extLst>
              <a:ext uri="{FF2B5EF4-FFF2-40B4-BE49-F238E27FC236}">
                <a16:creationId xmlns:a16="http://schemas.microsoft.com/office/drawing/2014/main" id="{E479613C-F27D-B742-80AF-33F5A87AE72C}"/>
              </a:ext>
            </a:extLst>
          </p:cNvPr>
          <p:cNvSpPr txBox="1"/>
          <p:nvPr/>
        </p:nvSpPr>
        <p:spPr>
          <a:xfrm>
            <a:off x="5690108" y="1381881"/>
            <a:ext cx="713657"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rPr>
              <a:t>CMDB</a:t>
            </a:r>
            <a:endParaRPr kumimoji="0" lang="en-US" sz="1400" b="0" i="0" u="none" strike="noStrike" kern="1200" cap="none" spc="0" normalizeH="0" baseline="0" noProof="0" dirty="0">
              <a:ln>
                <a:noFill/>
              </a:ln>
              <a:solidFill>
                <a:schemeClr val="bg1"/>
              </a:solidFill>
              <a:effectLst/>
              <a:uLnTx/>
              <a:uFillTx/>
            </a:endParaRPr>
          </a:p>
        </p:txBody>
      </p:sp>
      <p:grpSp>
        <p:nvGrpSpPr>
          <p:cNvPr id="52" name="Group 51">
            <a:extLst>
              <a:ext uri="{FF2B5EF4-FFF2-40B4-BE49-F238E27FC236}">
                <a16:creationId xmlns:a16="http://schemas.microsoft.com/office/drawing/2014/main" id="{1CB42589-770C-004A-BA8D-F8877C5DD0B9}"/>
              </a:ext>
            </a:extLst>
          </p:cNvPr>
          <p:cNvGrpSpPr/>
          <p:nvPr/>
        </p:nvGrpSpPr>
        <p:grpSpPr>
          <a:xfrm>
            <a:off x="9070121" y="4701342"/>
            <a:ext cx="1029900" cy="1074182"/>
            <a:chOff x="9000568" y="4555763"/>
            <a:chExt cx="1029900" cy="1074182"/>
          </a:xfrm>
        </p:grpSpPr>
        <p:pic>
          <p:nvPicPr>
            <p:cNvPr id="50" name="image41.png" descr="OS.png">
              <a:extLst>
                <a:ext uri="{FF2B5EF4-FFF2-40B4-BE49-F238E27FC236}">
                  <a16:creationId xmlns:a16="http://schemas.microsoft.com/office/drawing/2014/main" id="{23EAAC98-E305-6C4F-ABB4-7C22953B2F3A}"/>
                </a:ext>
              </a:extLst>
            </p:cNvPr>
            <p:cNvPicPr/>
            <p:nvPr/>
          </p:nvPicPr>
          <p:blipFill>
            <a:blip r:embed="rId11"/>
            <a:stretch>
              <a:fillRect/>
            </a:stretch>
          </p:blipFill>
          <p:spPr>
            <a:xfrm>
              <a:off x="9000568" y="4555763"/>
              <a:ext cx="1029900" cy="758279"/>
            </a:xfrm>
            <a:prstGeom prst="rect">
              <a:avLst/>
            </a:prstGeom>
            <a:ln w="12700">
              <a:miter lim="400000"/>
            </a:ln>
          </p:spPr>
        </p:pic>
        <p:sp>
          <p:nvSpPr>
            <p:cNvPr id="51" name="TextBox 50">
              <a:extLst>
                <a:ext uri="{FF2B5EF4-FFF2-40B4-BE49-F238E27FC236}">
                  <a16:creationId xmlns:a16="http://schemas.microsoft.com/office/drawing/2014/main" id="{448B217C-86BA-6549-84E0-8127397621E9}"/>
                </a:ext>
              </a:extLst>
            </p:cNvPr>
            <p:cNvSpPr txBox="1"/>
            <p:nvPr/>
          </p:nvSpPr>
          <p:spPr>
            <a:xfrm>
              <a:off x="9108996" y="5332941"/>
              <a:ext cx="813043"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rPr>
                <a:t>OTHER</a:t>
              </a:r>
              <a:endParaRPr kumimoji="0" lang="en-US" sz="1400" b="0" i="0" u="none" strike="noStrike" kern="1200" cap="none" spc="0" normalizeH="0" baseline="0" noProof="0" dirty="0">
                <a:ln>
                  <a:noFill/>
                </a:ln>
                <a:solidFill>
                  <a:schemeClr val="bg1"/>
                </a:solidFill>
                <a:effectLst/>
                <a:uLnTx/>
                <a:uFillTx/>
                <a:latin typeface="+mn-lt"/>
              </a:endParaRPr>
            </a:p>
          </p:txBody>
        </p:sp>
      </p:grpSp>
      <p:pic>
        <p:nvPicPr>
          <p:cNvPr id="53" name="Picture 52">
            <a:extLst>
              <a:ext uri="{FF2B5EF4-FFF2-40B4-BE49-F238E27FC236}">
                <a16:creationId xmlns:a16="http://schemas.microsoft.com/office/drawing/2014/main" id="{D5D7122E-2772-3C42-BD17-BF0E9C5D2A4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9070121" y="2282320"/>
            <a:ext cx="1029899" cy="1029899"/>
          </a:xfrm>
          <a:prstGeom prst="rect">
            <a:avLst/>
          </a:prstGeom>
        </p:spPr>
      </p:pic>
      <p:pic>
        <p:nvPicPr>
          <p:cNvPr id="54" name="AltaVault-Virtual-VMware.png">
            <a:extLst>
              <a:ext uri="{FF2B5EF4-FFF2-40B4-BE49-F238E27FC236}">
                <a16:creationId xmlns:a16="http://schemas.microsoft.com/office/drawing/2014/main" id="{C4623A4F-250C-8D4A-A7EA-0A84EE60A871}"/>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070828" y="3444895"/>
            <a:ext cx="1052786" cy="1052786"/>
          </a:xfrm>
          <a:prstGeom prst="rect">
            <a:avLst/>
          </a:prstGeom>
          <a:ln w="12700">
            <a:miter lim="400000"/>
          </a:ln>
        </p:spPr>
      </p:pic>
      <p:cxnSp>
        <p:nvCxnSpPr>
          <p:cNvPr id="56" name="Straight Arrow Connector 55">
            <a:extLst>
              <a:ext uri="{FF2B5EF4-FFF2-40B4-BE49-F238E27FC236}">
                <a16:creationId xmlns:a16="http://schemas.microsoft.com/office/drawing/2014/main" id="{5BCDDC35-F3D5-D245-BB50-BDCC8D738E85}"/>
              </a:ext>
            </a:extLst>
          </p:cNvPr>
          <p:cNvCxnSpPr>
            <a:cxnSpLocks/>
            <a:stCxn id="16" idx="2"/>
          </p:cNvCxnSpPr>
          <p:nvPr/>
        </p:nvCxnSpPr>
        <p:spPr>
          <a:xfrm>
            <a:off x="1520883" y="3803917"/>
            <a:ext cx="0" cy="425322"/>
          </a:xfrm>
          <a:prstGeom prst="straightConnector1">
            <a:avLst/>
          </a:prstGeom>
          <a:ln w="508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1" name="Elbow Connector 60">
            <a:extLst>
              <a:ext uri="{FF2B5EF4-FFF2-40B4-BE49-F238E27FC236}">
                <a16:creationId xmlns:a16="http://schemas.microsoft.com/office/drawing/2014/main" id="{2A9055AB-6566-9543-9154-B7701609BF29}"/>
              </a:ext>
            </a:extLst>
          </p:cNvPr>
          <p:cNvCxnSpPr>
            <a:stCxn id="13" idx="2"/>
          </p:cNvCxnSpPr>
          <p:nvPr/>
        </p:nvCxnSpPr>
        <p:spPr>
          <a:xfrm rot="16200000" flipH="1">
            <a:off x="3224572" y="3036176"/>
            <a:ext cx="167371" cy="1702852"/>
          </a:xfrm>
          <a:prstGeom prst="bentConnector2">
            <a:avLst/>
          </a:prstGeom>
          <a:ln w="508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BF78B953-7D34-0E48-88BB-D4783198D0C9}"/>
              </a:ext>
            </a:extLst>
          </p:cNvPr>
          <p:cNvCxnSpPr>
            <a:stCxn id="39" idx="3"/>
          </p:cNvCxnSpPr>
          <p:nvPr/>
        </p:nvCxnSpPr>
        <p:spPr>
          <a:xfrm>
            <a:off x="2785762" y="5103779"/>
            <a:ext cx="1373921" cy="0"/>
          </a:xfrm>
          <a:prstGeom prst="straightConnector1">
            <a:avLst/>
          </a:prstGeom>
          <a:ln w="508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22140761-282C-324F-B2BD-368053A1EF50}"/>
              </a:ext>
            </a:extLst>
          </p:cNvPr>
          <p:cNvCxnSpPr/>
          <p:nvPr/>
        </p:nvCxnSpPr>
        <p:spPr>
          <a:xfrm>
            <a:off x="7696200" y="3429000"/>
            <a:ext cx="1219200" cy="0"/>
          </a:xfrm>
          <a:prstGeom prst="straightConnector1">
            <a:avLst/>
          </a:prstGeom>
          <a:ln w="508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415331D-AF3B-0747-804F-A4DBA402DA36}"/>
              </a:ext>
            </a:extLst>
          </p:cNvPr>
          <p:cNvCxnSpPr/>
          <p:nvPr/>
        </p:nvCxnSpPr>
        <p:spPr>
          <a:xfrm>
            <a:off x="7696200" y="4836989"/>
            <a:ext cx="1219200" cy="0"/>
          </a:xfrm>
          <a:prstGeom prst="straightConnector1">
            <a:avLst/>
          </a:prstGeom>
          <a:ln w="508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5" name="Elbow Connector 74">
            <a:extLst>
              <a:ext uri="{FF2B5EF4-FFF2-40B4-BE49-F238E27FC236}">
                <a16:creationId xmlns:a16="http://schemas.microsoft.com/office/drawing/2014/main" id="{23929278-EAD1-AB4E-9A3D-6A4FB0C296BC}"/>
              </a:ext>
            </a:extLst>
          </p:cNvPr>
          <p:cNvCxnSpPr>
            <a:cxnSpLocks/>
            <a:stCxn id="4" idx="2"/>
          </p:cNvCxnSpPr>
          <p:nvPr/>
        </p:nvCxnSpPr>
        <p:spPr>
          <a:xfrm rot="16200000" flipH="1">
            <a:off x="3194945" y="1901160"/>
            <a:ext cx="956974" cy="972501"/>
          </a:xfrm>
          <a:prstGeom prst="bentConnector2">
            <a:avLst/>
          </a:prstGeom>
          <a:ln w="508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97BFE155-6FCC-0442-9971-F7EA61B1D965}"/>
              </a:ext>
            </a:extLst>
          </p:cNvPr>
          <p:cNvCxnSpPr/>
          <p:nvPr/>
        </p:nvCxnSpPr>
        <p:spPr>
          <a:xfrm flipV="1">
            <a:off x="9585070" y="1908923"/>
            <a:ext cx="0" cy="223637"/>
          </a:xfrm>
          <a:prstGeom prst="straightConnector1">
            <a:avLst/>
          </a:prstGeom>
          <a:ln w="508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83" name="Elbow Connector 82">
            <a:extLst>
              <a:ext uri="{FF2B5EF4-FFF2-40B4-BE49-F238E27FC236}">
                <a16:creationId xmlns:a16="http://schemas.microsoft.com/office/drawing/2014/main" id="{CA6074D8-5856-5048-A757-2CE4DFD907D1}"/>
              </a:ext>
            </a:extLst>
          </p:cNvPr>
          <p:cNvCxnSpPr>
            <a:stCxn id="43" idx="2"/>
            <a:endCxn id="23" idx="1"/>
          </p:cNvCxnSpPr>
          <p:nvPr/>
        </p:nvCxnSpPr>
        <p:spPr>
          <a:xfrm rot="5400000">
            <a:off x="4580047" y="1301527"/>
            <a:ext cx="1034342" cy="1875070"/>
          </a:xfrm>
          <a:prstGeom prst="bentConnector4">
            <a:avLst>
              <a:gd name="adj1" fmla="val 32707"/>
              <a:gd name="adj2" fmla="val 112192"/>
            </a:avLst>
          </a:prstGeom>
          <a:ln w="508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0EF1D185-5840-7D46-9179-4297E3AB7CEE}"/>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1913503527"/>
      </p:ext>
    </p:extLst>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53E7E5D-FF96-4340-9AC8-6C96A4B7AA61}"/>
              </a:ext>
            </a:extLst>
          </p:cNvPr>
          <p:cNvSpPr>
            <a:spLocks noGrp="1"/>
          </p:cNvSpPr>
          <p:nvPr>
            <p:ph type="ftr" sz="quarter" idx="3"/>
          </p:nvPr>
        </p:nvSpPr>
        <p:spPr/>
        <p:txBody>
          <a:bodyPr/>
          <a:lstStyle/>
          <a:p>
            <a:r>
              <a:rPr lang="en-US"/>
              <a:t>© 2023 NetApp, Inc. All rights reserved.  — NETAPP CONFIDENTIAL — </a:t>
            </a:r>
            <a:endParaRPr lang="en-US" dirty="0"/>
          </a:p>
        </p:txBody>
      </p:sp>
      <p:grpSp>
        <p:nvGrpSpPr>
          <p:cNvPr id="7" name="Group 6">
            <a:extLst>
              <a:ext uri="{FF2B5EF4-FFF2-40B4-BE49-F238E27FC236}">
                <a16:creationId xmlns:a16="http://schemas.microsoft.com/office/drawing/2014/main" id="{911A5A13-41E7-2545-98A6-64F4F87968E9}"/>
              </a:ext>
            </a:extLst>
          </p:cNvPr>
          <p:cNvGrpSpPr/>
          <p:nvPr/>
        </p:nvGrpSpPr>
        <p:grpSpPr>
          <a:xfrm>
            <a:off x="1773596" y="366826"/>
            <a:ext cx="2827171" cy="1542098"/>
            <a:chOff x="1143000" y="972502"/>
            <a:chExt cx="2827171" cy="1542098"/>
          </a:xfrm>
        </p:grpSpPr>
        <p:pic>
          <p:nvPicPr>
            <p:cNvPr id="4" name="image179.png">
              <a:extLst>
                <a:ext uri="{FF2B5EF4-FFF2-40B4-BE49-F238E27FC236}">
                  <a16:creationId xmlns:a16="http://schemas.microsoft.com/office/drawing/2014/main" id="{D1E49CAE-763F-D844-839A-0F70699E4EA2}"/>
                </a:ext>
              </a:extLst>
            </p:cNvPr>
            <p:cNvPicPr/>
            <p:nvPr/>
          </p:nvPicPr>
          <p:blipFill>
            <a:blip r:embed="rId2">
              <a:alphaModFix amt="25000"/>
            </a:blip>
            <a:stretch>
              <a:fillRect/>
            </a:stretch>
          </p:blipFill>
          <p:spPr>
            <a:xfrm>
              <a:off x="1143000" y="972502"/>
              <a:ext cx="2827171" cy="1542098"/>
            </a:xfrm>
            <a:prstGeom prst="rect">
              <a:avLst/>
            </a:prstGeom>
            <a:ln w="12700">
              <a:miter lim="400000"/>
            </a:ln>
          </p:spPr>
        </p:pic>
        <p:sp>
          <p:nvSpPr>
            <p:cNvPr id="6" name="TextBox 5">
              <a:extLst>
                <a:ext uri="{FF2B5EF4-FFF2-40B4-BE49-F238E27FC236}">
                  <a16:creationId xmlns:a16="http://schemas.microsoft.com/office/drawing/2014/main" id="{40C6036F-E723-5B46-9843-65B6A776704F}"/>
                </a:ext>
              </a:extLst>
            </p:cNvPr>
            <p:cNvSpPr txBox="1"/>
            <p:nvPr/>
          </p:nvSpPr>
          <p:spPr>
            <a:xfrm>
              <a:off x="1732391" y="1524000"/>
              <a:ext cx="1725730" cy="578620"/>
            </a:xfrm>
            <a:prstGeom prst="rect">
              <a:avLst/>
            </a:prstGeom>
          </p:spPr>
          <p:txBody>
            <a:bodyPr vert="horz" wrap="none" lIns="91440" tIns="45720" rIns="91440" bIns="45720" rtlCol="0" anchor="t">
              <a:spAutoFit/>
            </a:bodyPr>
            <a:lstStyle/>
            <a:p>
              <a:pPr marR="0" algn="ctr"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PUBLIC / PRIVATE</a:t>
              </a:r>
            </a:p>
            <a:p>
              <a:pPr marR="0" algn="ctr" defTabSz="914400" rtl="0" eaLnBrk="1" fontAlgn="auto" latinLnBrk="0" hangingPunct="1">
                <a:lnSpc>
                  <a:spcPct val="95000"/>
                </a:lnSpc>
                <a:spcBef>
                  <a:spcPts val="400"/>
                </a:spcBef>
                <a:spcAft>
                  <a:spcPts val="200"/>
                </a:spcAft>
                <a:buClr>
                  <a:schemeClr val="accent1"/>
                </a:buClr>
                <a:buSzTx/>
                <a:tabLst/>
              </a:pPr>
              <a:r>
                <a:rPr lang="en-US" sz="1400" dirty="0">
                  <a:solidFill>
                    <a:sysClr val="windowText" lastClr="000000">
                      <a:alpha val="25000"/>
                    </a:sysClr>
                  </a:solidFill>
                </a:rPr>
                <a:t>CLOUD</a:t>
              </a:r>
              <a:endParaRPr kumimoji="0" lang="en-US" sz="1400" b="0" i="0" u="none" strike="noStrike" kern="1200" cap="none" spc="0" normalizeH="0" baseline="0" noProof="0" dirty="0">
                <a:ln>
                  <a:noFill/>
                </a:ln>
                <a:solidFill>
                  <a:sysClr val="windowText" lastClr="000000">
                    <a:alpha val="25000"/>
                  </a:sysClr>
                </a:solidFill>
                <a:effectLst/>
                <a:uLnTx/>
                <a:uFillTx/>
              </a:endParaRPr>
            </a:p>
          </p:txBody>
        </p:sp>
      </p:grpSp>
      <p:grpSp>
        <p:nvGrpSpPr>
          <p:cNvPr id="28" name="Group 27">
            <a:extLst>
              <a:ext uri="{FF2B5EF4-FFF2-40B4-BE49-F238E27FC236}">
                <a16:creationId xmlns:a16="http://schemas.microsoft.com/office/drawing/2014/main" id="{A6026C75-93CE-9A44-8BCA-5F68CDC2C567}"/>
              </a:ext>
            </a:extLst>
          </p:cNvPr>
          <p:cNvGrpSpPr/>
          <p:nvPr/>
        </p:nvGrpSpPr>
        <p:grpSpPr>
          <a:xfrm>
            <a:off x="1006533" y="2438516"/>
            <a:ext cx="1964648" cy="1655332"/>
            <a:chOff x="1174595" y="3228223"/>
            <a:chExt cx="1964648" cy="1655332"/>
          </a:xfrm>
        </p:grpSpPr>
        <p:grpSp>
          <p:nvGrpSpPr>
            <p:cNvPr id="17" name="Group 16">
              <a:extLst>
                <a:ext uri="{FF2B5EF4-FFF2-40B4-BE49-F238E27FC236}">
                  <a16:creationId xmlns:a16="http://schemas.microsoft.com/office/drawing/2014/main" id="{D8DEF369-700F-2C4E-B8FD-25A97EA89673}"/>
                </a:ext>
              </a:extLst>
            </p:cNvPr>
            <p:cNvGrpSpPr/>
            <p:nvPr/>
          </p:nvGrpSpPr>
          <p:grpSpPr>
            <a:xfrm>
              <a:off x="1174595" y="3228223"/>
              <a:ext cx="1964648" cy="1365401"/>
              <a:chOff x="1320858" y="3456571"/>
              <a:chExt cx="1964648" cy="1365401"/>
            </a:xfrm>
          </p:grpSpPr>
          <p:pic>
            <p:nvPicPr>
              <p:cNvPr id="16" name="Graphic 15">
                <a:extLst>
                  <a:ext uri="{FF2B5EF4-FFF2-40B4-BE49-F238E27FC236}">
                    <a16:creationId xmlns:a16="http://schemas.microsoft.com/office/drawing/2014/main" id="{8C478488-B97B-C344-BE1A-F4B14C8077BD}"/>
                  </a:ext>
                </a:extLst>
              </p:cNvPr>
              <p:cNvPicPr>
                <a:picLocks noChangeAspect="1"/>
              </p:cNvPicPr>
              <p:nvPr/>
            </p:nvPicPr>
            <p:blipFill>
              <a:blip r:embed="rId3" cstate="print">
                <a:alphaModFix amt="25000"/>
                <a:extLst>
                  <a:ext uri="{28A0092B-C50C-407E-A947-70E740481C1C}">
                    <a14:useLocalDpi xmlns:a14="http://schemas.microsoft.com/office/drawing/2010/main" val="0"/>
                  </a:ext>
                </a:extLst>
              </a:blip>
              <a:srcRect/>
              <a:stretch/>
            </p:blipFill>
            <p:spPr>
              <a:xfrm>
                <a:off x="1320858" y="3793272"/>
                <a:ext cx="1028700" cy="1028700"/>
              </a:xfrm>
              <a:prstGeom prst="rect">
                <a:avLst/>
              </a:prstGeom>
            </p:spPr>
          </p:pic>
          <p:pic>
            <p:nvPicPr>
              <p:cNvPr id="13" name="Graphic 12">
                <a:extLst>
                  <a:ext uri="{FF2B5EF4-FFF2-40B4-BE49-F238E27FC236}">
                    <a16:creationId xmlns:a16="http://schemas.microsoft.com/office/drawing/2014/main" id="{621FFC67-89C3-EA43-A55A-73794A1A54C9}"/>
                  </a:ext>
                </a:extLst>
              </p:cNvPr>
              <p:cNvPicPr>
                <a:picLocks noChangeAspect="1"/>
              </p:cNvPicPr>
              <p:nvPr/>
            </p:nvPicPr>
            <p:blipFill>
              <a:blip r:embed="rId3" cstate="print">
                <a:alphaModFix amt="25000"/>
                <a:extLst>
                  <a:ext uri="{28A0092B-C50C-407E-A947-70E740481C1C}">
                    <a14:useLocalDpi xmlns:a14="http://schemas.microsoft.com/office/drawing/2010/main" val="0"/>
                  </a:ext>
                </a:extLst>
              </a:blip>
              <a:srcRect/>
              <a:stretch/>
            </p:blipFill>
            <p:spPr>
              <a:xfrm>
                <a:off x="2256806" y="3793272"/>
                <a:ext cx="1028700" cy="1028700"/>
              </a:xfrm>
              <a:prstGeom prst="rect">
                <a:avLst/>
              </a:prstGeom>
            </p:spPr>
          </p:pic>
          <p:pic>
            <p:nvPicPr>
              <p:cNvPr id="12" name="Graphic 11">
                <a:extLst>
                  <a:ext uri="{FF2B5EF4-FFF2-40B4-BE49-F238E27FC236}">
                    <a16:creationId xmlns:a16="http://schemas.microsoft.com/office/drawing/2014/main" id="{D649AB32-64CF-314E-B064-ED7D7238C155}"/>
                  </a:ext>
                </a:extLst>
              </p:cNvPr>
              <p:cNvPicPr>
                <a:picLocks noChangeAspect="1"/>
              </p:cNvPicPr>
              <p:nvPr/>
            </p:nvPicPr>
            <p:blipFill>
              <a:blip r:embed="rId3" cstate="print">
                <a:alphaModFix amt="25000"/>
                <a:extLst>
                  <a:ext uri="{28A0092B-C50C-407E-A947-70E740481C1C}">
                    <a14:useLocalDpi xmlns:a14="http://schemas.microsoft.com/office/drawing/2010/main" val="0"/>
                  </a:ext>
                </a:extLst>
              </a:blip>
              <a:srcRect/>
              <a:stretch/>
            </p:blipFill>
            <p:spPr>
              <a:xfrm>
                <a:off x="1835207" y="3456571"/>
                <a:ext cx="1028700" cy="1028700"/>
              </a:xfrm>
              <a:prstGeom prst="rect">
                <a:avLst/>
              </a:prstGeom>
            </p:spPr>
          </p:pic>
        </p:grpSp>
        <p:sp>
          <p:nvSpPr>
            <p:cNvPr id="18" name="TextBox 17">
              <a:extLst>
                <a:ext uri="{FF2B5EF4-FFF2-40B4-BE49-F238E27FC236}">
                  <a16:creationId xmlns:a16="http://schemas.microsoft.com/office/drawing/2014/main" id="{96F1692F-372C-E542-B4AE-7D7A1D70C622}"/>
                </a:ext>
              </a:extLst>
            </p:cNvPr>
            <p:cNvSpPr txBox="1"/>
            <p:nvPr/>
          </p:nvSpPr>
          <p:spPr>
            <a:xfrm>
              <a:off x="1754757" y="4586551"/>
              <a:ext cx="805029"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alpha val="25000"/>
                    </a:schemeClr>
                  </a:solidFill>
                  <a:effectLst/>
                  <a:uLnTx/>
                  <a:uFillTx/>
                  <a:latin typeface="+mn-lt"/>
                </a:rPr>
                <a:t>USERS</a:t>
              </a:r>
            </a:p>
          </p:txBody>
        </p:sp>
      </p:grpSp>
      <p:grpSp>
        <p:nvGrpSpPr>
          <p:cNvPr id="19" name="Group 18">
            <a:extLst>
              <a:ext uri="{FF2B5EF4-FFF2-40B4-BE49-F238E27FC236}">
                <a16:creationId xmlns:a16="http://schemas.microsoft.com/office/drawing/2014/main" id="{B60C4D44-DAD7-C346-84B1-F72456CCE69A}"/>
              </a:ext>
            </a:extLst>
          </p:cNvPr>
          <p:cNvGrpSpPr/>
          <p:nvPr/>
        </p:nvGrpSpPr>
        <p:grpSpPr>
          <a:xfrm>
            <a:off x="7591233" y="364569"/>
            <a:ext cx="2827171" cy="1542098"/>
            <a:chOff x="1143000" y="972502"/>
            <a:chExt cx="2827171" cy="1542098"/>
          </a:xfrm>
        </p:grpSpPr>
        <p:pic>
          <p:nvPicPr>
            <p:cNvPr id="20" name="image179.png">
              <a:extLst>
                <a:ext uri="{FF2B5EF4-FFF2-40B4-BE49-F238E27FC236}">
                  <a16:creationId xmlns:a16="http://schemas.microsoft.com/office/drawing/2014/main" id="{61AF875F-28AF-0B4F-A311-AEFAD4F7E337}"/>
                </a:ext>
              </a:extLst>
            </p:cNvPr>
            <p:cNvPicPr/>
            <p:nvPr/>
          </p:nvPicPr>
          <p:blipFill>
            <a:blip r:embed="rId2">
              <a:alphaModFix amt="25000"/>
            </a:blip>
            <a:stretch>
              <a:fillRect/>
            </a:stretch>
          </p:blipFill>
          <p:spPr>
            <a:xfrm>
              <a:off x="1143000" y="972502"/>
              <a:ext cx="2827171" cy="1542098"/>
            </a:xfrm>
            <a:prstGeom prst="rect">
              <a:avLst/>
            </a:prstGeom>
            <a:ln w="12700">
              <a:miter lim="400000"/>
            </a:ln>
          </p:spPr>
        </p:pic>
        <p:sp>
          <p:nvSpPr>
            <p:cNvPr id="21" name="TextBox 20">
              <a:extLst>
                <a:ext uri="{FF2B5EF4-FFF2-40B4-BE49-F238E27FC236}">
                  <a16:creationId xmlns:a16="http://schemas.microsoft.com/office/drawing/2014/main" id="{47BBEE76-ABAD-8145-8D70-98D8494DC745}"/>
                </a:ext>
              </a:extLst>
            </p:cNvPr>
            <p:cNvSpPr txBox="1"/>
            <p:nvPr/>
          </p:nvSpPr>
          <p:spPr>
            <a:xfrm>
              <a:off x="1732391" y="1524000"/>
              <a:ext cx="1725730" cy="578620"/>
            </a:xfrm>
            <a:prstGeom prst="rect">
              <a:avLst/>
            </a:prstGeom>
          </p:spPr>
          <p:txBody>
            <a:bodyPr vert="horz" wrap="none" lIns="91440" tIns="45720" rIns="91440" bIns="45720" rtlCol="0" anchor="t">
              <a:spAutoFit/>
            </a:bodyPr>
            <a:lstStyle/>
            <a:p>
              <a:pPr marR="0" algn="ctr"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PUBLIC / PRIVATE</a:t>
              </a:r>
            </a:p>
            <a:p>
              <a:pPr marR="0" algn="ctr" defTabSz="914400" rtl="0" eaLnBrk="1" fontAlgn="auto" latinLnBrk="0" hangingPunct="1">
                <a:lnSpc>
                  <a:spcPct val="95000"/>
                </a:lnSpc>
                <a:spcBef>
                  <a:spcPts val="400"/>
                </a:spcBef>
                <a:spcAft>
                  <a:spcPts val="200"/>
                </a:spcAft>
                <a:buClr>
                  <a:schemeClr val="accent1"/>
                </a:buClr>
                <a:buSzTx/>
                <a:tabLst/>
              </a:pPr>
              <a:r>
                <a:rPr lang="en-US" sz="1400" dirty="0">
                  <a:solidFill>
                    <a:sysClr val="windowText" lastClr="000000">
                      <a:alpha val="25000"/>
                    </a:sysClr>
                  </a:solidFill>
                </a:rPr>
                <a:t>CLOUD</a:t>
              </a:r>
              <a:endParaRPr kumimoji="0" lang="en-US" sz="1400" b="0" i="0" u="none" strike="noStrike" kern="1200" cap="none" spc="0" normalizeH="0" baseline="0" noProof="0" dirty="0">
                <a:ln>
                  <a:noFill/>
                </a:ln>
                <a:solidFill>
                  <a:sysClr val="windowText" lastClr="000000">
                    <a:alpha val="25000"/>
                  </a:sysClr>
                </a:solidFill>
                <a:effectLst/>
                <a:uLnTx/>
                <a:uFillTx/>
              </a:endParaRPr>
            </a:p>
          </p:txBody>
        </p:sp>
      </p:grpSp>
      <p:sp>
        <p:nvSpPr>
          <p:cNvPr id="22" name="Rectangle 21">
            <a:extLst>
              <a:ext uri="{FF2B5EF4-FFF2-40B4-BE49-F238E27FC236}">
                <a16:creationId xmlns:a16="http://schemas.microsoft.com/office/drawing/2014/main" id="{61CEAD2D-7148-A74D-B2A6-6FE6468E1AF9}"/>
              </a:ext>
            </a:extLst>
          </p:cNvPr>
          <p:cNvSpPr/>
          <p:nvPr/>
        </p:nvSpPr>
        <p:spPr>
          <a:xfrm>
            <a:off x="4159683" y="2445360"/>
            <a:ext cx="3536517" cy="3345840"/>
          </a:xfrm>
          <a:prstGeom prst="rect">
            <a:avLst/>
          </a:prstGeom>
          <a:solidFill>
            <a:schemeClr val="accent1">
              <a:alpha val="2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5000"/>
              </a:lnSpc>
            </a:pPr>
            <a:r>
              <a:rPr lang="en-US" dirty="0"/>
              <a:t>   </a:t>
            </a:r>
          </a:p>
        </p:txBody>
      </p:sp>
      <p:sp>
        <p:nvSpPr>
          <p:cNvPr id="23" name="Rectangle 22">
            <a:extLst>
              <a:ext uri="{FF2B5EF4-FFF2-40B4-BE49-F238E27FC236}">
                <a16:creationId xmlns:a16="http://schemas.microsoft.com/office/drawing/2014/main" id="{D554B94C-C066-014D-8C98-FFD68D8C3A71}"/>
              </a:ext>
            </a:extLst>
          </p:cNvPr>
          <p:cNvSpPr/>
          <p:nvPr/>
        </p:nvSpPr>
        <p:spPr>
          <a:xfrm>
            <a:off x="4159683" y="2398487"/>
            <a:ext cx="3536517" cy="715491"/>
          </a:xfrm>
          <a:prstGeom prst="rect">
            <a:avLst/>
          </a:prstGeom>
          <a:solidFill>
            <a:schemeClr val="accent1">
              <a:lumMod val="75000"/>
              <a:alpha val="2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5000"/>
              </a:lnSpc>
            </a:pPr>
            <a:r>
              <a:rPr lang="en-US" sz="1600" dirty="0">
                <a:solidFill>
                  <a:schemeClr val="lt1">
                    <a:alpha val="25000"/>
                  </a:schemeClr>
                </a:solidFill>
              </a:rPr>
              <a:t>ANSIBLE AUTOMATION ENGINE</a:t>
            </a:r>
          </a:p>
        </p:txBody>
      </p:sp>
      <p:grpSp>
        <p:nvGrpSpPr>
          <p:cNvPr id="27" name="Group 26">
            <a:extLst>
              <a:ext uri="{FF2B5EF4-FFF2-40B4-BE49-F238E27FC236}">
                <a16:creationId xmlns:a16="http://schemas.microsoft.com/office/drawing/2014/main" id="{3E7540C4-A138-AE4E-96BB-731A4401B485}"/>
              </a:ext>
            </a:extLst>
          </p:cNvPr>
          <p:cNvGrpSpPr/>
          <p:nvPr/>
        </p:nvGrpSpPr>
        <p:grpSpPr>
          <a:xfrm>
            <a:off x="4566070" y="4476433"/>
            <a:ext cx="1072730" cy="1099959"/>
            <a:chOff x="4394673" y="4104640"/>
            <a:chExt cx="1072730" cy="1099959"/>
          </a:xfrm>
        </p:grpSpPr>
        <p:pic>
          <p:nvPicPr>
            <p:cNvPr id="25" name="Graphic 24">
              <a:extLst>
                <a:ext uri="{FF2B5EF4-FFF2-40B4-BE49-F238E27FC236}">
                  <a16:creationId xmlns:a16="http://schemas.microsoft.com/office/drawing/2014/main" id="{99AFEDB1-3301-3E44-8AD5-2E53DCA549A0}"/>
                </a:ext>
              </a:extLst>
            </p:cNvPr>
            <p:cNvPicPr>
              <a:picLocks noChangeAspect="1"/>
            </p:cNvPicPr>
            <p:nvPr/>
          </p:nvPicPr>
          <p:blipFill>
            <a:blip r:embed="rId4" cstate="print">
              <a:alphaModFix amt="25000"/>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26" name="TextBox 25">
              <a:extLst>
                <a:ext uri="{FF2B5EF4-FFF2-40B4-BE49-F238E27FC236}">
                  <a16:creationId xmlns:a16="http://schemas.microsoft.com/office/drawing/2014/main" id="{48571D0D-EFFB-3947-BDD7-F545B8200B8A}"/>
                </a:ext>
              </a:extLst>
            </p:cNvPr>
            <p:cNvSpPr txBox="1"/>
            <p:nvPr/>
          </p:nvSpPr>
          <p:spPr>
            <a:xfrm>
              <a:off x="4394673" y="4907595"/>
              <a:ext cx="107273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MODULES</a:t>
              </a:r>
            </a:p>
          </p:txBody>
        </p:sp>
      </p:grpSp>
      <p:grpSp>
        <p:nvGrpSpPr>
          <p:cNvPr id="29" name="Group 28">
            <a:extLst>
              <a:ext uri="{FF2B5EF4-FFF2-40B4-BE49-F238E27FC236}">
                <a16:creationId xmlns:a16="http://schemas.microsoft.com/office/drawing/2014/main" id="{0A302B3B-EB34-D446-98B5-C94A08CA37BE}"/>
              </a:ext>
            </a:extLst>
          </p:cNvPr>
          <p:cNvGrpSpPr/>
          <p:nvPr/>
        </p:nvGrpSpPr>
        <p:grpSpPr>
          <a:xfrm>
            <a:off x="6096000" y="3277782"/>
            <a:ext cx="973342" cy="1099959"/>
            <a:chOff x="4394673" y="4104640"/>
            <a:chExt cx="973342" cy="1099959"/>
          </a:xfrm>
        </p:grpSpPr>
        <p:pic>
          <p:nvPicPr>
            <p:cNvPr id="30" name="Graphic 29">
              <a:extLst>
                <a:ext uri="{FF2B5EF4-FFF2-40B4-BE49-F238E27FC236}">
                  <a16:creationId xmlns:a16="http://schemas.microsoft.com/office/drawing/2014/main" id="{968834F6-612C-DE4D-BBED-86E42C7D9730}"/>
                </a:ext>
              </a:extLst>
            </p:cNvPr>
            <p:cNvPicPr>
              <a:picLocks noChangeAspect="1"/>
            </p:cNvPicPr>
            <p:nvPr/>
          </p:nvPicPr>
          <p:blipFill>
            <a:blip r:embed="rId5" cstate="print">
              <a:alphaModFix amt="25000"/>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31" name="TextBox 30">
              <a:extLst>
                <a:ext uri="{FF2B5EF4-FFF2-40B4-BE49-F238E27FC236}">
                  <a16:creationId xmlns:a16="http://schemas.microsoft.com/office/drawing/2014/main" id="{4CC5732C-F0EF-504E-8BAB-843F6A0A4A7D}"/>
                </a:ext>
              </a:extLst>
            </p:cNvPr>
            <p:cNvSpPr txBox="1"/>
            <p:nvPr/>
          </p:nvSpPr>
          <p:spPr>
            <a:xfrm>
              <a:off x="4394673" y="4907595"/>
              <a:ext cx="973342" cy="297004"/>
            </a:xfrm>
            <a:prstGeom prst="rect">
              <a:avLst/>
            </a:prstGeom>
          </p:spPr>
          <p:txBody>
            <a:bodyPr vert="horz" wrap="square" lIns="91440" tIns="45720" rIns="91440" bIns="45720" rtlCol="0" anchor="t">
              <a:spAutoFit/>
            </a:bodyPr>
            <a:lstStyle/>
            <a:p>
              <a:pPr marR="0" algn="ctr"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CLI</a:t>
              </a:r>
            </a:p>
          </p:txBody>
        </p:sp>
      </p:grpSp>
      <p:grpSp>
        <p:nvGrpSpPr>
          <p:cNvPr id="32" name="Group 31">
            <a:extLst>
              <a:ext uri="{FF2B5EF4-FFF2-40B4-BE49-F238E27FC236}">
                <a16:creationId xmlns:a16="http://schemas.microsoft.com/office/drawing/2014/main" id="{E7EED822-6563-154F-A068-00E56D7D06A9}"/>
              </a:ext>
            </a:extLst>
          </p:cNvPr>
          <p:cNvGrpSpPr/>
          <p:nvPr/>
        </p:nvGrpSpPr>
        <p:grpSpPr>
          <a:xfrm>
            <a:off x="4413670" y="3263738"/>
            <a:ext cx="1226490" cy="1099959"/>
            <a:chOff x="4394673" y="4104640"/>
            <a:chExt cx="1226490" cy="1099959"/>
          </a:xfrm>
        </p:grpSpPr>
        <p:pic>
          <p:nvPicPr>
            <p:cNvPr id="33" name="Graphic 32">
              <a:extLst>
                <a:ext uri="{FF2B5EF4-FFF2-40B4-BE49-F238E27FC236}">
                  <a16:creationId xmlns:a16="http://schemas.microsoft.com/office/drawing/2014/main" id="{84908B27-B32A-B745-9C4B-AB175A418EAC}"/>
                </a:ext>
              </a:extLst>
            </p:cNvPr>
            <p:cNvPicPr>
              <a:picLocks noChangeAspect="1"/>
            </p:cNvPicPr>
            <p:nvPr/>
          </p:nvPicPr>
          <p:blipFill>
            <a:blip r:embed="rId6" cstate="print">
              <a:alphaModFix amt="25000"/>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34" name="TextBox 33">
              <a:extLst>
                <a:ext uri="{FF2B5EF4-FFF2-40B4-BE49-F238E27FC236}">
                  <a16:creationId xmlns:a16="http://schemas.microsoft.com/office/drawing/2014/main" id="{6D8AA793-A4BC-4C4A-9A2B-BD5FE588E627}"/>
                </a:ext>
              </a:extLst>
            </p:cNvPr>
            <p:cNvSpPr txBox="1"/>
            <p:nvPr/>
          </p:nvSpPr>
          <p:spPr>
            <a:xfrm>
              <a:off x="4394673" y="4907595"/>
              <a:ext cx="122649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INVENTORY</a:t>
              </a:r>
            </a:p>
          </p:txBody>
        </p:sp>
      </p:grpSp>
      <p:grpSp>
        <p:nvGrpSpPr>
          <p:cNvPr id="35" name="Group 34">
            <a:extLst>
              <a:ext uri="{FF2B5EF4-FFF2-40B4-BE49-F238E27FC236}">
                <a16:creationId xmlns:a16="http://schemas.microsoft.com/office/drawing/2014/main" id="{F21A7AB1-A3F8-0F40-B4A5-536DDF9C1D95}"/>
              </a:ext>
            </a:extLst>
          </p:cNvPr>
          <p:cNvGrpSpPr/>
          <p:nvPr/>
        </p:nvGrpSpPr>
        <p:grpSpPr>
          <a:xfrm>
            <a:off x="6298093" y="4534491"/>
            <a:ext cx="973343" cy="1066371"/>
            <a:chOff x="4444366" y="4104640"/>
            <a:chExt cx="973343" cy="1066371"/>
          </a:xfrm>
        </p:grpSpPr>
        <p:pic>
          <p:nvPicPr>
            <p:cNvPr id="36" name="Graphic 35">
              <a:extLst>
                <a:ext uri="{FF2B5EF4-FFF2-40B4-BE49-F238E27FC236}">
                  <a16:creationId xmlns:a16="http://schemas.microsoft.com/office/drawing/2014/main" id="{800F2CD3-58F8-DC44-B649-F01A77521B8D}"/>
                </a:ext>
              </a:extLst>
            </p:cNvPr>
            <p:cNvPicPr>
              <a:picLocks noChangeAspect="1"/>
            </p:cNvPicPr>
            <p:nvPr/>
          </p:nvPicPr>
          <p:blipFill>
            <a:blip r:embed="rId7" cstate="print">
              <a:alphaModFix amt="25000"/>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37" name="TextBox 36">
              <a:extLst>
                <a:ext uri="{FF2B5EF4-FFF2-40B4-BE49-F238E27FC236}">
                  <a16:creationId xmlns:a16="http://schemas.microsoft.com/office/drawing/2014/main" id="{336078FE-46CF-0E48-8DDC-5FA12C8098A7}"/>
                </a:ext>
              </a:extLst>
            </p:cNvPr>
            <p:cNvSpPr txBox="1"/>
            <p:nvPr/>
          </p:nvSpPr>
          <p:spPr>
            <a:xfrm>
              <a:off x="4444366" y="4874007"/>
              <a:ext cx="973343"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PLUGINS</a:t>
              </a:r>
            </a:p>
          </p:txBody>
        </p:sp>
      </p:grpSp>
      <p:grpSp>
        <p:nvGrpSpPr>
          <p:cNvPr id="41" name="Group 40">
            <a:extLst>
              <a:ext uri="{FF2B5EF4-FFF2-40B4-BE49-F238E27FC236}">
                <a16:creationId xmlns:a16="http://schemas.microsoft.com/office/drawing/2014/main" id="{140A1856-1E19-9746-810F-AAB1C7FE5F27}"/>
              </a:ext>
            </a:extLst>
          </p:cNvPr>
          <p:cNvGrpSpPr/>
          <p:nvPr/>
        </p:nvGrpSpPr>
        <p:grpSpPr>
          <a:xfrm>
            <a:off x="962341" y="4307227"/>
            <a:ext cx="1960280" cy="1936814"/>
            <a:chOff x="1030730" y="4419600"/>
            <a:chExt cx="1960280" cy="1936814"/>
          </a:xfrm>
        </p:grpSpPr>
        <p:pic>
          <p:nvPicPr>
            <p:cNvPr id="39" name="Graphic 38">
              <a:extLst>
                <a:ext uri="{FF2B5EF4-FFF2-40B4-BE49-F238E27FC236}">
                  <a16:creationId xmlns:a16="http://schemas.microsoft.com/office/drawing/2014/main" id="{9362BCAA-184E-9A40-AA39-D9F53CD58BC5}"/>
                </a:ext>
              </a:extLst>
            </p:cNvPr>
            <p:cNvPicPr>
              <a:picLocks noChangeAspect="1"/>
            </p:cNvPicPr>
            <p:nvPr/>
          </p:nvPicPr>
          <p:blipFill>
            <a:blip r:embed="rId8" cstate="print">
              <a:alphaModFix/>
              <a:extLst>
                <a:ext uri="{28A0092B-C50C-407E-A947-70E740481C1C}">
                  <a14:useLocalDpi xmlns:a14="http://schemas.microsoft.com/office/drawing/2010/main" val="0"/>
                </a:ext>
              </a:extLst>
            </a:blip>
            <a:srcRect/>
            <a:stretch/>
          </p:blipFill>
          <p:spPr>
            <a:xfrm>
              <a:off x="1261047" y="4419600"/>
              <a:ext cx="1593104" cy="1593104"/>
            </a:xfrm>
            <a:prstGeom prst="rect">
              <a:avLst/>
            </a:prstGeom>
          </p:spPr>
        </p:pic>
        <p:sp>
          <p:nvSpPr>
            <p:cNvPr id="40" name="TextBox 39">
              <a:extLst>
                <a:ext uri="{FF2B5EF4-FFF2-40B4-BE49-F238E27FC236}">
                  <a16:creationId xmlns:a16="http://schemas.microsoft.com/office/drawing/2014/main" id="{624C1FD2-636B-784E-8E94-7DAAFE32B589}"/>
                </a:ext>
              </a:extLst>
            </p:cNvPr>
            <p:cNvSpPr txBox="1"/>
            <p:nvPr/>
          </p:nvSpPr>
          <p:spPr>
            <a:xfrm>
              <a:off x="1030730" y="6059410"/>
              <a:ext cx="196028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mn-lt"/>
                </a:rPr>
                <a:t>ANSIBLE PLAYBOOK</a:t>
              </a:r>
            </a:p>
          </p:txBody>
        </p:sp>
      </p:grpSp>
      <p:grpSp>
        <p:nvGrpSpPr>
          <p:cNvPr id="45" name="Group 44">
            <a:extLst>
              <a:ext uri="{FF2B5EF4-FFF2-40B4-BE49-F238E27FC236}">
                <a16:creationId xmlns:a16="http://schemas.microsoft.com/office/drawing/2014/main" id="{A4B236CD-B8C3-CA47-A6E8-210ABF85E42E}"/>
              </a:ext>
            </a:extLst>
          </p:cNvPr>
          <p:cNvGrpSpPr/>
          <p:nvPr/>
        </p:nvGrpSpPr>
        <p:grpSpPr>
          <a:xfrm>
            <a:off x="5434176" y="758392"/>
            <a:ext cx="1198189" cy="963499"/>
            <a:chOff x="5495423" y="979683"/>
            <a:chExt cx="1198189" cy="963499"/>
          </a:xfrm>
        </p:grpSpPr>
        <p:pic>
          <p:nvPicPr>
            <p:cNvPr id="43" name="image197.png">
              <a:extLst>
                <a:ext uri="{FF2B5EF4-FFF2-40B4-BE49-F238E27FC236}">
                  <a16:creationId xmlns:a16="http://schemas.microsoft.com/office/drawing/2014/main" id="{85ADF2ED-765F-2E42-B6E4-C28D6A6145F4}"/>
                </a:ext>
              </a:extLst>
            </p:cNvPr>
            <p:cNvPicPr/>
            <p:nvPr/>
          </p:nvPicPr>
          <p:blipFill>
            <a:blip r:embed="rId9">
              <a:alphaModFix amt="25000"/>
            </a:blip>
            <a:stretch>
              <a:fillRect/>
            </a:stretch>
          </p:blipFill>
          <p:spPr>
            <a:xfrm>
              <a:off x="5498388" y="1366323"/>
              <a:ext cx="1195224" cy="576859"/>
            </a:xfrm>
            <a:prstGeom prst="rect">
              <a:avLst/>
            </a:prstGeom>
            <a:ln w="12700">
              <a:miter lim="400000"/>
            </a:ln>
          </p:spPr>
        </p:pic>
        <p:pic>
          <p:nvPicPr>
            <p:cNvPr id="44" name="image197.png">
              <a:extLst>
                <a:ext uri="{FF2B5EF4-FFF2-40B4-BE49-F238E27FC236}">
                  <a16:creationId xmlns:a16="http://schemas.microsoft.com/office/drawing/2014/main" id="{2D1B190B-A60E-944F-9D0F-5ED7143675D1}"/>
                </a:ext>
              </a:extLst>
            </p:cNvPr>
            <p:cNvPicPr/>
            <p:nvPr/>
          </p:nvPicPr>
          <p:blipFill>
            <a:blip r:embed="rId9">
              <a:alphaModFix amt="25000"/>
            </a:blip>
            <a:stretch>
              <a:fillRect/>
            </a:stretch>
          </p:blipFill>
          <p:spPr>
            <a:xfrm>
              <a:off x="5495423" y="979683"/>
              <a:ext cx="1195224" cy="576859"/>
            </a:xfrm>
            <a:prstGeom prst="rect">
              <a:avLst/>
            </a:prstGeom>
            <a:ln w="12700">
              <a:miter lim="400000"/>
            </a:ln>
          </p:spPr>
        </p:pic>
      </p:grpSp>
      <p:sp>
        <p:nvSpPr>
          <p:cNvPr id="49" name="TextBox 48">
            <a:extLst>
              <a:ext uri="{FF2B5EF4-FFF2-40B4-BE49-F238E27FC236}">
                <a16:creationId xmlns:a16="http://schemas.microsoft.com/office/drawing/2014/main" id="{E479613C-F27D-B742-80AF-33F5A87AE72C}"/>
              </a:ext>
            </a:extLst>
          </p:cNvPr>
          <p:cNvSpPr txBox="1"/>
          <p:nvPr/>
        </p:nvSpPr>
        <p:spPr>
          <a:xfrm>
            <a:off x="5690108" y="1381881"/>
            <a:ext cx="713657"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alpha val="25000"/>
                  </a:schemeClr>
                </a:solidFill>
              </a:rPr>
              <a:t>CMDB</a:t>
            </a:r>
            <a:endParaRPr kumimoji="0" lang="en-US" sz="1400" b="0" i="0" u="none" strike="noStrike" kern="1200" cap="none" spc="0" normalizeH="0" baseline="0" noProof="0" dirty="0">
              <a:ln>
                <a:noFill/>
              </a:ln>
              <a:solidFill>
                <a:schemeClr val="bg1">
                  <a:alpha val="25000"/>
                </a:schemeClr>
              </a:solidFill>
              <a:effectLst/>
              <a:uLnTx/>
              <a:uFillTx/>
            </a:endParaRPr>
          </a:p>
        </p:txBody>
      </p:sp>
      <p:grpSp>
        <p:nvGrpSpPr>
          <p:cNvPr id="52" name="Group 51">
            <a:extLst>
              <a:ext uri="{FF2B5EF4-FFF2-40B4-BE49-F238E27FC236}">
                <a16:creationId xmlns:a16="http://schemas.microsoft.com/office/drawing/2014/main" id="{1CB42589-770C-004A-BA8D-F8877C5DD0B9}"/>
              </a:ext>
            </a:extLst>
          </p:cNvPr>
          <p:cNvGrpSpPr/>
          <p:nvPr/>
        </p:nvGrpSpPr>
        <p:grpSpPr>
          <a:xfrm>
            <a:off x="9070121" y="4701342"/>
            <a:ext cx="1029900" cy="1074182"/>
            <a:chOff x="9000568" y="4555763"/>
            <a:chExt cx="1029900" cy="1074182"/>
          </a:xfrm>
        </p:grpSpPr>
        <p:pic>
          <p:nvPicPr>
            <p:cNvPr id="50" name="image41.png" descr="OS.png">
              <a:extLst>
                <a:ext uri="{FF2B5EF4-FFF2-40B4-BE49-F238E27FC236}">
                  <a16:creationId xmlns:a16="http://schemas.microsoft.com/office/drawing/2014/main" id="{23EAAC98-E305-6C4F-ABB4-7C22953B2F3A}"/>
                </a:ext>
              </a:extLst>
            </p:cNvPr>
            <p:cNvPicPr/>
            <p:nvPr/>
          </p:nvPicPr>
          <p:blipFill>
            <a:blip r:embed="rId10">
              <a:alphaModFix amt="25000"/>
            </a:blip>
            <a:stretch>
              <a:fillRect/>
            </a:stretch>
          </p:blipFill>
          <p:spPr>
            <a:xfrm>
              <a:off x="9000568" y="4555763"/>
              <a:ext cx="1029900" cy="758279"/>
            </a:xfrm>
            <a:prstGeom prst="rect">
              <a:avLst/>
            </a:prstGeom>
            <a:ln w="12700">
              <a:miter lim="400000"/>
            </a:ln>
          </p:spPr>
        </p:pic>
        <p:sp>
          <p:nvSpPr>
            <p:cNvPr id="51" name="TextBox 50">
              <a:extLst>
                <a:ext uri="{FF2B5EF4-FFF2-40B4-BE49-F238E27FC236}">
                  <a16:creationId xmlns:a16="http://schemas.microsoft.com/office/drawing/2014/main" id="{448B217C-86BA-6549-84E0-8127397621E9}"/>
                </a:ext>
              </a:extLst>
            </p:cNvPr>
            <p:cNvSpPr txBox="1"/>
            <p:nvPr/>
          </p:nvSpPr>
          <p:spPr>
            <a:xfrm>
              <a:off x="9108996" y="5332941"/>
              <a:ext cx="813043"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alpha val="25000"/>
                    </a:schemeClr>
                  </a:solidFill>
                </a:rPr>
                <a:t>OTHER</a:t>
              </a:r>
              <a:endParaRPr kumimoji="0" lang="en-US" sz="1400" b="0" i="0" u="none" strike="noStrike" kern="1200" cap="none" spc="0" normalizeH="0" baseline="0" noProof="0" dirty="0">
                <a:ln>
                  <a:noFill/>
                </a:ln>
                <a:solidFill>
                  <a:schemeClr val="bg1">
                    <a:alpha val="25000"/>
                  </a:schemeClr>
                </a:solidFill>
                <a:effectLst/>
                <a:uLnTx/>
                <a:uFillTx/>
              </a:endParaRPr>
            </a:p>
          </p:txBody>
        </p:sp>
      </p:grpSp>
      <p:pic>
        <p:nvPicPr>
          <p:cNvPr id="53" name="Picture 52">
            <a:extLst>
              <a:ext uri="{FF2B5EF4-FFF2-40B4-BE49-F238E27FC236}">
                <a16:creationId xmlns:a16="http://schemas.microsoft.com/office/drawing/2014/main" id="{D5D7122E-2772-3C42-BD17-BF0E9C5D2A42}"/>
              </a:ext>
            </a:extLst>
          </p:cNvPr>
          <p:cNvPicPr>
            <a:picLocks noChangeAspect="1"/>
          </p:cNvPicPr>
          <p:nvPr/>
        </p:nvPicPr>
        <p:blipFill>
          <a:blip r:embed="rId11" cstate="print">
            <a:alphaModFix amt="25000"/>
            <a:extLst>
              <a:ext uri="{28A0092B-C50C-407E-A947-70E740481C1C}">
                <a14:useLocalDpi xmlns:a14="http://schemas.microsoft.com/office/drawing/2010/main" val="0"/>
              </a:ext>
            </a:extLst>
          </a:blip>
          <a:stretch>
            <a:fillRect/>
          </a:stretch>
        </p:blipFill>
        <p:spPr>
          <a:xfrm>
            <a:off x="9070121" y="2282320"/>
            <a:ext cx="1029899" cy="1029899"/>
          </a:xfrm>
          <a:prstGeom prst="rect">
            <a:avLst/>
          </a:prstGeom>
        </p:spPr>
      </p:pic>
      <p:pic>
        <p:nvPicPr>
          <p:cNvPr id="54" name="AltaVault-Virtual-VMware.png">
            <a:extLst>
              <a:ext uri="{FF2B5EF4-FFF2-40B4-BE49-F238E27FC236}">
                <a16:creationId xmlns:a16="http://schemas.microsoft.com/office/drawing/2014/main" id="{C4623A4F-250C-8D4A-A7EA-0A84EE60A871}"/>
              </a:ext>
            </a:extLst>
          </p:cNvPr>
          <p:cNvPicPr>
            <a:picLocks noChangeAspect="1"/>
          </p:cNvPicPr>
          <p:nvPr/>
        </p:nvPicPr>
        <p:blipFill>
          <a:blip r:embed="rId12" cstate="print">
            <a:alphaModFix amt="25000"/>
            <a:extLst>
              <a:ext uri="{28A0092B-C50C-407E-A947-70E740481C1C}">
                <a14:useLocalDpi xmlns:a14="http://schemas.microsoft.com/office/drawing/2010/main" val="0"/>
              </a:ext>
            </a:extLst>
          </a:blip>
          <a:stretch>
            <a:fillRect/>
          </a:stretch>
        </p:blipFill>
        <p:spPr>
          <a:xfrm>
            <a:off x="9070828" y="3444895"/>
            <a:ext cx="1052786" cy="1052786"/>
          </a:xfrm>
          <a:prstGeom prst="rect">
            <a:avLst/>
          </a:prstGeom>
          <a:ln w="12700">
            <a:miter lim="400000"/>
          </a:ln>
        </p:spPr>
      </p:pic>
      <p:cxnSp>
        <p:nvCxnSpPr>
          <p:cNvPr id="56" name="Straight Arrow Connector 55">
            <a:extLst>
              <a:ext uri="{FF2B5EF4-FFF2-40B4-BE49-F238E27FC236}">
                <a16:creationId xmlns:a16="http://schemas.microsoft.com/office/drawing/2014/main" id="{5BCDDC35-F3D5-D245-BB50-BDCC8D738E85}"/>
              </a:ext>
            </a:extLst>
          </p:cNvPr>
          <p:cNvCxnSpPr>
            <a:cxnSpLocks/>
            <a:stCxn id="16" idx="2"/>
          </p:cNvCxnSpPr>
          <p:nvPr/>
        </p:nvCxnSpPr>
        <p:spPr>
          <a:xfrm>
            <a:off x="1520883" y="3803917"/>
            <a:ext cx="0" cy="425322"/>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Elbow Connector 60">
            <a:extLst>
              <a:ext uri="{FF2B5EF4-FFF2-40B4-BE49-F238E27FC236}">
                <a16:creationId xmlns:a16="http://schemas.microsoft.com/office/drawing/2014/main" id="{2A9055AB-6566-9543-9154-B7701609BF29}"/>
              </a:ext>
            </a:extLst>
          </p:cNvPr>
          <p:cNvCxnSpPr>
            <a:stCxn id="13" idx="2"/>
          </p:cNvCxnSpPr>
          <p:nvPr/>
        </p:nvCxnSpPr>
        <p:spPr>
          <a:xfrm rot="16200000" flipH="1">
            <a:off x="3224572" y="3036176"/>
            <a:ext cx="167371" cy="1702852"/>
          </a:xfrm>
          <a:prstGeom prst="bentConnector2">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BF78B953-7D34-0E48-88BB-D4783198D0C9}"/>
              </a:ext>
            </a:extLst>
          </p:cNvPr>
          <p:cNvCxnSpPr>
            <a:stCxn id="39" idx="3"/>
          </p:cNvCxnSpPr>
          <p:nvPr/>
        </p:nvCxnSpPr>
        <p:spPr>
          <a:xfrm>
            <a:off x="2785762" y="5103779"/>
            <a:ext cx="1373921" cy="0"/>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22140761-282C-324F-B2BD-368053A1EF50}"/>
              </a:ext>
            </a:extLst>
          </p:cNvPr>
          <p:cNvCxnSpPr/>
          <p:nvPr/>
        </p:nvCxnSpPr>
        <p:spPr>
          <a:xfrm>
            <a:off x="7696200" y="3429000"/>
            <a:ext cx="1219200" cy="0"/>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415331D-AF3B-0747-804F-A4DBA402DA36}"/>
              </a:ext>
            </a:extLst>
          </p:cNvPr>
          <p:cNvCxnSpPr/>
          <p:nvPr/>
        </p:nvCxnSpPr>
        <p:spPr>
          <a:xfrm>
            <a:off x="7696200" y="4836989"/>
            <a:ext cx="1219200" cy="0"/>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Elbow Connector 74">
            <a:extLst>
              <a:ext uri="{FF2B5EF4-FFF2-40B4-BE49-F238E27FC236}">
                <a16:creationId xmlns:a16="http://schemas.microsoft.com/office/drawing/2014/main" id="{23929278-EAD1-AB4E-9A3D-6A4FB0C296BC}"/>
              </a:ext>
            </a:extLst>
          </p:cNvPr>
          <p:cNvCxnSpPr>
            <a:cxnSpLocks/>
            <a:stCxn id="4" idx="2"/>
          </p:cNvCxnSpPr>
          <p:nvPr/>
        </p:nvCxnSpPr>
        <p:spPr>
          <a:xfrm rot="16200000" flipH="1">
            <a:off x="3194945" y="1901160"/>
            <a:ext cx="956974" cy="972501"/>
          </a:xfrm>
          <a:prstGeom prst="bentConnector2">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97BFE155-6FCC-0442-9971-F7EA61B1D965}"/>
              </a:ext>
            </a:extLst>
          </p:cNvPr>
          <p:cNvCxnSpPr/>
          <p:nvPr/>
        </p:nvCxnSpPr>
        <p:spPr>
          <a:xfrm flipV="1">
            <a:off x="9585070" y="1908923"/>
            <a:ext cx="0" cy="223637"/>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Elbow Connector 82">
            <a:extLst>
              <a:ext uri="{FF2B5EF4-FFF2-40B4-BE49-F238E27FC236}">
                <a16:creationId xmlns:a16="http://schemas.microsoft.com/office/drawing/2014/main" id="{CA6074D8-5856-5048-A757-2CE4DFD907D1}"/>
              </a:ext>
            </a:extLst>
          </p:cNvPr>
          <p:cNvCxnSpPr>
            <a:stCxn id="43" idx="2"/>
            <a:endCxn id="23" idx="1"/>
          </p:cNvCxnSpPr>
          <p:nvPr/>
        </p:nvCxnSpPr>
        <p:spPr>
          <a:xfrm rot="5400000">
            <a:off x="4580047" y="1301527"/>
            <a:ext cx="1034342" cy="1875070"/>
          </a:xfrm>
          <a:prstGeom prst="bentConnector4">
            <a:avLst>
              <a:gd name="adj1" fmla="val 32707"/>
              <a:gd name="adj2" fmla="val 112192"/>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 name="Rectangular Callout 4">
            <a:extLst>
              <a:ext uri="{FF2B5EF4-FFF2-40B4-BE49-F238E27FC236}">
                <a16:creationId xmlns:a16="http://schemas.microsoft.com/office/drawing/2014/main" id="{A7063B05-5FCA-6149-A86C-4899450D1C11}"/>
              </a:ext>
            </a:extLst>
          </p:cNvPr>
          <p:cNvSpPr/>
          <p:nvPr/>
        </p:nvSpPr>
        <p:spPr>
          <a:xfrm>
            <a:off x="3043487" y="2430512"/>
            <a:ext cx="3843638" cy="1812172"/>
          </a:xfrm>
          <a:prstGeom prst="wedgeRectCallout">
            <a:avLst>
              <a:gd name="adj1" fmla="val -62901"/>
              <a:gd name="adj2" fmla="val 90191"/>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b="1" dirty="0"/>
              <a:t>Playbooks are written in YAML</a:t>
            </a:r>
          </a:p>
          <a:p>
            <a:pPr>
              <a:lnSpc>
                <a:spcPct val="95000"/>
              </a:lnSpc>
            </a:pPr>
            <a:r>
              <a:rPr lang="en-US" sz="1600" dirty="0"/>
              <a:t>Tasks are executed sequentially</a:t>
            </a:r>
          </a:p>
          <a:p>
            <a:pPr>
              <a:lnSpc>
                <a:spcPct val="95000"/>
              </a:lnSpc>
            </a:pPr>
            <a:r>
              <a:rPr lang="en-US" sz="1600" dirty="0"/>
              <a:t>Invoke Ansible modules</a:t>
            </a:r>
          </a:p>
        </p:txBody>
      </p:sp>
      <p:sp>
        <p:nvSpPr>
          <p:cNvPr id="55" name="TextBox 54">
            <a:extLst>
              <a:ext uri="{FF2B5EF4-FFF2-40B4-BE49-F238E27FC236}">
                <a16:creationId xmlns:a16="http://schemas.microsoft.com/office/drawing/2014/main" id="{10CE62DA-91E9-634A-A2EC-46C3D8FCE1B3}"/>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1686690203"/>
      </p:ext>
    </p:extLst>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53E7E5D-FF96-4340-9AC8-6C96A4B7AA61}"/>
              </a:ext>
            </a:extLst>
          </p:cNvPr>
          <p:cNvSpPr>
            <a:spLocks noGrp="1"/>
          </p:cNvSpPr>
          <p:nvPr>
            <p:ph type="ftr" sz="quarter" idx="3"/>
          </p:nvPr>
        </p:nvSpPr>
        <p:spPr/>
        <p:txBody>
          <a:bodyPr/>
          <a:lstStyle/>
          <a:p>
            <a:r>
              <a:rPr lang="en-US"/>
              <a:t>© 2023 NetApp, Inc. All rights reserved.  — NETAPP CONFIDENTIAL — </a:t>
            </a:r>
            <a:endParaRPr lang="en-US" dirty="0"/>
          </a:p>
        </p:txBody>
      </p:sp>
      <p:grpSp>
        <p:nvGrpSpPr>
          <p:cNvPr id="7" name="Group 6">
            <a:extLst>
              <a:ext uri="{FF2B5EF4-FFF2-40B4-BE49-F238E27FC236}">
                <a16:creationId xmlns:a16="http://schemas.microsoft.com/office/drawing/2014/main" id="{911A5A13-41E7-2545-98A6-64F4F87968E9}"/>
              </a:ext>
            </a:extLst>
          </p:cNvPr>
          <p:cNvGrpSpPr/>
          <p:nvPr/>
        </p:nvGrpSpPr>
        <p:grpSpPr>
          <a:xfrm>
            <a:off x="1773596" y="366826"/>
            <a:ext cx="2827171" cy="1542098"/>
            <a:chOff x="1143000" y="972502"/>
            <a:chExt cx="2827171" cy="1542098"/>
          </a:xfrm>
        </p:grpSpPr>
        <p:pic>
          <p:nvPicPr>
            <p:cNvPr id="4" name="image179.png">
              <a:extLst>
                <a:ext uri="{FF2B5EF4-FFF2-40B4-BE49-F238E27FC236}">
                  <a16:creationId xmlns:a16="http://schemas.microsoft.com/office/drawing/2014/main" id="{D1E49CAE-763F-D844-839A-0F70699E4EA2}"/>
                </a:ext>
              </a:extLst>
            </p:cNvPr>
            <p:cNvPicPr/>
            <p:nvPr/>
          </p:nvPicPr>
          <p:blipFill>
            <a:blip r:embed="rId2">
              <a:alphaModFix amt="25000"/>
            </a:blip>
            <a:stretch>
              <a:fillRect/>
            </a:stretch>
          </p:blipFill>
          <p:spPr>
            <a:xfrm>
              <a:off x="1143000" y="972502"/>
              <a:ext cx="2827171" cy="1542098"/>
            </a:xfrm>
            <a:prstGeom prst="rect">
              <a:avLst/>
            </a:prstGeom>
            <a:ln w="12700">
              <a:miter lim="400000"/>
            </a:ln>
          </p:spPr>
        </p:pic>
        <p:sp>
          <p:nvSpPr>
            <p:cNvPr id="6" name="TextBox 5">
              <a:extLst>
                <a:ext uri="{FF2B5EF4-FFF2-40B4-BE49-F238E27FC236}">
                  <a16:creationId xmlns:a16="http://schemas.microsoft.com/office/drawing/2014/main" id="{40C6036F-E723-5B46-9843-65B6A776704F}"/>
                </a:ext>
              </a:extLst>
            </p:cNvPr>
            <p:cNvSpPr txBox="1"/>
            <p:nvPr/>
          </p:nvSpPr>
          <p:spPr>
            <a:xfrm>
              <a:off x="1732391" y="1524000"/>
              <a:ext cx="1725730" cy="578620"/>
            </a:xfrm>
            <a:prstGeom prst="rect">
              <a:avLst/>
            </a:prstGeom>
          </p:spPr>
          <p:txBody>
            <a:bodyPr vert="horz" wrap="none" lIns="91440" tIns="45720" rIns="91440" bIns="45720" rtlCol="0" anchor="t">
              <a:spAutoFit/>
            </a:bodyPr>
            <a:lstStyle/>
            <a:p>
              <a:pPr marR="0" algn="ctr"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PUBLIC / PRIVATE</a:t>
              </a:r>
            </a:p>
            <a:p>
              <a:pPr marR="0" algn="ctr" defTabSz="914400" rtl="0" eaLnBrk="1" fontAlgn="auto" latinLnBrk="0" hangingPunct="1">
                <a:lnSpc>
                  <a:spcPct val="95000"/>
                </a:lnSpc>
                <a:spcBef>
                  <a:spcPts val="400"/>
                </a:spcBef>
                <a:spcAft>
                  <a:spcPts val="200"/>
                </a:spcAft>
                <a:buClr>
                  <a:schemeClr val="accent1"/>
                </a:buClr>
                <a:buSzTx/>
                <a:tabLst/>
              </a:pPr>
              <a:r>
                <a:rPr lang="en-US" sz="1400" dirty="0">
                  <a:solidFill>
                    <a:sysClr val="windowText" lastClr="000000">
                      <a:alpha val="25000"/>
                    </a:sysClr>
                  </a:solidFill>
                </a:rPr>
                <a:t>CLOUD</a:t>
              </a:r>
              <a:endParaRPr kumimoji="0" lang="en-US" sz="1400" b="0" i="0" u="none" strike="noStrike" kern="1200" cap="none" spc="0" normalizeH="0" baseline="0" noProof="0" dirty="0">
                <a:ln>
                  <a:noFill/>
                </a:ln>
                <a:solidFill>
                  <a:sysClr val="windowText" lastClr="000000">
                    <a:alpha val="25000"/>
                  </a:sysClr>
                </a:solidFill>
                <a:effectLst/>
                <a:uLnTx/>
                <a:uFillTx/>
              </a:endParaRPr>
            </a:p>
          </p:txBody>
        </p:sp>
      </p:grpSp>
      <p:grpSp>
        <p:nvGrpSpPr>
          <p:cNvPr id="28" name="Group 27">
            <a:extLst>
              <a:ext uri="{FF2B5EF4-FFF2-40B4-BE49-F238E27FC236}">
                <a16:creationId xmlns:a16="http://schemas.microsoft.com/office/drawing/2014/main" id="{A6026C75-93CE-9A44-8BCA-5F68CDC2C567}"/>
              </a:ext>
            </a:extLst>
          </p:cNvPr>
          <p:cNvGrpSpPr/>
          <p:nvPr/>
        </p:nvGrpSpPr>
        <p:grpSpPr>
          <a:xfrm>
            <a:off x="1006533" y="2438516"/>
            <a:ext cx="1964648" cy="1655332"/>
            <a:chOff x="1174595" y="3228223"/>
            <a:chExt cx="1964648" cy="1655332"/>
          </a:xfrm>
        </p:grpSpPr>
        <p:grpSp>
          <p:nvGrpSpPr>
            <p:cNvPr id="17" name="Group 16">
              <a:extLst>
                <a:ext uri="{FF2B5EF4-FFF2-40B4-BE49-F238E27FC236}">
                  <a16:creationId xmlns:a16="http://schemas.microsoft.com/office/drawing/2014/main" id="{D8DEF369-700F-2C4E-B8FD-25A97EA89673}"/>
                </a:ext>
              </a:extLst>
            </p:cNvPr>
            <p:cNvGrpSpPr/>
            <p:nvPr/>
          </p:nvGrpSpPr>
          <p:grpSpPr>
            <a:xfrm>
              <a:off x="1174595" y="3228223"/>
              <a:ext cx="1964648" cy="1365401"/>
              <a:chOff x="1320858" y="3456571"/>
              <a:chExt cx="1964648" cy="1365401"/>
            </a:xfrm>
          </p:grpSpPr>
          <p:pic>
            <p:nvPicPr>
              <p:cNvPr id="16" name="Graphic 15">
                <a:extLst>
                  <a:ext uri="{FF2B5EF4-FFF2-40B4-BE49-F238E27FC236}">
                    <a16:creationId xmlns:a16="http://schemas.microsoft.com/office/drawing/2014/main" id="{8C478488-B97B-C344-BE1A-F4B14C8077BD}"/>
                  </a:ext>
                </a:extLst>
              </p:cNvPr>
              <p:cNvPicPr>
                <a:picLocks noChangeAspect="1"/>
              </p:cNvPicPr>
              <p:nvPr/>
            </p:nvPicPr>
            <p:blipFill>
              <a:blip r:embed="rId3" cstate="print">
                <a:alphaModFix amt="25000"/>
                <a:extLst>
                  <a:ext uri="{28A0092B-C50C-407E-A947-70E740481C1C}">
                    <a14:useLocalDpi xmlns:a14="http://schemas.microsoft.com/office/drawing/2010/main" val="0"/>
                  </a:ext>
                </a:extLst>
              </a:blip>
              <a:srcRect/>
              <a:stretch/>
            </p:blipFill>
            <p:spPr>
              <a:xfrm>
                <a:off x="1320858" y="3793272"/>
                <a:ext cx="1028700" cy="1028700"/>
              </a:xfrm>
              <a:prstGeom prst="rect">
                <a:avLst/>
              </a:prstGeom>
            </p:spPr>
          </p:pic>
          <p:pic>
            <p:nvPicPr>
              <p:cNvPr id="13" name="Graphic 12">
                <a:extLst>
                  <a:ext uri="{FF2B5EF4-FFF2-40B4-BE49-F238E27FC236}">
                    <a16:creationId xmlns:a16="http://schemas.microsoft.com/office/drawing/2014/main" id="{621FFC67-89C3-EA43-A55A-73794A1A54C9}"/>
                  </a:ext>
                </a:extLst>
              </p:cNvPr>
              <p:cNvPicPr>
                <a:picLocks noChangeAspect="1"/>
              </p:cNvPicPr>
              <p:nvPr/>
            </p:nvPicPr>
            <p:blipFill>
              <a:blip r:embed="rId3" cstate="print">
                <a:alphaModFix amt="25000"/>
                <a:extLst>
                  <a:ext uri="{28A0092B-C50C-407E-A947-70E740481C1C}">
                    <a14:useLocalDpi xmlns:a14="http://schemas.microsoft.com/office/drawing/2010/main" val="0"/>
                  </a:ext>
                </a:extLst>
              </a:blip>
              <a:srcRect/>
              <a:stretch/>
            </p:blipFill>
            <p:spPr>
              <a:xfrm>
                <a:off x="2256806" y="3793272"/>
                <a:ext cx="1028700" cy="1028700"/>
              </a:xfrm>
              <a:prstGeom prst="rect">
                <a:avLst/>
              </a:prstGeom>
            </p:spPr>
          </p:pic>
          <p:pic>
            <p:nvPicPr>
              <p:cNvPr id="12" name="Graphic 11">
                <a:extLst>
                  <a:ext uri="{FF2B5EF4-FFF2-40B4-BE49-F238E27FC236}">
                    <a16:creationId xmlns:a16="http://schemas.microsoft.com/office/drawing/2014/main" id="{D649AB32-64CF-314E-B064-ED7D7238C155}"/>
                  </a:ext>
                </a:extLst>
              </p:cNvPr>
              <p:cNvPicPr>
                <a:picLocks noChangeAspect="1"/>
              </p:cNvPicPr>
              <p:nvPr/>
            </p:nvPicPr>
            <p:blipFill>
              <a:blip r:embed="rId3" cstate="print">
                <a:alphaModFix amt="25000"/>
                <a:extLst>
                  <a:ext uri="{28A0092B-C50C-407E-A947-70E740481C1C}">
                    <a14:useLocalDpi xmlns:a14="http://schemas.microsoft.com/office/drawing/2010/main" val="0"/>
                  </a:ext>
                </a:extLst>
              </a:blip>
              <a:srcRect/>
              <a:stretch/>
            </p:blipFill>
            <p:spPr>
              <a:xfrm>
                <a:off x="1835207" y="3456571"/>
                <a:ext cx="1028700" cy="1028700"/>
              </a:xfrm>
              <a:prstGeom prst="rect">
                <a:avLst/>
              </a:prstGeom>
            </p:spPr>
          </p:pic>
        </p:grpSp>
        <p:sp>
          <p:nvSpPr>
            <p:cNvPr id="18" name="TextBox 17">
              <a:extLst>
                <a:ext uri="{FF2B5EF4-FFF2-40B4-BE49-F238E27FC236}">
                  <a16:creationId xmlns:a16="http://schemas.microsoft.com/office/drawing/2014/main" id="{96F1692F-372C-E542-B4AE-7D7A1D70C622}"/>
                </a:ext>
              </a:extLst>
            </p:cNvPr>
            <p:cNvSpPr txBox="1"/>
            <p:nvPr/>
          </p:nvSpPr>
          <p:spPr>
            <a:xfrm>
              <a:off x="1754757" y="4586551"/>
              <a:ext cx="805029"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alpha val="25000"/>
                    </a:schemeClr>
                  </a:solidFill>
                  <a:effectLst/>
                  <a:uLnTx/>
                  <a:uFillTx/>
                  <a:latin typeface="+mn-lt"/>
                </a:rPr>
                <a:t>USERS</a:t>
              </a:r>
            </a:p>
          </p:txBody>
        </p:sp>
      </p:grpSp>
      <p:grpSp>
        <p:nvGrpSpPr>
          <p:cNvPr id="19" name="Group 18">
            <a:extLst>
              <a:ext uri="{FF2B5EF4-FFF2-40B4-BE49-F238E27FC236}">
                <a16:creationId xmlns:a16="http://schemas.microsoft.com/office/drawing/2014/main" id="{B60C4D44-DAD7-C346-84B1-F72456CCE69A}"/>
              </a:ext>
            </a:extLst>
          </p:cNvPr>
          <p:cNvGrpSpPr/>
          <p:nvPr/>
        </p:nvGrpSpPr>
        <p:grpSpPr>
          <a:xfrm>
            <a:off x="7591233" y="364569"/>
            <a:ext cx="2827171" cy="1542098"/>
            <a:chOff x="1143000" y="972502"/>
            <a:chExt cx="2827171" cy="1542098"/>
          </a:xfrm>
        </p:grpSpPr>
        <p:pic>
          <p:nvPicPr>
            <p:cNvPr id="20" name="image179.png">
              <a:extLst>
                <a:ext uri="{FF2B5EF4-FFF2-40B4-BE49-F238E27FC236}">
                  <a16:creationId xmlns:a16="http://schemas.microsoft.com/office/drawing/2014/main" id="{61AF875F-28AF-0B4F-A311-AEFAD4F7E337}"/>
                </a:ext>
              </a:extLst>
            </p:cNvPr>
            <p:cNvPicPr/>
            <p:nvPr/>
          </p:nvPicPr>
          <p:blipFill>
            <a:blip r:embed="rId2">
              <a:alphaModFix amt="25000"/>
            </a:blip>
            <a:stretch>
              <a:fillRect/>
            </a:stretch>
          </p:blipFill>
          <p:spPr>
            <a:xfrm>
              <a:off x="1143000" y="972502"/>
              <a:ext cx="2827171" cy="1542098"/>
            </a:xfrm>
            <a:prstGeom prst="rect">
              <a:avLst/>
            </a:prstGeom>
            <a:ln w="12700">
              <a:miter lim="400000"/>
            </a:ln>
          </p:spPr>
        </p:pic>
        <p:sp>
          <p:nvSpPr>
            <p:cNvPr id="21" name="TextBox 20">
              <a:extLst>
                <a:ext uri="{FF2B5EF4-FFF2-40B4-BE49-F238E27FC236}">
                  <a16:creationId xmlns:a16="http://schemas.microsoft.com/office/drawing/2014/main" id="{47BBEE76-ABAD-8145-8D70-98D8494DC745}"/>
                </a:ext>
              </a:extLst>
            </p:cNvPr>
            <p:cNvSpPr txBox="1"/>
            <p:nvPr/>
          </p:nvSpPr>
          <p:spPr>
            <a:xfrm>
              <a:off x="1732391" y="1524000"/>
              <a:ext cx="1725730" cy="578620"/>
            </a:xfrm>
            <a:prstGeom prst="rect">
              <a:avLst/>
            </a:prstGeom>
          </p:spPr>
          <p:txBody>
            <a:bodyPr vert="horz" wrap="none" lIns="91440" tIns="45720" rIns="91440" bIns="45720" rtlCol="0" anchor="t">
              <a:spAutoFit/>
            </a:bodyPr>
            <a:lstStyle/>
            <a:p>
              <a:pPr marR="0" algn="ctr"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PUBLIC / PRIVATE</a:t>
              </a:r>
            </a:p>
            <a:p>
              <a:pPr marR="0" algn="ctr" defTabSz="914400" rtl="0" eaLnBrk="1" fontAlgn="auto" latinLnBrk="0" hangingPunct="1">
                <a:lnSpc>
                  <a:spcPct val="95000"/>
                </a:lnSpc>
                <a:spcBef>
                  <a:spcPts val="400"/>
                </a:spcBef>
                <a:spcAft>
                  <a:spcPts val="200"/>
                </a:spcAft>
                <a:buClr>
                  <a:schemeClr val="accent1"/>
                </a:buClr>
                <a:buSzTx/>
                <a:tabLst/>
              </a:pPr>
              <a:r>
                <a:rPr lang="en-US" sz="1400" dirty="0">
                  <a:solidFill>
                    <a:sysClr val="windowText" lastClr="000000">
                      <a:alpha val="25000"/>
                    </a:sysClr>
                  </a:solidFill>
                </a:rPr>
                <a:t>CLOUD</a:t>
              </a:r>
              <a:endParaRPr kumimoji="0" lang="en-US" sz="1400" b="0" i="0" u="none" strike="noStrike" kern="1200" cap="none" spc="0" normalizeH="0" baseline="0" noProof="0" dirty="0">
                <a:ln>
                  <a:noFill/>
                </a:ln>
                <a:solidFill>
                  <a:sysClr val="windowText" lastClr="000000">
                    <a:alpha val="25000"/>
                  </a:sysClr>
                </a:solidFill>
                <a:effectLst/>
                <a:uLnTx/>
                <a:uFillTx/>
              </a:endParaRPr>
            </a:p>
          </p:txBody>
        </p:sp>
      </p:grpSp>
      <p:sp>
        <p:nvSpPr>
          <p:cNvPr id="22" name="Rectangle 21">
            <a:extLst>
              <a:ext uri="{FF2B5EF4-FFF2-40B4-BE49-F238E27FC236}">
                <a16:creationId xmlns:a16="http://schemas.microsoft.com/office/drawing/2014/main" id="{61CEAD2D-7148-A74D-B2A6-6FE6468E1AF9}"/>
              </a:ext>
            </a:extLst>
          </p:cNvPr>
          <p:cNvSpPr/>
          <p:nvPr/>
        </p:nvSpPr>
        <p:spPr>
          <a:xfrm>
            <a:off x="4159683" y="2445360"/>
            <a:ext cx="3536517" cy="3345840"/>
          </a:xfrm>
          <a:prstGeom prst="rect">
            <a:avLst/>
          </a:prstGeom>
          <a:solidFill>
            <a:schemeClr val="accent1">
              <a:alpha val="2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5000"/>
              </a:lnSpc>
            </a:pPr>
            <a:r>
              <a:rPr lang="en-US" dirty="0"/>
              <a:t>   </a:t>
            </a:r>
          </a:p>
        </p:txBody>
      </p:sp>
      <p:sp>
        <p:nvSpPr>
          <p:cNvPr id="23" name="Rectangle 22">
            <a:extLst>
              <a:ext uri="{FF2B5EF4-FFF2-40B4-BE49-F238E27FC236}">
                <a16:creationId xmlns:a16="http://schemas.microsoft.com/office/drawing/2014/main" id="{D554B94C-C066-014D-8C98-FFD68D8C3A71}"/>
              </a:ext>
            </a:extLst>
          </p:cNvPr>
          <p:cNvSpPr/>
          <p:nvPr/>
        </p:nvSpPr>
        <p:spPr>
          <a:xfrm>
            <a:off x="4159683" y="2398487"/>
            <a:ext cx="3536517" cy="715491"/>
          </a:xfrm>
          <a:prstGeom prst="rect">
            <a:avLst/>
          </a:prstGeom>
          <a:solidFill>
            <a:schemeClr val="accent1">
              <a:lumMod val="75000"/>
              <a:alpha val="2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5000"/>
              </a:lnSpc>
            </a:pPr>
            <a:r>
              <a:rPr lang="en-US" sz="1600" dirty="0">
                <a:solidFill>
                  <a:schemeClr val="lt1">
                    <a:alpha val="25000"/>
                  </a:schemeClr>
                </a:solidFill>
              </a:rPr>
              <a:t>ANSIBLE AUTOMATION ENGINE</a:t>
            </a:r>
          </a:p>
        </p:txBody>
      </p:sp>
      <p:grpSp>
        <p:nvGrpSpPr>
          <p:cNvPr id="27" name="Group 26">
            <a:extLst>
              <a:ext uri="{FF2B5EF4-FFF2-40B4-BE49-F238E27FC236}">
                <a16:creationId xmlns:a16="http://schemas.microsoft.com/office/drawing/2014/main" id="{3E7540C4-A138-AE4E-96BB-731A4401B485}"/>
              </a:ext>
            </a:extLst>
          </p:cNvPr>
          <p:cNvGrpSpPr/>
          <p:nvPr/>
        </p:nvGrpSpPr>
        <p:grpSpPr>
          <a:xfrm>
            <a:off x="4566070" y="4476433"/>
            <a:ext cx="1072730" cy="1099959"/>
            <a:chOff x="4394673" y="4104640"/>
            <a:chExt cx="1072730" cy="1099959"/>
          </a:xfrm>
        </p:grpSpPr>
        <p:pic>
          <p:nvPicPr>
            <p:cNvPr id="25" name="Graphic 24">
              <a:extLst>
                <a:ext uri="{FF2B5EF4-FFF2-40B4-BE49-F238E27FC236}">
                  <a16:creationId xmlns:a16="http://schemas.microsoft.com/office/drawing/2014/main" id="{99AFEDB1-3301-3E44-8AD5-2E53DCA549A0}"/>
                </a:ext>
              </a:extLst>
            </p:cNvPr>
            <p:cNvPicPr>
              <a:picLocks noChangeAspect="1"/>
            </p:cNvPicPr>
            <p:nvPr/>
          </p:nvPicPr>
          <p:blipFill>
            <a:blip r:embed="rId4" cstate="print">
              <a:alphaModFix/>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26" name="TextBox 25">
              <a:extLst>
                <a:ext uri="{FF2B5EF4-FFF2-40B4-BE49-F238E27FC236}">
                  <a16:creationId xmlns:a16="http://schemas.microsoft.com/office/drawing/2014/main" id="{48571D0D-EFFB-3947-BDD7-F545B8200B8A}"/>
                </a:ext>
              </a:extLst>
            </p:cNvPr>
            <p:cNvSpPr txBox="1"/>
            <p:nvPr/>
          </p:nvSpPr>
          <p:spPr>
            <a:xfrm>
              <a:off x="4394673" y="4907595"/>
              <a:ext cx="107273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solidFill>
                  <a:effectLst/>
                  <a:uLnTx/>
                  <a:uFillTx/>
                  <a:latin typeface="+mn-lt"/>
                </a:rPr>
                <a:t>MODULES</a:t>
              </a:r>
            </a:p>
          </p:txBody>
        </p:sp>
      </p:grpSp>
      <p:grpSp>
        <p:nvGrpSpPr>
          <p:cNvPr id="29" name="Group 28">
            <a:extLst>
              <a:ext uri="{FF2B5EF4-FFF2-40B4-BE49-F238E27FC236}">
                <a16:creationId xmlns:a16="http://schemas.microsoft.com/office/drawing/2014/main" id="{0A302B3B-EB34-D446-98B5-C94A08CA37BE}"/>
              </a:ext>
            </a:extLst>
          </p:cNvPr>
          <p:cNvGrpSpPr/>
          <p:nvPr/>
        </p:nvGrpSpPr>
        <p:grpSpPr>
          <a:xfrm>
            <a:off x="6096000" y="3277782"/>
            <a:ext cx="1072730" cy="1099959"/>
            <a:chOff x="4394673" y="4104640"/>
            <a:chExt cx="1072730" cy="1099959"/>
          </a:xfrm>
        </p:grpSpPr>
        <p:pic>
          <p:nvPicPr>
            <p:cNvPr id="30" name="Graphic 29">
              <a:extLst>
                <a:ext uri="{FF2B5EF4-FFF2-40B4-BE49-F238E27FC236}">
                  <a16:creationId xmlns:a16="http://schemas.microsoft.com/office/drawing/2014/main" id="{968834F6-612C-DE4D-BBED-86E42C7D9730}"/>
                </a:ext>
              </a:extLst>
            </p:cNvPr>
            <p:cNvPicPr>
              <a:picLocks noChangeAspect="1"/>
            </p:cNvPicPr>
            <p:nvPr/>
          </p:nvPicPr>
          <p:blipFill>
            <a:blip r:embed="rId5" cstate="print">
              <a:alphaModFix amt="25000"/>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31" name="TextBox 30">
              <a:extLst>
                <a:ext uri="{FF2B5EF4-FFF2-40B4-BE49-F238E27FC236}">
                  <a16:creationId xmlns:a16="http://schemas.microsoft.com/office/drawing/2014/main" id="{4CC5732C-F0EF-504E-8BAB-843F6A0A4A7D}"/>
                </a:ext>
              </a:extLst>
            </p:cNvPr>
            <p:cNvSpPr txBox="1"/>
            <p:nvPr/>
          </p:nvSpPr>
          <p:spPr>
            <a:xfrm>
              <a:off x="4394673" y="4907595"/>
              <a:ext cx="107273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MODULES</a:t>
              </a:r>
            </a:p>
          </p:txBody>
        </p:sp>
      </p:grpSp>
      <p:grpSp>
        <p:nvGrpSpPr>
          <p:cNvPr id="32" name="Group 31">
            <a:extLst>
              <a:ext uri="{FF2B5EF4-FFF2-40B4-BE49-F238E27FC236}">
                <a16:creationId xmlns:a16="http://schemas.microsoft.com/office/drawing/2014/main" id="{E7EED822-6563-154F-A068-00E56D7D06A9}"/>
              </a:ext>
            </a:extLst>
          </p:cNvPr>
          <p:cNvGrpSpPr/>
          <p:nvPr/>
        </p:nvGrpSpPr>
        <p:grpSpPr>
          <a:xfrm>
            <a:off x="4413670" y="3263738"/>
            <a:ext cx="1226490" cy="1099959"/>
            <a:chOff x="4394673" y="4104640"/>
            <a:chExt cx="1226490" cy="1099959"/>
          </a:xfrm>
        </p:grpSpPr>
        <p:pic>
          <p:nvPicPr>
            <p:cNvPr id="33" name="Graphic 32">
              <a:extLst>
                <a:ext uri="{FF2B5EF4-FFF2-40B4-BE49-F238E27FC236}">
                  <a16:creationId xmlns:a16="http://schemas.microsoft.com/office/drawing/2014/main" id="{84908B27-B32A-B745-9C4B-AB175A418EAC}"/>
                </a:ext>
              </a:extLst>
            </p:cNvPr>
            <p:cNvPicPr>
              <a:picLocks noChangeAspect="1"/>
            </p:cNvPicPr>
            <p:nvPr/>
          </p:nvPicPr>
          <p:blipFill>
            <a:blip r:embed="rId6" cstate="print">
              <a:alphaModFix amt="25000"/>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34" name="TextBox 33">
              <a:extLst>
                <a:ext uri="{FF2B5EF4-FFF2-40B4-BE49-F238E27FC236}">
                  <a16:creationId xmlns:a16="http://schemas.microsoft.com/office/drawing/2014/main" id="{6D8AA793-A4BC-4C4A-9A2B-BD5FE588E627}"/>
                </a:ext>
              </a:extLst>
            </p:cNvPr>
            <p:cNvSpPr txBox="1"/>
            <p:nvPr/>
          </p:nvSpPr>
          <p:spPr>
            <a:xfrm>
              <a:off x="4394673" y="4907595"/>
              <a:ext cx="122649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INVENTORY</a:t>
              </a:r>
            </a:p>
          </p:txBody>
        </p:sp>
      </p:grpSp>
      <p:grpSp>
        <p:nvGrpSpPr>
          <p:cNvPr id="35" name="Group 34">
            <a:extLst>
              <a:ext uri="{FF2B5EF4-FFF2-40B4-BE49-F238E27FC236}">
                <a16:creationId xmlns:a16="http://schemas.microsoft.com/office/drawing/2014/main" id="{F21A7AB1-A3F8-0F40-B4A5-536DDF9C1D95}"/>
              </a:ext>
            </a:extLst>
          </p:cNvPr>
          <p:cNvGrpSpPr/>
          <p:nvPr/>
        </p:nvGrpSpPr>
        <p:grpSpPr>
          <a:xfrm>
            <a:off x="6298093" y="4534491"/>
            <a:ext cx="973343" cy="1066371"/>
            <a:chOff x="4444366" y="4104640"/>
            <a:chExt cx="973343" cy="1066371"/>
          </a:xfrm>
        </p:grpSpPr>
        <p:pic>
          <p:nvPicPr>
            <p:cNvPr id="36" name="Graphic 35">
              <a:extLst>
                <a:ext uri="{FF2B5EF4-FFF2-40B4-BE49-F238E27FC236}">
                  <a16:creationId xmlns:a16="http://schemas.microsoft.com/office/drawing/2014/main" id="{800F2CD3-58F8-DC44-B649-F01A77521B8D}"/>
                </a:ext>
              </a:extLst>
            </p:cNvPr>
            <p:cNvPicPr>
              <a:picLocks noChangeAspect="1"/>
            </p:cNvPicPr>
            <p:nvPr/>
          </p:nvPicPr>
          <p:blipFill>
            <a:blip r:embed="rId7" cstate="print">
              <a:alphaModFix amt="25000"/>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37" name="TextBox 36">
              <a:extLst>
                <a:ext uri="{FF2B5EF4-FFF2-40B4-BE49-F238E27FC236}">
                  <a16:creationId xmlns:a16="http://schemas.microsoft.com/office/drawing/2014/main" id="{336078FE-46CF-0E48-8DDC-5FA12C8098A7}"/>
                </a:ext>
              </a:extLst>
            </p:cNvPr>
            <p:cNvSpPr txBox="1"/>
            <p:nvPr/>
          </p:nvSpPr>
          <p:spPr>
            <a:xfrm>
              <a:off x="4444366" y="4874007"/>
              <a:ext cx="973343"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PLUGINS</a:t>
              </a:r>
            </a:p>
          </p:txBody>
        </p:sp>
      </p:grpSp>
      <p:grpSp>
        <p:nvGrpSpPr>
          <p:cNvPr id="41" name="Group 40">
            <a:extLst>
              <a:ext uri="{FF2B5EF4-FFF2-40B4-BE49-F238E27FC236}">
                <a16:creationId xmlns:a16="http://schemas.microsoft.com/office/drawing/2014/main" id="{140A1856-1E19-9746-810F-AAB1C7FE5F27}"/>
              </a:ext>
            </a:extLst>
          </p:cNvPr>
          <p:cNvGrpSpPr/>
          <p:nvPr/>
        </p:nvGrpSpPr>
        <p:grpSpPr>
          <a:xfrm>
            <a:off x="962341" y="4307227"/>
            <a:ext cx="1960280" cy="1936814"/>
            <a:chOff x="1030730" y="4419600"/>
            <a:chExt cx="1960280" cy="1936814"/>
          </a:xfrm>
        </p:grpSpPr>
        <p:pic>
          <p:nvPicPr>
            <p:cNvPr id="39" name="Graphic 38">
              <a:extLst>
                <a:ext uri="{FF2B5EF4-FFF2-40B4-BE49-F238E27FC236}">
                  <a16:creationId xmlns:a16="http://schemas.microsoft.com/office/drawing/2014/main" id="{9362BCAA-184E-9A40-AA39-D9F53CD58BC5}"/>
                </a:ext>
              </a:extLst>
            </p:cNvPr>
            <p:cNvPicPr>
              <a:picLocks noChangeAspect="1"/>
            </p:cNvPicPr>
            <p:nvPr/>
          </p:nvPicPr>
          <p:blipFill>
            <a:blip r:embed="rId8" cstate="print">
              <a:alphaModFix amt="25000"/>
              <a:extLst>
                <a:ext uri="{28A0092B-C50C-407E-A947-70E740481C1C}">
                  <a14:useLocalDpi xmlns:a14="http://schemas.microsoft.com/office/drawing/2010/main" val="0"/>
                </a:ext>
              </a:extLst>
            </a:blip>
            <a:srcRect/>
            <a:stretch/>
          </p:blipFill>
          <p:spPr>
            <a:xfrm>
              <a:off x="1261047" y="4419600"/>
              <a:ext cx="1593104" cy="1593104"/>
            </a:xfrm>
            <a:prstGeom prst="rect">
              <a:avLst/>
            </a:prstGeom>
          </p:spPr>
        </p:pic>
        <p:sp>
          <p:nvSpPr>
            <p:cNvPr id="40" name="TextBox 39">
              <a:extLst>
                <a:ext uri="{FF2B5EF4-FFF2-40B4-BE49-F238E27FC236}">
                  <a16:creationId xmlns:a16="http://schemas.microsoft.com/office/drawing/2014/main" id="{624C1FD2-636B-784E-8E94-7DAAFE32B589}"/>
                </a:ext>
              </a:extLst>
            </p:cNvPr>
            <p:cNvSpPr txBox="1"/>
            <p:nvPr/>
          </p:nvSpPr>
          <p:spPr>
            <a:xfrm>
              <a:off x="1030730" y="6059410"/>
              <a:ext cx="196028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alpha val="25000"/>
                    </a:schemeClr>
                  </a:solidFill>
                  <a:effectLst/>
                  <a:uLnTx/>
                  <a:uFillTx/>
                  <a:latin typeface="+mn-lt"/>
                </a:rPr>
                <a:t>ANSIBLE</a:t>
              </a:r>
              <a:r>
                <a:rPr kumimoji="0" lang="en-US" sz="1400" b="0" i="0" u="none" strike="noStrike" kern="1200" cap="none" spc="0" normalizeH="0" baseline="0" noProof="0" dirty="0">
                  <a:ln>
                    <a:noFill/>
                  </a:ln>
                  <a:solidFill>
                    <a:schemeClr val="bg1"/>
                  </a:solidFill>
                  <a:effectLst/>
                  <a:uLnTx/>
                  <a:uFillTx/>
                  <a:latin typeface="+mn-lt"/>
                </a:rPr>
                <a:t> </a:t>
              </a:r>
              <a:r>
                <a:rPr kumimoji="0" lang="en-US" sz="1400" b="0" i="0" u="none" strike="noStrike" kern="1200" cap="none" spc="0" normalizeH="0" baseline="0" noProof="0" dirty="0">
                  <a:ln>
                    <a:noFill/>
                  </a:ln>
                  <a:solidFill>
                    <a:schemeClr val="bg1">
                      <a:alpha val="25000"/>
                    </a:schemeClr>
                  </a:solidFill>
                  <a:effectLst/>
                  <a:uLnTx/>
                  <a:uFillTx/>
                  <a:latin typeface="+mn-lt"/>
                </a:rPr>
                <a:t>PLAYBOOK</a:t>
              </a:r>
            </a:p>
          </p:txBody>
        </p:sp>
      </p:grpSp>
      <p:grpSp>
        <p:nvGrpSpPr>
          <p:cNvPr id="45" name="Group 44">
            <a:extLst>
              <a:ext uri="{FF2B5EF4-FFF2-40B4-BE49-F238E27FC236}">
                <a16:creationId xmlns:a16="http://schemas.microsoft.com/office/drawing/2014/main" id="{A4B236CD-B8C3-CA47-A6E8-210ABF85E42E}"/>
              </a:ext>
            </a:extLst>
          </p:cNvPr>
          <p:cNvGrpSpPr/>
          <p:nvPr/>
        </p:nvGrpSpPr>
        <p:grpSpPr>
          <a:xfrm>
            <a:off x="5434176" y="758392"/>
            <a:ext cx="1198189" cy="963499"/>
            <a:chOff x="5495423" y="979683"/>
            <a:chExt cx="1198189" cy="963499"/>
          </a:xfrm>
        </p:grpSpPr>
        <p:pic>
          <p:nvPicPr>
            <p:cNvPr id="43" name="image197.png">
              <a:extLst>
                <a:ext uri="{FF2B5EF4-FFF2-40B4-BE49-F238E27FC236}">
                  <a16:creationId xmlns:a16="http://schemas.microsoft.com/office/drawing/2014/main" id="{85ADF2ED-765F-2E42-B6E4-C28D6A6145F4}"/>
                </a:ext>
              </a:extLst>
            </p:cNvPr>
            <p:cNvPicPr/>
            <p:nvPr/>
          </p:nvPicPr>
          <p:blipFill>
            <a:blip r:embed="rId9">
              <a:alphaModFix amt="25000"/>
            </a:blip>
            <a:stretch>
              <a:fillRect/>
            </a:stretch>
          </p:blipFill>
          <p:spPr>
            <a:xfrm>
              <a:off x="5498388" y="1366323"/>
              <a:ext cx="1195224" cy="576859"/>
            </a:xfrm>
            <a:prstGeom prst="rect">
              <a:avLst/>
            </a:prstGeom>
            <a:ln w="12700">
              <a:miter lim="400000"/>
            </a:ln>
          </p:spPr>
        </p:pic>
        <p:pic>
          <p:nvPicPr>
            <p:cNvPr id="44" name="image197.png">
              <a:extLst>
                <a:ext uri="{FF2B5EF4-FFF2-40B4-BE49-F238E27FC236}">
                  <a16:creationId xmlns:a16="http://schemas.microsoft.com/office/drawing/2014/main" id="{2D1B190B-A60E-944F-9D0F-5ED7143675D1}"/>
                </a:ext>
              </a:extLst>
            </p:cNvPr>
            <p:cNvPicPr/>
            <p:nvPr/>
          </p:nvPicPr>
          <p:blipFill>
            <a:blip r:embed="rId9">
              <a:alphaModFix amt="25000"/>
            </a:blip>
            <a:stretch>
              <a:fillRect/>
            </a:stretch>
          </p:blipFill>
          <p:spPr>
            <a:xfrm>
              <a:off x="5495423" y="979683"/>
              <a:ext cx="1195224" cy="576859"/>
            </a:xfrm>
            <a:prstGeom prst="rect">
              <a:avLst/>
            </a:prstGeom>
            <a:ln w="12700">
              <a:miter lim="400000"/>
            </a:ln>
          </p:spPr>
        </p:pic>
      </p:grpSp>
      <p:sp>
        <p:nvSpPr>
          <p:cNvPr id="49" name="TextBox 48">
            <a:extLst>
              <a:ext uri="{FF2B5EF4-FFF2-40B4-BE49-F238E27FC236}">
                <a16:creationId xmlns:a16="http://schemas.microsoft.com/office/drawing/2014/main" id="{E479613C-F27D-B742-80AF-33F5A87AE72C}"/>
              </a:ext>
            </a:extLst>
          </p:cNvPr>
          <p:cNvSpPr txBox="1"/>
          <p:nvPr/>
        </p:nvSpPr>
        <p:spPr>
          <a:xfrm>
            <a:off x="5690108" y="1381881"/>
            <a:ext cx="713657"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alpha val="25000"/>
                  </a:schemeClr>
                </a:solidFill>
              </a:rPr>
              <a:t>CMDB</a:t>
            </a:r>
            <a:endParaRPr kumimoji="0" lang="en-US" sz="1400" b="0" i="0" u="none" strike="noStrike" kern="1200" cap="none" spc="0" normalizeH="0" baseline="0" noProof="0" dirty="0">
              <a:ln>
                <a:noFill/>
              </a:ln>
              <a:solidFill>
                <a:schemeClr val="bg1">
                  <a:alpha val="25000"/>
                </a:schemeClr>
              </a:solidFill>
              <a:effectLst/>
              <a:uLnTx/>
              <a:uFillTx/>
            </a:endParaRPr>
          </a:p>
        </p:txBody>
      </p:sp>
      <p:grpSp>
        <p:nvGrpSpPr>
          <p:cNvPr id="52" name="Group 51">
            <a:extLst>
              <a:ext uri="{FF2B5EF4-FFF2-40B4-BE49-F238E27FC236}">
                <a16:creationId xmlns:a16="http://schemas.microsoft.com/office/drawing/2014/main" id="{1CB42589-770C-004A-BA8D-F8877C5DD0B9}"/>
              </a:ext>
            </a:extLst>
          </p:cNvPr>
          <p:cNvGrpSpPr/>
          <p:nvPr/>
        </p:nvGrpSpPr>
        <p:grpSpPr>
          <a:xfrm>
            <a:off x="9070121" y="4701342"/>
            <a:ext cx="1029900" cy="1074182"/>
            <a:chOff x="9000568" y="4555763"/>
            <a:chExt cx="1029900" cy="1074182"/>
          </a:xfrm>
        </p:grpSpPr>
        <p:pic>
          <p:nvPicPr>
            <p:cNvPr id="50" name="image41.png" descr="OS.png">
              <a:extLst>
                <a:ext uri="{FF2B5EF4-FFF2-40B4-BE49-F238E27FC236}">
                  <a16:creationId xmlns:a16="http://schemas.microsoft.com/office/drawing/2014/main" id="{23EAAC98-E305-6C4F-ABB4-7C22953B2F3A}"/>
                </a:ext>
              </a:extLst>
            </p:cNvPr>
            <p:cNvPicPr/>
            <p:nvPr/>
          </p:nvPicPr>
          <p:blipFill>
            <a:blip r:embed="rId10">
              <a:alphaModFix amt="25000"/>
            </a:blip>
            <a:stretch>
              <a:fillRect/>
            </a:stretch>
          </p:blipFill>
          <p:spPr>
            <a:xfrm>
              <a:off x="9000568" y="4555763"/>
              <a:ext cx="1029900" cy="758279"/>
            </a:xfrm>
            <a:prstGeom prst="rect">
              <a:avLst/>
            </a:prstGeom>
            <a:ln w="12700">
              <a:miter lim="400000"/>
            </a:ln>
          </p:spPr>
        </p:pic>
        <p:sp>
          <p:nvSpPr>
            <p:cNvPr id="51" name="TextBox 50">
              <a:extLst>
                <a:ext uri="{FF2B5EF4-FFF2-40B4-BE49-F238E27FC236}">
                  <a16:creationId xmlns:a16="http://schemas.microsoft.com/office/drawing/2014/main" id="{448B217C-86BA-6549-84E0-8127397621E9}"/>
                </a:ext>
              </a:extLst>
            </p:cNvPr>
            <p:cNvSpPr txBox="1"/>
            <p:nvPr/>
          </p:nvSpPr>
          <p:spPr>
            <a:xfrm>
              <a:off x="9108996" y="5332941"/>
              <a:ext cx="813043"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alpha val="25000"/>
                    </a:schemeClr>
                  </a:solidFill>
                </a:rPr>
                <a:t>OTHER</a:t>
              </a:r>
              <a:endParaRPr kumimoji="0" lang="en-US" sz="1400" b="0" i="0" u="none" strike="noStrike" kern="1200" cap="none" spc="0" normalizeH="0" baseline="0" noProof="0" dirty="0">
                <a:ln>
                  <a:noFill/>
                </a:ln>
                <a:solidFill>
                  <a:schemeClr val="bg1">
                    <a:alpha val="25000"/>
                  </a:schemeClr>
                </a:solidFill>
                <a:effectLst/>
                <a:uLnTx/>
                <a:uFillTx/>
              </a:endParaRPr>
            </a:p>
          </p:txBody>
        </p:sp>
      </p:grpSp>
      <p:pic>
        <p:nvPicPr>
          <p:cNvPr id="53" name="Picture 52">
            <a:extLst>
              <a:ext uri="{FF2B5EF4-FFF2-40B4-BE49-F238E27FC236}">
                <a16:creationId xmlns:a16="http://schemas.microsoft.com/office/drawing/2014/main" id="{D5D7122E-2772-3C42-BD17-BF0E9C5D2A42}"/>
              </a:ext>
            </a:extLst>
          </p:cNvPr>
          <p:cNvPicPr>
            <a:picLocks noChangeAspect="1"/>
          </p:cNvPicPr>
          <p:nvPr/>
        </p:nvPicPr>
        <p:blipFill>
          <a:blip r:embed="rId11" cstate="print">
            <a:alphaModFix amt="25000"/>
            <a:extLst>
              <a:ext uri="{28A0092B-C50C-407E-A947-70E740481C1C}">
                <a14:useLocalDpi xmlns:a14="http://schemas.microsoft.com/office/drawing/2010/main" val="0"/>
              </a:ext>
            </a:extLst>
          </a:blip>
          <a:stretch>
            <a:fillRect/>
          </a:stretch>
        </p:blipFill>
        <p:spPr>
          <a:xfrm>
            <a:off x="9070121" y="2282320"/>
            <a:ext cx="1029899" cy="1029899"/>
          </a:xfrm>
          <a:prstGeom prst="rect">
            <a:avLst/>
          </a:prstGeom>
        </p:spPr>
      </p:pic>
      <p:pic>
        <p:nvPicPr>
          <p:cNvPr id="54" name="AltaVault-Virtual-VMware.png">
            <a:extLst>
              <a:ext uri="{FF2B5EF4-FFF2-40B4-BE49-F238E27FC236}">
                <a16:creationId xmlns:a16="http://schemas.microsoft.com/office/drawing/2014/main" id="{C4623A4F-250C-8D4A-A7EA-0A84EE60A871}"/>
              </a:ext>
            </a:extLst>
          </p:cNvPr>
          <p:cNvPicPr>
            <a:picLocks noChangeAspect="1"/>
          </p:cNvPicPr>
          <p:nvPr/>
        </p:nvPicPr>
        <p:blipFill>
          <a:blip r:embed="rId12" cstate="print">
            <a:alphaModFix amt="25000"/>
            <a:extLst>
              <a:ext uri="{28A0092B-C50C-407E-A947-70E740481C1C}">
                <a14:useLocalDpi xmlns:a14="http://schemas.microsoft.com/office/drawing/2010/main" val="0"/>
              </a:ext>
            </a:extLst>
          </a:blip>
          <a:stretch>
            <a:fillRect/>
          </a:stretch>
        </p:blipFill>
        <p:spPr>
          <a:xfrm>
            <a:off x="9070828" y="3444895"/>
            <a:ext cx="1052786" cy="1052786"/>
          </a:xfrm>
          <a:prstGeom prst="rect">
            <a:avLst/>
          </a:prstGeom>
          <a:ln w="12700">
            <a:miter lim="400000"/>
          </a:ln>
        </p:spPr>
      </p:pic>
      <p:cxnSp>
        <p:nvCxnSpPr>
          <p:cNvPr id="56" name="Straight Arrow Connector 55">
            <a:extLst>
              <a:ext uri="{FF2B5EF4-FFF2-40B4-BE49-F238E27FC236}">
                <a16:creationId xmlns:a16="http://schemas.microsoft.com/office/drawing/2014/main" id="{5BCDDC35-F3D5-D245-BB50-BDCC8D738E85}"/>
              </a:ext>
            </a:extLst>
          </p:cNvPr>
          <p:cNvCxnSpPr>
            <a:cxnSpLocks/>
            <a:stCxn id="16" idx="2"/>
          </p:cNvCxnSpPr>
          <p:nvPr/>
        </p:nvCxnSpPr>
        <p:spPr>
          <a:xfrm>
            <a:off x="1520883" y="3803917"/>
            <a:ext cx="0" cy="425322"/>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Elbow Connector 60">
            <a:extLst>
              <a:ext uri="{FF2B5EF4-FFF2-40B4-BE49-F238E27FC236}">
                <a16:creationId xmlns:a16="http://schemas.microsoft.com/office/drawing/2014/main" id="{2A9055AB-6566-9543-9154-B7701609BF29}"/>
              </a:ext>
            </a:extLst>
          </p:cNvPr>
          <p:cNvCxnSpPr>
            <a:stCxn id="13" idx="2"/>
          </p:cNvCxnSpPr>
          <p:nvPr/>
        </p:nvCxnSpPr>
        <p:spPr>
          <a:xfrm rot="16200000" flipH="1">
            <a:off x="3224572" y="3036176"/>
            <a:ext cx="167371" cy="1702852"/>
          </a:xfrm>
          <a:prstGeom prst="bentConnector2">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BF78B953-7D34-0E48-88BB-D4783198D0C9}"/>
              </a:ext>
            </a:extLst>
          </p:cNvPr>
          <p:cNvCxnSpPr>
            <a:stCxn id="39" idx="3"/>
          </p:cNvCxnSpPr>
          <p:nvPr/>
        </p:nvCxnSpPr>
        <p:spPr>
          <a:xfrm>
            <a:off x="2785762" y="5103779"/>
            <a:ext cx="1373921" cy="0"/>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22140761-282C-324F-B2BD-368053A1EF50}"/>
              </a:ext>
            </a:extLst>
          </p:cNvPr>
          <p:cNvCxnSpPr/>
          <p:nvPr/>
        </p:nvCxnSpPr>
        <p:spPr>
          <a:xfrm>
            <a:off x="7696200" y="3429000"/>
            <a:ext cx="1219200" cy="0"/>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415331D-AF3B-0747-804F-A4DBA402DA36}"/>
              </a:ext>
            </a:extLst>
          </p:cNvPr>
          <p:cNvCxnSpPr/>
          <p:nvPr/>
        </p:nvCxnSpPr>
        <p:spPr>
          <a:xfrm>
            <a:off x="7696200" y="4836989"/>
            <a:ext cx="1219200" cy="0"/>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Elbow Connector 74">
            <a:extLst>
              <a:ext uri="{FF2B5EF4-FFF2-40B4-BE49-F238E27FC236}">
                <a16:creationId xmlns:a16="http://schemas.microsoft.com/office/drawing/2014/main" id="{23929278-EAD1-AB4E-9A3D-6A4FB0C296BC}"/>
              </a:ext>
            </a:extLst>
          </p:cNvPr>
          <p:cNvCxnSpPr>
            <a:cxnSpLocks/>
            <a:stCxn id="4" idx="2"/>
          </p:cNvCxnSpPr>
          <p:nvPr/>
        </p:nvCxnSpPr>
        <p:spPr>
          <a:xfrm rot="16200000" flipH="1">
            <a:off x="3194945" y="1901160"/>
            <a:ext cx="956974" cy="972501"/>
          </a:xfrm>
          <a:prstGeom prst="bentConnector2">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97BFE155-6FCC-0442-9971-F7EA61B1D965}"/>
              </a:ext>
            </a:extLst>
          </p:cNvPr>
          <p:cNvCxnSpPr/>
          <p:nvPr/>
        </p:nvCxnSpPr>
        <p:spPr>
          <a:xfrm flipV="1">
            <a:off x="9585070" y="1908923"/>
            <a:ext cx="0" cy="223637"/>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Elbow Connector 82">
            <a:extLst>
              <a:ext uri="{FF2B5EF4-FFF2-40B4-BE49-F238E27FC236}">
                <a16:creationId xmlns:a16="http://schemas.microsoft.com/office/drawing/2014/main" id="{CA6074D8-5856-5048-A757-2CE4DFD907D1}"/>
              </a:ext>
            </a:extLst>
          </p:cNvPr>
          <p:cNvCxnSpPr>
            <a:stCxn id="43" idx="2"/>
            <a:endCxn id="23" idx="1"/>
          </p:cNvCxnSpPr>
          <p:nvPr/>
        </p:nvCxnSpPr>
        <p:spPr>
          <a:xfrm rot="5400000">
            <a:off x="4580047" y="1301527"/>
            <a:ext cx="1034342" cy="1875070"/>
          </a:xfrm>
          <a:prstGeom prst="bentConnector4">
            <a:avLst>
              <a:gd name="adj1" fmla="val 32707"/>
              <a:gd name="adj2" fmla="val 112192"/>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 name="Rectangular Callout 4">
            <a:extLst>
              <a:ext uri="{FF2B5EF4-FFF2-40B4-BE49-F238E27FC236}">
                <a16:creationId xmlns:a16="http://schemas.microsoft.com/office/drawing/2014/main" id="{E0A17322-8990-444A-81FA-15D445A35312}"/>
              </a:ext>
            </a:extLst>
          </p:cNvPr>
          <p:cNvSpPr/>
          <p:nvPr/>
        </p:nvSpPr>
        <p:spPr>
          <a:xfrm>
            <a:off x="5357268" y="2527491"/>
            <a:ext cx="5715000" cy="1562691"/>
          </a:xfrm>
          <a:prstGeom prst="wedgeRectCallout">
            <a:avLst>
              <a:gd name="adj1" fmla="val -48931"/>
              <a:gd name="adj2" fmla="val 76772"/>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b="1" dirty="0"/>
              <a:t>Modules are “Tools in the toolkit”</a:t>
            </a:r>
          </a:p>
          <a:p>
            <a:pPr>
              <a:lnSpc>
                <a:spcPct val="95000"/>
              </a:lnSpc>
            </a:pPr>
            <a:r>
              <a:rPr lang="en-US" sz="1600" dirty="0"/>
              <a:t>Python, </a:t>
            </a:r>
            <a:r>
              <a:rPr lang="en-US" sz="1600" dirty="0" err="1"/>
              <a:t>Powershell</a:t>
            </a:r>
            <a:r>
              <a:rPr lang="en-US" sz="1600" dirty="0"/>
              <a:t>, or any language</a:t>
            </a:r>
          </a:p>
          <a:p>
            <a:pPr>
              <a:lnSpc>
                <a:spcPct val="95000"/>
              </a:lnSpc>
            </a:pPr>
            <a:r>
              <a:rPr lang="en-US" sz="1600" dirty="0"/>
              <a:t>Extend Ansible simplicity to the entire stack</a:t>
            </a:r>
          </a:p>
        </p:txBody>
      </p:sp>
      <p:sp>
        <p:nvSpPr>
          <p:cNvPr id="55" name="TextBox 54">
            <a:extLst>
              <a:ext uri="{FF2B5EF4-FFF2-40B4-BE49-F238E27FC236}">
                <a16:creationId xmlns:a16="http://schemas.microsoft.com/office/drawing/2014/main" id="{87DABF85-2F64-4145-BB5E-18BA23A65744}"/>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63451448"/>
      </p:ext>
    </p:extLst>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53E7E5D-FF96-4340-9AC8-6C96A4B7AA61}"/>
              </a:ext>
            </a:extLst>
          </p:cNvPr>
          <p:cNvSpPr>
            <a:spLocks noGrp="1"/>
          </p:cNvSpPr>
          <p:nvPr>
            <p:ph type="ftr" sz="quarter" idx="3"/>
          </p:nvPr>
        </p:nvSpPr>
        <p:spPr/>
        <p:txBody>
          <a:bodyPr/>
          <a:lstStyle/>
          <a:p>
            <a:r>
              <a:rPr lang="en-US"/>
              <a:t>© 2023 NetApp, Inc. All rights reserved.  — NETAPP CONFIDENTIAL — </a:t>
            </a:r>
            <a:endParaRPr lang="en-US" dirty="0"/>
          </a:p>
        </p:txBody>
      </p:sp>
      <p:grpSp>
        <p:nvGrpSpPr>
          <p:cNvPr id="7" name="Group 6">
            <a:extLst>
              <a:ext uri="{FF2B5EF4-FFF2-40B4-BE49-F238E27FC236}">
                <a16:creationId xmlns:a16="http://schemas.microsoft.com/office/drawing/2014/main" id="{911A5A13-41E7-2545-98A6-64F4F87968E9}"/>
              </a:ext>
            </a:extLst>
          </p:cNvPr>
          <p:cNvGrpSpPr/>
          <p:nvPr/>
        </p:nvGrpSpPr>
        <p:grpSpPr>
          <a:xfrm>
            <a:off x="1773596" y="366826"/>
            <a:ext cx="2827171" cy="1542098"/>
            <a:chOff x="1143000" y="972502"/>
            <a:chExt cx="2827171" cy="1542098"/>
          </a:xfrm>
        </p:grpSpPr>
        <p:pic>
          <p:nvPicPr>
            <p:cNvPr id="4" name="image179.png">
              <a:extLst>
                <a:ext uri="{FF2B5EF4-FFF2-40B4-BE49-F238E27FC236}">
                  <a16:creationId xmlns:a16="http://schemas.microsoft.com/office/drawing/2014/main" id="{D1E49CAE-763F-D844-839A-0F70699E4EA2}"/>
                </a:ext>
              </a:extLst>
            </p:cNvPr>
            <p:cNvPicPr/>
            <p:nvPr/>
          </p:nvPicPr>
          <p:blipFill>
            <a:blip r:embed="rId2">
              <a:alphaModFix amt="25000"/>
            </a:blip>
            <a:stretch>
              <a:fillRect/>
            </a:stretch>
          </p:blipFill>
          <p:spPr>
            <a:xfrm>
              <a:off x="1143000" y="972502"/>
              <a:ext cx="2827171" cy="1542098"/>
            </a:xfrm>
            <a:prstGeom prst="rect">
              <a:avLst/>
            </a:prstGeom>
            <a:ln w="12700">
              <a:miter lim="400000"/>
            </a:ln>
          </p:spPr>
        </p:pic>
        <p:sp>
          <p:nvSpPr>
            <p:cNvPr id="6" name="TextBox 5">
              <a:extLst>
                <a:ext uri="{FF2B5EF4-FFF2-40B4-BE49-F238E27FC236}">
                  <a16:creationId xmlns:a16="http://schemas.microsoft.com/office/drawing/2014/main" id="{40C6036F-E723-5B46-9843-65B6A776704F}"/>
                </a:ext>
              </a:extLst>
            </p:cNvPr>
            <p:cNvSpPr txBox="1"/>
            <p:nvPr/>
          </p:nvSpPr>
          <p:spPr>
            <a:xfrm>
              <a:off x="1732391" y="1524000"/>
              <a:ext cx="1725730" cy="578620"/>
            </a:xfrm>
            <a:prstGeom prst="rect">
              <a:avLst/>
            </a:prstGeom>
          </p:spPr>
          <p:txBody>
            <a:bodyPr vert="horz" wrap="none" lIns="91440" tIns="45720" rIns="91440" bIns="45720" rtlCol="0" anchor="t">
              <a:spAutoFit/>
            </a:bodyPr>
            <a:lstStyle/>
            <a:p>
              <a:pPr marR="0" algn="ctr"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PUBLIC / PRIVATE</a:t>
              </a:r>
            </a:p>
            <a:p>
              <a:pPr marR="0" algn="ctr" defTabSz="914400" rtl="0" eaLnBrk="1" fontAlgn="auto" latinLnBrk="0" hangingPunct="1">
                <a:lnSpc>
                  <a:spcPct val="95000"/>
                </a:lnSpc>
                <a:spcBef>
                  <a:spcPts val="400"/>
                </a:spcBef>
                <a:spcAft>
                  <a:spcPts val="200"/>
                </a:spcAft>
                <a:buClr>
                  <a:schemeClr val="accent1"/>
                </a:buClr>
                <a:buSzTx/>
                <a:tabLst/>
              </a:pPr>
              <a:r>
                <a:rPr lang="en-US" sz="1400" dirty="0">
                  <a:solidFill>
                    <a:sysClr val="windowText" lastClr="000000">
                      <a:alpha val="25000"/>
                    </a:sysClr>
                  </a:solidFill>
                </a:rPr>
                <a:t>CLOUD</a:t>
              </a:r>
              <a:endParaRPr kumimoji="0" lang="en-US" sz="1400" b="0" i="0" u="none" strike="noStrike" kern="1200" cap="none" spc="0" normalizeH="0" baseline="0" noProof="0" dirty="0">
                <a:ln>
                  <a:noFill/>
                </a:ln>
                <a:solidFill>
                  <a:sysClr val="windowText" lastClr="000000">
                    <a:alpha val="25000"/>
                  </a:sysClr>
                </a:solidFill>
                <a:effectLst/>
                <a:uLnTx/>
                <a:uFillTx/>
              </a:endParaRPr>
            </a:p>
          </p:txBody>
        </p:sp>
      </p:grpSp>
      <p:grpSp>
        <p:nvGrpSpPr>
          <p:cNvPr id="28" name="Group 27">
            <a:extLst>
              <a:ext uri="{FF2B5EF4-FFF2-40B4-BE49-F238E27FC236}">
                <a16:creationId xmlns:a16="http://schemas.microsoft.com/office/drawing/2014/main" id="{A6026C75-93CE-9A44-8BCA-5F68CDC2C567}"/>
              </a:ext>
            </a:extLst>
          </p:cNvPr>
          <p:cNvGrpSpPr/>
          <p:nvPr/>
        </p:nvGrpSpPr>
        <p:grpSpPr>
          <a:xfrm>
            <a:off x="1006533" y="2438516"/>
            <a:ext cx="1964648" cy="1655332"/>
            <a:chOff x="1174595" y="3228223"/>
            <a:chExt cx="1964648" cy="1655332"/>
          </a:xfrm>
        </p:grpSpPr>
        <p:grpSp>
          <p:nvGrpSpPr>
            <p:cNvPr id="17" name="Group 16">
              <a:extLst>
                <a:ext uri="{FF2B5EF4-FFF2-40B4-BE49-F238E27FC236}">
                  <a16:creationId xmlns:a16="http://schemas.microsoft.com/office/drawing/2014/main" id="{D8DEF369-700F-2C4E-B8FD-25A97EA89673}"/>
                </a:ext>
              </a:extLst>
            </p:cNvPr>
            <p:cNvGrpSpPr/>
            <p:nvPr/>
          </p:nvGrpSpPr>
          <p:grpSpPr>
            <a:xfrm>
              <a:off x="1174595" y="3228223"/>
              <a:ext cx="1964648" cy="1365401"/>
              <a:chOff x="1320858" y="3456571"/>
              <a:chExt cx="1964648" cy="1365401"/>
            </a:xfrm>
          </p:grpSpPr>
          <p:pic>
            <p:nvPicPr>
              <p:cNvPr id="16" name="Graphic 15">
                <a:extLst>
                  <a:ext uri="{FF2B5EF4-FFF2-40B4-BE49-F238E27FC236}">
                    <a16:creationId xmlns:a16="http://schemas.microsoft.com/office/drawing/2014/main" id="{8C478488-B97B-C344-BE1A-F4B14C8077BD}"/>
                  </a:ext>
                </a:extLst>
              </p:cNvPr>
              <p:cNvPicPr>
                <a:picLocks noChangeAspect="1"/>
              </p:cNvPicPr>
              <p:nvPr/>
            </p:nvPicPr>
            <p:blipFill>
              <a:blip r:embed="rId3" cstate="print">
                <a:alphaModFix amt="25000"/>
                <a:extLst>
                  <a:ext uri="{28A0092B-C50C-407E-A947-70E740481C1C}">
                    <a14:useLocalDpi xmlns:a14="http://schemas.microsoft.com/office/drawing/2010/main" val="0"/>
                  </a:ext>
                </a:extLst>
              </a:blip>
              <a:srcRect/>
              <a:stretch/>
            </p:blipFill>
            <p:spPr>
              <a:xfrm>
                <a:off x="1320858" y="3793272"/>
                <a:ext cx="1028700" cy="1028700"/>
              </a:xfrm>
              <a:prstGeom prst="rect">
                <a:avLst/>
              </a:prstGeom>
            </p:spPr>
          </p:pic>
          <p:pic>
            <p:nvPicPr>
              <p:cNvPr id="13" name="Graphic 12">
                <a:extLst>
                  <a:ext uri="{FF2B5EF4-FFF2-40B4-BE49-F238E27FC236}">
                    <a16:creationId xmlns:a16="http://schemas.microsoft.com/office/drawing/2014/main" id="{621FFC67-89C3-EA43-A55A-73794A1A54C9}"/>
                  </a:ext>
                </a:extLst>
              </p:cNvPr>
              <p:cNvPicPr>
                <a:picLocks noChangeAspect="1"/>
              </p:cNvPicPr>
              <p:nvPr/>
            </p:nvPicPr>
            <p:blipFill>
              <a:blip r:embed="rId3" cstate="print">
                <a:alphaModFix amt="25000"/>
                <a:extLst>
                  <a:ext uri="{28A0092B-C50C-407E-A947-70E740481C1C}">
                    <a14:useLocalDpi xmlns:a14="http://schemas.microsoft.com/office/drawing/2010/main" val="0"/>
                  </a:ext>
                </a:extLst>
              </a:blip>
              <a:srcRect/>
              <a:stretch/>
            </p:blipFill>
            <p:spPr>
              <a:xfrm>
                <a:off x="2256806" y="3793272"/>
                <a:ext cx="1028700" cy="1028700"/>
              </a:xfrm>
              <a:prstGeom prst="rect">
                <a:avLst/>
              </a:prstGeom>
            </p:spPr>
          </p:pic>
          <p:pic>
            <p:nvPicPr>
              <p:cNvPr id="12" name="Graphic 11">
                <a:extLst>
                  <a:ext uri="{FF2B5EF4-FFF2-40B4-BE49-F238E27FC236}">
                    <a16:creationId xmlns:a16="http://schemas.microsoft.com/office/drawing/2014/main" id="{D649AB32-64CF-314E-B064-ED7D7238C155}"/>
                  </a:ext>
                </a:extLst>
              </p:cNvPr>
              <p:cNvPicPr>
                <a:picLocks noChangeAspect="1"/>
              </p:cNvPicPr>
              <p:nvPr/>
            </p:nvPicPr>
            <p:blipFill>
              <a:blip r:embed="rId3" cstate="print">
                <a:alphaModFix amt="25000"/>
                <a:extLst>
                  <a:ext uri="{28A0092B-C50C-407E-A947-70E740481C1C}">
                    <a14:useLocalDpi xmlns:a14="http://schemas.microsoft.com/office/drawing/2010/main" val="0"/>
                  </a:ext>
                </a:extLst>
              </a:blip>
              <a:srcRect/>
              <a:stretch/>
            </p:blipFill>
            <p:spPr>
              <a:xfrm>
                <a:off x="1835207" y="3456571"/>
                <a:ext cx="1028700" cy="1028700"/>
              </a:xfrm>
              <a:prstGeom prst="rect">
                <a:avLst/>
              </a:prstGeom>
            </p:spPr>
          </p:pic>
        </p:grpSp>
        <p:sp>
          <p:nvSpPr>
            <p:cNvPr id="18" name="TextBox 17">
              <a:extLst>
                <a:ext uri="{FF2B5EF4-FFF2-40B4-BE49-F238E27FC236}">
                  <a16:creationId xmlns:a16="http://schemas.microsoft.com/office/drawing/2014/main" id="{96F1692F-372C-E542-B4AE-7D7A1D70C622}"/>
                </a:ext>
              </a:extLst>
            </p:cNvPr>
            <p:cNvSpPr txBox="1"/>
            <p:nvPr/>
          </p:nvSpPr>
          <p:spPr>
            <a:xfrm>
              <a:off x="1754757" y="4586551"/>
              <a:ext cx="805029"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alpha val="25000"/>
                    </a:schemeClr>
                  </a:solidFill>
                  <a:effectLst/>
                  <a:uLnTx/>
                  <a:uFillTx/>
                  <a:latin typeface="+mn-lt"/>
                </a:rPr>
                <a:t>USERS</a:t>
              </a:r>
            </a:p>
          </p:txBody>
        </p:sp>
      </p:grpSp>
      <p:grpSp>
        <p:nvGrpSpPr>
          <p:cNvPr id="19" name="Group 18">
            <a:extLst>
              <a:ext uri="{FF2B5EF4-FFF2-40B4-BE49-F238E27FC236}">
                <a16:creationId xmlns:a16="http://schemas.microsoft.com/office/drawing/2014/main" id="{B60C4D44-DAD7-C346-84B1-F72456CCE69A}"/>
              </a:ext>
            </a:extLst>
          </p:cNvPr>
          <p:cNvGrpSpPr/>
          <p:nvPr/>
        </p:nvGrpSpPr>
        <p:grpSpPr>
          <a:xfrm>
            <a:off x="7591233" y="364569"/>
            <a:ext cx="2827171" cy="1542098"/>
            <a:chOff x="1143000" y="972502"/>
            <a:chExt cx="2827171" cy="1542098"/>
          </a:xfrm>
        </p:grpSpPr>
        <p:pic>
          <p:nvPicPr>
            <p:cNvPr id="20" name="image179.png">
              <a:extLst>
                <a:ext uri="{FF2B5EF4-FFF2-40B4-BE49-F238E27FC236}">
                  <a16:creationId xmlns:a16="http://schemas.microsoft.com/office/drawing/2014/main" id="{61AF875F-28AF-0B4F-A311-AEFAD4F7E337}"/>
                </a:ext>
              </a:extLst>
            </p:cNvPr>
            <p:cNvPicPr/>
            <p:nvPr/>
          </p:nvPicPr>
          <p:blipFill>
            <a:blip r:embed="rId2">
              <a:alphaModFix amt="25000"/>
            </a:blip>
            <a:stretch>
              <a:fillRect/>
            </a:stretch>
          </p:blipFill>
          <p:spPr>
            <a:xfrm>
              <a:off x="1143000" y="972502"/>
              <a:ext cx="2827171" cy="1542098"/>
            </a:xfrm>
            <a:prstGeom prst="rect">
              <a:avLst/>
            </a:prstGeom>
            <a:ln w="12700">
              <a:miter lim="400000"/>
            </a:ln>
          </p:spPr>
        </p:pic>
        <p:sp>
          <p:nvSpPr>
            <p:cNvPr id="21" name="TextBox 20">
              <a:extLst>
                <a:ext uri="{FF2B5EF4-FFF2-40B4-BE49-F238E27FC236}">
                  <a16:creationId xmlns:a16="http://schemas.microsoft.com/office/drawing/2014/main" id="{47BBEE76-ABAD-8145-8D70-98D8494DC745}"/>
                </a:ext>
              </a:extLst>
            </p:cNvPr>
            <p:cNvSpPr txBox="1"/>
            <p:nvPr/>
          </p:nvSpPr>
          <p:spPr>
            <a:xfrm>
              <a:off x="1732391" y="1524000"/>
              <a:ext cx="1725730" cy="578620"/>
            </a:xfrm>
            <a:prstGeom prst="rect">
              <a:avLst/>
            </a:prstGeom>
          </p:spPr>
          <p:txBody>
            <a:bodyPr vert="horz" wrap="none" lIns="91440" tIns="45720" rIns="91440" bIns="45720" rtlCol="0" anchor="t">
              <a:spAutoFit/>
            </a:bodyPr>
            <a:lstStyle/>
            <a:p>
              <a:pPr marR="0" algn="ctr"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PUBLIC / PRIVATE</a:t>
              </a:r>
            </a:p>
            <a:p>
              <a:pPr marR="0" algn="ctr" defTabSz="914400" rtl="0" eaLnBrk="1" fontAlgn="auto" latinLnBrk="0" hangingPunct="1">
                <a:lnSpc>
                  <a:spcPct val="95000"/>
                </a:lnSpc>
                <a:spcBef>
                  <a:spcPts val="400"/>
                </a:spcBef>
                <a:spcAft>
                  <a:spcPts val="200"/>
                </a:spcAft>
                <a:buClr>
                  <a:schemeClr val="accent1"/>
                </a:buClr>
                <a:buSzTx/>
                <a:tabLst/>
              </a:pPr>
              <a:r>
                <a:rPr lang="en-US" sz="1400" dirty="0">
                  <a:solidFill>
                    <a:sysClr val="windowText" lastClr="000000">
                      <a:alpha val="25000"/>
                    </a:sysClr>
                  </a:solidFill>
                </a:rPr>
                <a:t>CLOUD</a:t>
              </a:r>
              <a:endParaRPr kumimoji="0" lang="en-US" sz="1400" b="0" i="0" u="none" strike="noStrike" kern="1200" cap="none" spc="0" normalizeH="0" baseline="0" noProof="0" dirty="0">
                <a:ln>
                  <a:noFill/>
                </a:ln>
                <a:solidFill>
                  <a:sysClr val="windowText" lastClr="000000">
                    <a:alpha val="25000"/>
                  </a:sysClr>
                </a:solidFill>
                <a:effectLst/>
                <a:uLnTx/>
                <a:uFillTx/>
              </a:endParaRPr>
            </a:p>
          </p:txBody>
        </p:sp>
      </p:grpSp>
      <p:sp>
        <p:nvSpPr>
          <p:cNvPr id="22" name="Rectangle 21">
            <a:extLst>
              <a:ext uri="{FF2B5EF4-FFF2-40B4-BE49-F238E27FC236}">
                <a16:creationId xmlns:a16="http://schemas.microsoft.com/office/drawing/2014/main" id="{61CEAD2D-7148-A74D-B2A6-6FE6468E1AF9}"/>
              </a:ext>
            </a:extLst>
          </p:cNvPr>
          <p:cNvSpPr/>
          <p:nvPr/>
        </p:nvSpPr>
        <p:spPr>
          <a:xfrm>
            <a:off x="4159683" y="2445360"/>
            <a:ext cx="3536517" cy="3345840"/>
          </a:xfrm>
          <a:prstGeom prst="rect">
            <a:avLst/>
          </a:prstGeom>
          <a:solidFill>
            <a:schemeClr val="accent1">
              <a:alpha val="2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5000"/>
              </a:lnSpc>
            </a:pPr>
            <a:r>
              <a:rPr lang="en-US" dirty="0"/>
              <a:t>   </a:t>
            </a:r>
          </a:p>
        </p:txBody>
      </p:sp>
      <p:sp>
        <p:nvSpPr>
          <p:cNvPr id="23" name="Rectangle 22">
            <a:extLst>
              <a:ext uri="{FF2B5EF4-FFF2-40B4-BE49-F238E27FC236}">
                <a16:creationId xmlns:a16="http://schemas.microsoft.com/office/drawing/2014/main" id="{D554B94C-C066-014D-8C98-FFD68D8C3A71}"/>
              </a:ext>
            </a:extLst>
          </p:cNvPr>
          <p:cNvSpPr/>
          <p:nvPr/>
        </p:nvSpPr>
        <p:spPr>
          <a:xfrm>
            <a:off x="4159683" y="2398487"/>
            <a:ext cx="3536517" cy="715491"/>
          </a:xfrm>
          <a:prstGeom prst="rect">
            <a:avLst/>
          </a:prstGeom>
          <a:solidFill>
            <a:schemeClr val="accent1">
              <a:lumMod val="75000"/>
              <a:alpha val="2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5000"/>
              </a:lnSpc>
            </a:pPr>
            <a:r>
              <a:rPr lang="en-US" sz="1600" dirty="0">
                <a:solidFill>
                  <a:schemeClr val="lt1">
                    <a:alpha val="25000"/>
                  </a:schemeClr>
                </a:solidFill>
              </a:rPr>
              <a:t>ANSIBLE AUTOMATION ENGINE</a:t>
            </a:r>
          </a:p>
        </p:txBody>
      </p:sp>
      <p:grpSp>
        <p:nvGrpSpPr>
          <p:cNvPr id="27" name="Group 26">
            <a:extLst>
              <a:ext uri="{FF2B5EF4-FFF2-40B4-BE49-F238E27FC236}">
                <a16:creationId xmlns:a16="http://schemas.microsoft.com/office/drawing/2014/main" id="{3E7540C4-A138-AE4E-96BB-731A4401B485}"/>
              </a:ext>
            </a:extLst>
          </p:cNvPr>
          <p:cNvGrpSpPr/>
          <p:nvPr/>
        </p:nvGrpSpPr>
        <p:grpSpPr>
          <a:xfrm>
            <a:off x="4566070" y="4476433"/>
            <a:ext cx="1072730" cy="1099959"/>
            <a:chOff x="4394673" y="4104640"/>
            <a:chExt cx="1072730" cy="1099959"/>
          </a:xfrm>
        </p:grpSpPr>
        <p:pic>
          <p:nvPicPr>
            <p:cNvPr id="25" name="Graphic 24">
              <a:extLst>
                <a:ext uri="{FF2B5EF4-FFF2-40B4-BE49-F238E27FC236}">
                  <a16:creationId xmlns:a16="http://schemas.microsoft.com/office/drawing/2014/main" id="{99AFEDB1-3301-3E44-8AD5-2E53DCA549A0}"/>
                </a:ext>
              </a:extLst>
            </p:cNvPr>
            <p:cNvPicPr>
              <a:picLocks noChangeAspect="1"/>
            </p:cNvPicPr>
            <p:nvPr/>
          </p:nvPicPr>
          <p:blipFill>
            <a:blip r:embed="rId4" cstate="print">
              <a:alphaModFix amt="25000"/>
              <a:extLst>
                <a:ext uri="{28A0092B-C50C-407E-A947-70E740481C1C}">
                  <a14:useLocalDpi xmlns:a14="http://schemas.microsoft.com/office/drawing/2010/main" val="0"/>
                </a:ext>
              </a:extLst>
            </a:blip>
            <a:srcRect/>
            <a:stretch/>
          </p:blipFill>
          <p:spPr>
            <a:xfrm>
              <a:off x="4550038" y="4104640"/>
              <a:ext cx="758952" cy="758952"/>
            </a:xfrm>
            <a:prstGeom prst="rect">
              <a:avLst/>
            </a:prstGeom>
          </p:spPr>
        </p:pic>
        <p:sp>
          <p:nvSpPr>
            <p:cNvPr id="26" name="TextBox 25">
              <a:extLst>
                <a:ext uri="{FF2B5EF4-FFF2-40B4-BE49-F238E27FC236}">
                  <a16:creationId xmlns:a16="http://schemas.microsoft.com/office/drawing/2014/main" id="{48571D0D-EFFB-3947-BDD7-F545B8200B8A}"/>
                </a:ext>
              </a:extLst>
            </p:cNvPr>
            <p:cNvSpPr txBox="1"/>
            <p:nvPr/>
          </p:nvSpPr>
          <p:spPr>
            <a:xfrm>
              <a:off x="4394673" y="4907595"/>
              <a:ext cx="107273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solidFill>
                  <a:effectLst/>
                  <a:uLnTx/>
                  <a:uFillTx/>
                  <a:latin typeface="+mn-lt"/>
                </a:rPr>
                <a:t>MODULES</a:t>
              </a:r>
            </a:p>
          </p:txBody>
        </p:sp>
      </p:grpSp>
      <p:grpSp>
        <p:nvGrpSpPr>
          <p:cNvPr id="29" name="Group 28">
            <a:extLst>
              <a:ext uri="{FF2B5EF4-FFF2-40B4-BE49-F238E27FC236}">
                <a16:creationId xmlns:a16="http://schemas.microsoft.com/office/drawing/2014/main" id="{0A302B3B-EB34-D446-98B5-C94A08CA37BE}"/>
              </a:ext>
            </a:extLst>
          </p:cNvPr>
          <p:cNvGrpSpPr/>
          <p:nvPr/>
        </p:nvGrpSpPr>
        <p:grpSpPr>
          <a:xfrm>
            <a:off x="6096000" y="3277782"/>
            <a:ext cx="1072730" cy="1099959"/>
            <a:chOff x="4394673" y="4104640"/>
            <a:chExt cx="1072730" cy="1099959"/>
          </a:xfrm>
        </p:grpSpPr>
        <p:pic>
          <p:nvPicPr>
            <p:cNvPr id="30" name="Graphic 29">
              <a:extLst>
                <a:ext uri="{FF2B5EF4-FFF2-40B4-BE49-F238E27FC236}">
                  <a16:creationId xmlns:a16="http://schemas.microsoft.com/office/drawing/2014/main" id="{968834F6-612C-DE4D-BBED-86E42C7D9730}"/>
                </a:ext>
              </a:extLst>
            </p:cNvPr>
            <p:cNvPicPr>
              <a:picLocks noChangeAspect="1"/>
            </p:cNvPicPr>
            <p:nvPr/>
          </p:nvPicPr>
          <p:blipFill>
            <a:blip r:embed="rId5" cstate="print">
              <a:alphaModFix amt="25000"/>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31" name="TextBox 30">
              <a:extLst>
                <a:ext uri="{FF2B5EF4-FFF2-40B4-BE49-F238E27FC236}">
                  <a16:creationId xmlns:a16="http://schemas.microsoft.com/office/drawing/2014/main" id="{4CC5732C-F0EF-504E-8BAB-843F6A0A4A7D}"/>
                </a:ext>
              </a:extLst>
            </p:cNvPr>
            <p:cNvSpPr txBox="1"/>
            <p:nvPr/>
          </p:nvSpPr>
          <p:spPr>
            <a:xfrm>
              <a:off x="4394673" y="4907595"/>
              <a:ext cx="107273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MODULES</a:t>
              </a:r>
            </a:p>
          </p:txBody>
        </p:sp>
      </p:grpSp>
      <p:grpSp>
        <p:nvGrpSpPr>
          <p:cNvPr id="32" name="Group 31">
            <a:extLst>
              <a:ext uri="{FF2B5EF4-FFF2-40B4-BE49-F238E27FC236}">
                <a16:creationId xmlns:a16="http://schemas.microsoft.com/office/drawing/2014/main" id="{E7EED822-6563-154F-A068-00E56D7D06A9}"/>
              </a:ext>
            </a:extLst>
          </p:cNvPr>
          <p:cNvGrpSpPr/>
          <p:nvPr/>
        </p:nvGrpSpPr>
        <p:grpSpPr>
          <a:xfrm>
            <a:off x="4413670" y="3263738"/>
            <a:ext cx="1226490" cy="1099959"/>
            <a:chOff x="4394673" y="4104640"/>
            <a:chExt cx="1226490" cy="1099959"/>
          </a:xfrm>
        </p:grpSpPr>
        <p:pic>
          <p:nvPicPr>
            <p:cNvPr id="33" name="Graphic 32">
              <a:extLst>
                <a:ext uri="{FF2B5EF4-FFF2-40B4-BE49-F238E27FC236}">
                  <a16:creationId xmlns:a16="http://schemas.microsoft.com/office/drawing/2014/main" id="{84908B27-B32A-B745-9C4B-AB175A418EAC}"/>
                </a:ext>
              </a:extLst>
            </p:cNvPr>
            <p:cNvPicPr>
              <a:picLocks noChangeAspect="1"/>
            </p:cNvPicPr>
            <p:nvPr/>
          </p:nvPicPr>
          <p:blipFill>
            <a:blip r:embed="rId6" cstate="print">
              <a:alphaModFix amt="25000"/>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34" name="TextBox 33">
              <a:extLst>
                <a:ext uri="{FF2B5EF4-FFF2-40B4-BE49-F238E27FC236}">
                  <a16:creationId xmlns:a16="http://schemas.microsoft.com/office/drawing/2014/main" id="{6D8AA793-A4BC-4C4A-9A2B-BD5FE588E627}"/>
                </a:ext>
              </a:extLst>
            </p:cNvPr>
            <p:cNvSpPr txBox="1"/>
            <p:nvPr/>
          </p:nvSpPr>
          <p:spPr>
            <a:xfrm>
              <a:off x="4394673" y="4907595"/>
              <a:ext cx="122649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INVENTORY</a:t>
              </a:r>
            </a:p>
          </p:txBody>
        </p:sp>
      </p:grpSp>
      <p:grpSp>
        <p:nvGrpSpPr>
          <p:cNvPr id="35" name="Group 34">
            <a:extLst>
              <a:ext uri="{FF2B5EF4-FFF2-40B4-BE49-F238E27FC236}">
                <a16:creationId xmlns:a16="http://schemas.microsoft.com/office/drawing/2014/main" id="{F21A7AB1-A3F8-0F40-B4A5-536DDF9C1D95}"/>
              </a:ext>
            </a:extLst>
          </p:cNvPr>
          <p:cNvGrpSpPr/>
          <p:nvPr/>
        </p:nvGrpSpPr>
        <p:grpSpPr>
          <a:xfrm>
            <a:off x="6298093" y="4534491"/>
            <a:ext cx="973343" cy="1066371"/>
            <a:chOff x="4444366" y="4104640"/>
            <a:chExt cx="973343" cy="1066371"/>
          </a:xfrm>
        </p:grpSpPr>
        <p:pic>
          <p:nvPicPr>
            <p:cNvPr id="36" name="Graphic 35">
              <a:extLst>
                <a:ext uri="{FF2B5EF4-FFF2-40B4-BE49-F238E27FC236}">
                  <a16:creationId xmlns:a16="http://schemas.microsoft.com/office/drawing/2014/main" id="{800F2CD3-58F8-DC44-B649-F01A77521B8D}"/>
                </a:ext>
              </a:extLst>
            </p:cNvPr>
            <p:cNvPicPr>
              <a:picLocks noChangeAspect="1"/>
            </p:cNvPicPr>
            <p:nvPr/>
          </p:nvPicPr>
          <p:blipFill>
            <a:blip r:embed="rId7" cstate="print">
              <a:alphaModFix/>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37" name="TextBox 36">
              <a:extLst>
                <a:ext uri="{FF2B5EF4-FFF2-40B4-BE49-F238E27FC236}">
                  <a16:creationId xmlns:a16="http://schemas.microsoft.com/office/drawing/2014/main" id="{336078FE-46CF-0E48-8DDC-5FA12C8098A7}"/>
                </a:ext>
              </a:extLst>
            </p:cNvPr>
            <p:cNvSpPr txBox="1"/>
            <p:nvPr/>
          </p:nvSpPr>
          <p:spPr>
            <a:xfrm>
              <a:off x="4444366" y="4874007"/>
              <a:ext cx="973343"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PLUGINS</a:t>
              </a:r>
            </a:p>
          </p:txBody>
        </p:sp>
      </p:grpSp>
      <p:grpSp>
        <p:nvGrpSpPr>
          <p:cNvPr id="41" name="Group 40">
            <a:extLst>
              <a:ext uri="{FF2B5EF4-FFF2-40B4-BE49-F238E27FC236}">
                <a16:creationId xmlns:a16="http://schemas.microsoft.com/office/drawing/2014/main" id="{140A1856-1E19-9746-810F-AAB1C7FE5F27}"/>
              </a:ext>
            </a:extLst>
          </p:cNvPr>
          <p:cNvGrpSpPr/>
          <p:nvPr/>
        </p:nvGrpSpPr>
        <p:grpSpPr>
          <a:xfrm>
            <a:off x="962341" y="4307227"/>
            <a:ext cx="1960280" cy="1936814"/>
            <a:chOff x="1030730" y="4419600"/>
            <a:chExt cx="1960280" cy="1936814"/>
          </a:xfrm>
        </p:grpSpPr>
        <p:pic>
          <p:nvPicPr>
            <p:cNvPr id="39" name="Graphic 38">
              <a:extLst>
                <a:ext uri="{FF2B5EF4-FFF2-40B4-BE49-F238E27FC236}">
                  <a16:creationId xmlns:a16="http://schemas.microsoft.com/office/drawing/2014/main" id="{9362BCAA-184E-9A40-AA39-D9F53CD58BC5}"/>
                </a:ext>
              </a:extLst>
            </p:cNvPr>
            <p:cNvPicPr>
              <a:picLocks noChangeAspect="1"/>
            </p:cNvPicPr>
            <p:nvPr/>
          </p:nvPicPr>
          <p:blipFill>
            <a:blip r:embed="rId8" cstate="print">
              <a:alphaModFix amt="25000"/>
              <a:extLst>
                <a:ext uri="{28A0092B-C50C-407E-A947-70E740481C1C}">
                  <a14:useLocalDpi xmlns:a14="http://schemas.microsoft.com/office/drawing/2010/main" val="0"/>
                </a:ext>
              </a:extLst>
            </a:blip>
            <a:srcRect/>
            <a:stretch/>
          </p:blipFill>
          <p:spPr>
            <a:xfrm>
              <a:off x="1261047" y="4419600"/>
              <a:ext cx="1593104" cy="1593104"/>
            </a:xfrm>
            <a:prstGeom prst="rect">
              <a:avLst/>
            </a:prstGeom>
          </p:spPr>
        </p:pic>
        <p:sp>
          <p:nvSpPr>
            <p:cNvPr id="40" name="TextBox 39">
              <a:extLst>
                <a:ext uri="{FF2B5EF4-FFF2-40B4-BE49-F238E27FC236}">
                  <a16:creationId xmlns:a16="http://schemas.microsoft.com/office/drawing/2014/main" id="{624C1FD2-636B-784E-8E94-7DAAFE32B589}"/>
                </a:ext>
              </a:extLst>
            </p:cNvPr>
            <p:cNvSpPr txBox="1"/>
            <p:nvPr/>
          </p:nvSpPr>
          <p:spPr>
            <a:xfrm>
              <a:off x="1030730" y="6059410"/>
              <a:ext cx="196028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alpha val="25000"/>
                    </a:schemeClr>
                  </a:solidFill>
                  <a:effectLst/>
                  <a:uLnTx/>
                  <a:uFillTx/>
                  <a:latin typeface="+mn-lt"/>
                </a:rPr>
                <a:t>ANSIBLE</a:t>
              </a:r>
              <a:r>
                <a:rPr kumimoji="0" lang="en-US" sz="1400" b="0" i="0" u="none" strike="noStrike" kern="1200" cap="none" spc="0" normalizeH="0" baseline="0" noProof="0" dirty="0">
                  <a:ln>
                    <a:noFill/>
                  </a:ln>
                  <a:solidFill>
                    <a:schemeClr val="bg1"/>
                  </a:solidFill>
                  <a:effectLst/>
                  <a:uLnTx/>
                  <a:uFillTx/>
                  <a:latin typeface="+mn-lt"/>
                </a:rPr>
                <a:t> </a:t>
              </a:r>
              <a:r>
                <a:rPr kumimoji="0" lang="en-US" sz="1400" b="0" i="0" u="none" strike="noStrike" kern="1200" cap="none" spc="0" normalizeH="0" baseline="0" noProof="0" dirty="0">
                  <a:ln>
                    <a:noFill/>
                  </a:ln>
                  <a:solidFill>
                    <a:schemeClr val="bg1">
                      <a:alpha val="25000"/>
                    </a:schemeClr>
                  </a:solidFill>
                  <a:effectLst/>
                  <a:uLnTx/>
                  <a:uFillTx/>
                  <a:latin typeface="+mn-lt"/>
                </a:rPr>
                <a:t>PLAYBOOK</a:t>
              </a:r>
            </a:p>
          </p:txBody>
        </p:sp>
      </p:grpSp>
      <p:grpSp>
        <p:nvGrpSpPr>
          <p:cNvPr id="45" name="Group 44">
            <a:extLst>
              <a:ext uri="{FF2B5EF4-FFF2-40B4-BE49-F238E27FC236}">
                <a16:creationId xmlns:a16="http://schemas.microsoft.com/office/drawing/2014/main" id="{A4B236CD-B8C3-CA47-A6E8-210ABF85E42E}"/>
              </a:ext>
            </a:extLst>
          </p:cNvPr>
          <p:cNvGrpSpPr/>
          <p:nvPr/>
        </p:nvGrpSpPr>
        <p:grpSpPr>
          <a:xfrm>
            <a:off x="5434176" y="758392"/>
            <a:ext cx="1198189" cy="963499"/>
            <a:chOff x="5495423" y="979683"/>
            <a:chExt cx="1198189" cy="963499"/>
          </a:xfrm>
        </p:grpSpPr>
        <p:pic>
          <p:nvPicPr>
            <p:cNvPr id="43" name="image197.png">
              <a:extLst>
                <a:ext uri="{FF2B5EF4-FFF2-40B4-BE49-F238E27FC236}">
                  <a16:creationId xmlns:a16="http://schemas.microsoft.com/office/drawing/2014/main" id="{85ADF2ED-765F-2E42-B6E4-C28D6A6145F4}"/>
                </a:ext>
              </a:extLst>
            </p:cNvPr>
            <p:cNvPicPr/>
            <p:nvPr/>
          </p:nvPicPr>
          <p:blipFill>
            <a:blip r:embed="rId9">
              <a:alphaModFix amt="25000"/>
            </a:blip>
            <a:stretch>
              <a:fillRect/>
            </a:stretch>
          </p:blipFill>
          <p:spPr>
            <a:xfrm>
              <a:off x="5498388" y="1366323"/>
              <a:ext cx="1195224" cy="576859"/>
            </a:xfrm>
            <a:prstGeom prst="rect">
              <a:avLst/>
            </a:prstGeom>
            <a:ln w="12700">
              <a:miter lim="400000"/>
            </a:ln>
          </p:spPr>
        </p:pic>
        <p:pic>
          <p:nvPicPr>
            <p:cNvPr id="44" name="image197.png">
              <a:extLst>
                <a:ext uri="{FF2B5EF4-FFF2-40B4-BE49-F238E27FC236}">
                  <a16:creationId xmlns:a16="http://schemas.microsoft.com/office/drawing/2014/main" id="{2D1B190B-A60E-944F-9D0F-5ED7143675D1}"/>
                </a:ext>
              </a:extLst>
            </p:cNvPr>
            <p:cNvPicPr/>
            <p:nvPr/>
          </p:nvPicPr>
          <p:blipFill>
            <a:blip r:embed="rId9">
              <a:alphaModFix amt="25000"/>
            </a:blip>
            <a:stretch>
              <a:fillRect/>
            </a:stretch>
          </p:blipFill>
          <p:spPr>
            <a:xfrm>
              <a:off x="5495423" y="979683"/>
              <a:ext cx="1195224" cy="576859"/>
            </a:xfrm>
            <a:prstGeom prst="rect">
              <a:avLst/>
            </a:prstGeom>
            <a:ln w="12700">
              <a:miter lim="400000"/>
            </a:ln>
          </p:spPr>
        </p:pic>
      </p:grpSp>
      <p:sp>
        <p:nvSpPr>
          <p:cNvPr id="49" name="TextBox 48">
            <a:extLst>
              <a:ext uri="{FF2B5EF4-FFF2-40B4-BE49-F238E27FC236}">
                <a16:creationId xmlns:a16="http://schemas.microsoft.com/office/drawing/2014/main" id="{E479613C-F27D-B742-80AF-33F5A87AE72C}"/>
              </a:ext>
            </a:extLst>
          </p:cNvPr>
          <p:cNvSpPr txBox="1"/>
          <p:nvPr/>
        </p:nvSpPr>
        <p:spPr>
          <a:xfrm>
            <a:off x="5690108" y="1381881"/>
            <a:ext cx="713657"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alpha val="25000"/>
                  </a:schemeClr>
                </a:solidFill>
              </a:rPr>
              <a:t>CMDB</a:t>
            </a:r>
            <a:endParaRPr kumimoji="0" lang="en-US" sz="1400" b="0" i="0" u="none" strike="noStrike" kern="1200" cap="none" spc="0" normalizeH="0" baseline="0" noProof="0" dirty="0">
              <a:ln>
                <a:noFill/>
              </a:ln>
              <a:solidFill>
                <a:schemeClr val="bg1">
                  <a:alpha val="25000"/>
                </a:schemeClr>
              </a:solidFill>
              <a:effectLst/>
              <a:uLnTx/>
              <a:uFillTx/>
            </a:endParaRPr>
          </a:p>
        </p:txBody>
      </p:sp>
      <p:grpSp>
        <p:nvGrpSpPr>
          <p:cNvPr id="52" name="Group 51">
            <a:extLst>
              <a:ext uri="{FF2B5EF4-FFF2-40B4-BE49-F238E27FC236}">
                <a16:creationId xmlns:a16="http://schemas.microsoft.com/office/drawing/2014/main" id="{1CB42589-770C-004A-BA8D-F8877C5DD0B9}"/>
              </a:ext>
            </a:extLst>
          </p:cNvPr>
          <p:cNvGrpSpPr/>
          <p:nvPr/>
        </p:nvGrpSpPr>
        <p:grpSpPr>
          <a:xfrm>
            <a:off x="9070121" y="4701342"/>
            <a:ext cx="1029900" cy="1074182"/>
            <a:chOff x="9000568" y="4555763"/>
            <a:chExt cx="1029900" cy="1074182"/>
          </a:xfrm>
        </p:grpSpPr>
        <p:pic>
          <p:nvPicPr>
            <p:cNvPr id="50" name="image41.png" descr="OS.png">
              <a:extLst>
                <a:ext uri="{FF2B5EF4-FFF2-40B4-BE49-F238E27FC236}">
                  <a16:creationId xmlns:a16="http://schemas.microsoft.com/office/drawing/2014/main" id="{23EAAC98-E305-6C4F-ABB4-7C22953B2F3A}"/>
                </a:ext>
              </a:extLst>
            </p:cNvPr>
            <p:cNvPicPr/>
            <p:nvPr/>
          </p:nvPicPr>
          <p:blipFill>
            <a:blip r:embed="rId10">
              <a:alphaModFix amt="25000"/>
            </a:blip>
            <a:stretch>
              <a:fillRect/>
            </a:stretch>
          </p:blipFill>
          <p:spPr>
            <a:xfrm>
              <a:off x="9000568" y="4555763"/>
              <a:ext cx="1029900" cy="758279"/>
            </a:xfrm>
            <a:prstGeom prst="rect">
              <a:avLst/>
            </a:prstGeom>
            <a:ln w="12700">
              <a:miter lim="400000"/>
            </a:ln>
          </p:spPr>
        </p:pic>
        <p:sp>
          <p:nvSpPr>
            <p:cNvPr id="51" name="TextBox 50">
              <a:extLst>
                <a:ext uri="{FF2B5EF4-FFF2-40B4-BE49-F238E27FC236}">
                  <a16:creationId xmlns:a16="http://schemas.microsoft.com/office/drawing/2014/main" id="{448B217C-86BA-6549-84E0-8127397621E9}"/>
                </a:ext>
              </a:extLst>
            </p:cNvPr>
            <p:cNvSpPr txBox="1"/>
            <p:nvPr/>
          </p:nvSpPr>
          <p:spPr>
            <a:xfrm>
              <a:off x="9108996" y="5332941"/>
              <a:ext cx="813043"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alpha val="25000"/>
                    </a:schemeClr>
                  </a:solidFill>
                </a:rPr>
                <a:t>OTHER</a:t>
              </a:r>
              <a:endParaRPr kumimoji="0" lang="en-US" sz="1400" b="0" i="0" u="none" strike="noStrike" kern="1200" cap="none" spc="0" normalizeH="0" baseline="0" noProof="0" dirty="0">
                <a:ln>
                  <a:noFill/>
                </a:ln>
                <a:solidFill>
                  <a:schemeClr val="bg1">
                    <a:alpha val="25000"/>
                  </a:schemeClr>
                </a:solidFill>
                <a:effectLst/>
                <a:uLnTx/>
                <a:uFillTx/>
              </a:endParaRPr>
            </a:p>
          </p:txBody>
        </p:sp>
      </p:grpSp>
      <p:pic>
        <p:nvPicPr>
          <p:cNvPr id="53" name="Picture 52">
            <a:extLst>
              <a:ext uri="{FF2B5EF4-FFF2-40B4-BE49-F238E27FC236}">
                <a16:creationId xmlns:a16="http://schemas.microsoft.com/office/drawing/2014/main" id="{D5D7122E-2772-3C42-BD17-BF0E9C5D2A42}"/>
              </a:ext>
            </a:extLst>
          </p:cNvPr>
          <p:cNvPicPr>
            <a:picLocks noChangeAspect="1"/>
          </p:cNvPicPr>
          <p:nvPr/>
        </p:nvPicPr>
        <p:blipFill>
          <a:blip r:embed="rId11" cstate="print">
            <a:alphaModFix amt="25000"/>
            <a:extLst>
              <a:ext uri="{28A0092B-C50C-407E-A947-70E740481C1C}">
                <a14:useLocalDpi xmlns:a14="http://schemas.microsoft.com/office/drawing/2010/main" val="0"/>
              </a:ext>
            </a:extLst>
          </a:blip>
          <a:stretch>
            <a:fillRect/>
          </a:stretch>
        </p:blipFill>
        <p:spPr>
          <a:xfrm>
            <a:off x="9070121" y="2282320"/>
            <a:ext cx="1029899" cy="1029899"/>
          </a:xfrm>
          <a:prstGeom prst="rect">
            <a:avLst/>
          </a:prstGeom>
        </p:spPr>
      </p:pic>
      <p:pic>
        <p:nvPicPr>
          <p:cNvPr id="54" name="AltaVault-Virtual-VMware.png">
            <a:extLst>
              <a:ext uri="{FF2B5EF4-FFF2-40B4-BE49-F238E27FC236}">
                <a16:creationId xmlns:a16="http://schemas.microsoft.com/office/drawing/2014/main" id="{C4623A4F-250C-8D4A-A7EA-0A84EE60A871}"/>
              </a:ext>
            </a:extLst>
          </p:cNvPr>
          <p:cNvPicPr>
            <a:picLocks noChangeAspect="1"/>
          </p:cNvPicPr>
          <p:nvPr/>
        </p:nvPicPr>
        <p:blipFill>
          <a:blip r:embed="rId12" cstate="print">
            <a:alphaModFix amt="25000"/>
            <a:extLst>
              <a:ext uri="{28A0092B-C50C-407E-A947-70E740481C1C}">
                <a14:useLocalDpi xmlns:a14="http://schemas.microsoft.com/office/drawing/2010/main" val="0"/>
              </a:ext>
            </a:extLst>
          </a:blip>
          <a:stretch>
            <a:fillRect/>
          </a:stretch>
        </p:blipFill>
        <p:spPr>
          <a:xfrm>
            <a:off x="9070828" y="3444895"/>
            <a:ext cx="1052786" cy="1052786"/>
          </a:xfrm>
          <a:prstGeom prst="rect">
            <a:avLst/>
          </a:prstGeom>
          <a:ln w="12700">
            <a:miter lim="400000"/>
          </a:ln>
        </p:spPr>
      </p:pic>
      <p:cxnSp>
        <p:nvCxnSpPr>
          <p:cNvPr id="56" name="Straight Arrow Connector 55">
            <a:extLst>
              <a:ext uri="{FF2B5EF4-FFF2-40B4-BE49-F238E27FC236}">
                <a16:creationId xmlns:a16="http://schemas.microsoft.com/office/drawing/2014/main" id="{5BCDDC35-F3D5-D245-BB50-BDCC8D738E85}"/>
              </a:ext>
            </a:extLst>
          </p:cNvPr>
          <p:cNvCxnSpPr>
            <a:cxnSpLocks/>
            <a:stCxn id="16" idx="2"/>
          </p:cNvCxnSpPr>
          <p:nvPr/>
        </p:nvCxnSpPr>
        <p:spPr>
          <a:xfrm>
            <a:off x="1520883" y="3803917"/>
            <a:ext cx="0" cy="425322"/>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Elbow Connector 60">
            <a:extLst>
              <a:ext uri="{FF2B5EF4-FFF2-40B4-BE49-F238E27FC236}">
                <a16:creationId xmlns:a16="http://schemas.microsoft.com/office/drawing/2014/main" id="{2A9055AB-6566-9543-9154-B7701609BF29}"/>
              </a:ext>
            </a:extLst>
          </p:cNvPr>
          <p:cNvCxnSpPr>
            <a:stCxn id="13" idx="2"/>
          </p:cNvCxnSpPr>
          <p:nvPr/>
        </p:nvCxnSpPr>
        <p:spPr>
          <a:xfrm rot="16200000" flipH="1">
            <a:off x="3224572" y="3036176"/>
            <a:ext cx="167371" cy="1702852"/>
          </a:xfrm>
          <a:prstGeom prst="bentConnector2">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BF78B953-7D34-0E48-88BB-D4783198D0C9}"/>
              </a:ext>
            </a:extLst>
          </p:cNvPr>
          <p:cNvCxnSpPr>
            <a:stCxn id="39" idx="3"/>
          </p:cNvCxnSpPr>
          <p:nvPr/>
        </p:nvCxnSpPr>
        <p:spPr>
          <a:xfrm>
            <a:off x="2785762" y="5103779"/>
            <a:ext cx="1373921" cy="0"/>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22140761-282C-324F-B2BD-368053A1EF50}"/>
              </a:ext>
            </a:extLst>
          </p:cNvPr>
          <p:cNvCxnSpPr/>
          <p:nvPr/>
        </p:nvCxnSpPr>
        <p:spPr>
          <a:xfrm>
            <a:off x="7696200" y="3429000"/>
            <a:ext cx="1219200" cy="0"/>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415331D-AF3B-0747-804F-A4DBA402DA36}"/>
              </a:ext>
            </a:extLst>
          </p:cNvPr>
          <p:cNvCxnSpPr/>
          <p:nvPr/>
        </p:nvCxnSpPr>
        <p:spPr>
          <a:xfrm>
            <a:off x="7696200" y="4836989"/>
            <a:ext cx="1219200" cy="0"/>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Elbow Connector 74">
            <a:extLst>
              <a:ext uri="{FF2B5EF4-FFF2-40B4-BE49-F238E27FC236}">
                <a16:creationId xmlns:a16="http://schemas.microsoft.com/office/drawing/2014/main" id="{23929278-EAD1-AB4E-9A3D-6A4FB0C296BC}"/>
              </a:ext>
            </a:extLst>
          </p:cNvPr>
          <p:cNvCxnSpPr>
            <a:cxnSpLocks/>
            <a:stCxn id="4" idx="2"/>
          </p:cNvCxnSpPr>
          <p:nvPr/>
        </p:nvCxnSpPr>
        <p:spPr>
          <a:xfrm rot="16200000" flipH="1">
            <a:off x="3194945" y="1901160"/>
            <a:ext cx="956974" cy="972501"/>
          </a:xfrm>
          <a:prstGeom prst="bentConnector2">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97BFE155-6FCC-0442-9971-F7EA61B1D965}"/>
              </a:ext>
            </a:extLst>
          </p:cNvPr>
          <p:cNvCxnSpPr/>
          <p:nvPr/>
        </p:nvCxnSpPr>
        <p:spPr>
          <a:xfrm flipV="1">
            <a:off x="9585070" y="1908923"/>
            <a:ext cx="0" cy="223637"/>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Elbow Connector 82">
            <a:extLst>
              <a:ext uri="{FF2B5EF4-FFF2-40B4-BE49-F238E27FC236}">
                <a16:creationId xmlns:a16="http://schemas.microsoft.com/office/drawing/2014/main" id="{CA6074D8-5856-5048-A757-2CE4DFD907D1}"/>
              </a:ext>
            </a:extLst>
          </p:cNvPr>
          <p:cNvCxnSpPr>
            <a:stCxn id="43" idx="2"/>
            <a:endCxn id="23" idx="1"/>
          </p:cNvCxnSpPr>
          <p:nvPr/>
        </p:nvCxnSpPr>
        <p:spPr>
          <a:xfrm rot="5400000">
            <a:off x="4580047" y="1301527"/>
            <a:ext cx="1034342" cy="1875070"/>
          </a:xfrm>
          <a:prstGeom prst="bentConnector4">
            <a:avLst>
              <a:gd name="adj1" fmla="val 32707"/>
              <a:gd name="adj2" fmla="val 112192"/>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 name="Rectangular Callout 4">
            <a:extLst>
              <a:ext uri="{FF2B5EF4-FFF2-40B4-BE49-F238E27FC236}">
                <a16:creationId xmlns:a16="http://schemas.microsoft.com/office/drawing/2014/main" id="{E0A17322-8990-444A-81FA-15D445A35312}"/>
              </a:ext>
            </a:extLst>
          </p:cNvPr>
          <p:cNvSpPr/>
          <p:nvPr/>
        </p:nvSpPr>
        <p:spPr>
          <a:xfrm>
            <a:off x="5357268" y="2527491"/>
            <a:ext cx="5715000" cy="1562691"/>
          </a:xfrm>
          <a:prstGeom prst="wedgeRectCallout">
            <a:avLst>
              <a:gd name="adj1" fmla="val -24017"/>
              <a:gd name="adj2" fmla="val 73428"/>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b="1" dirty="0"/>
              <a:t>Plugins are “Gears in the Engine”</a:t>
            </a:r>
          </a:p>
          <a:p>
            <a:pPr>
              <a:lnSpc>
                <a:spcPct val="95000"/>
              </a:lnSpc>
            </a:pPr>
            <a:r>
              <a:rPr lang="en-US" sz="1600" dirty="0"/>
              <a:t>Python, </a:t>
            </a:r>
            <a:r>
              <a:rPr lang="en-US" sz="1600" dirty="0" err="1"/>
              <a:t>Powershell</a:t>
            </a:r>
            <a:r>
              <a:rPr lang="en-US" sz="1600" dirty="0"/>
              <a:t>, or any language</a:t>
            </a:r>
          </a:p>
          <a:p>
            <a:pPr>
              <a:lnSpc>
                <a:spcPct val="95000"/>
              </a:lnSpc>
            </a:pPr>
            <a:r>
              <a:rPr lang="en-US" sz="1600" dirty="0"/>
              <a:t>Extend Ansible Core Functionality</a:t>
            </a:r>
          </a:p>
        </p:txBody>
      </p:sp>
      <p:sp>
        <p:nvSpPr>
          <p:cNvPr id="55" name="TextBox 54">
            <a:extLst>
              <a:ext uri="{FF2B5EF4-FFF2-40B4-BE49-F238E27FC236}">
                <a16:creationId xmlns:a16="http://schemas.microsoft.com/office/drawing/2014/main" id="{88433944-E7E4-7C43-B003-6D14B08EFAEC}"/>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1543575761"/>
      </p:ext>
    </p:extLst>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53E7E5D-FF96-4340-9AC8-6C96A4B7AA61}"/>
              </a:ext>
            </a:extLst>
          </p:cNvPr>
          <p:cNvSpPr>
            <a:spLocks noGrp="1"/>
          </p:cNvSpPr>
          <p:nvPr>
            <p:ph type="ftr" sz="quarter" idx="3"/>
          </p:nvPr>
        </p:nvSpPr>
        <p:spPr/>
        <p:txBody>
          <a:bodyPr/>
          <a:lstStyle/>
          <a:p>
            <a:r>
              <a:rPr lang="en-US"/>
              <a:t>© 2023 NetApp, Inc. All rights reserved.  — NETAPP CONFIDENTIAL — </a:t>
            </a:r>
            <a:endParaRPr lang="en-US" dirty="0"/>
          </a:p>
        </p:txBody>
      </p:sp>
      <p:grpSp>
        <p:nvGrpSpPr>
          <p:cNvPr id="7" name="Group 6">
            <a:extLst>
              <a:ext uri="{FF2B5EF4-FFF2-40B4-BE49-F238E27FC236}">
                <a16:creationId xmlns:a16="http://schemas.microsoft.com/office/drawing/2014/main" id="{911A5A13-41E7-2545-98A6-64F4F87968E9}"/>
              </a:ext>
            </a:extLst>
          </p:cNvPr>
          <p:cNvGrpSpPr/>
          <p:nvPr/>
        </p:nvGrpSpPr>
        <p:grpSpPr>
          <a:xfrm>
            <a:off x="1773596" y="366826"/>
            <a:ext cx="2827171" cy="1542098"/>
            <a:chOff x="1143000" y="972502"/>
            <a:chExt cx="2827171" cy="1542098"/>
          </a:xfrm>
        </p:grpSpPr>
        <p:pic>
          <p:nvPicPr>
            <p:cNvPr id="4" name="image179.png">
              <a:extLst>
                <a:ext uri="{FF2B5EF4-FFF2-40B4-BE49-F238E27FC236}">
                  <a16:creationId xmlns:a16="http://schemas.microsoft.com/office/drawing/2014/main" id="{D1E49CAE-763F-D844-839A-0F70699E4EA2}"/>
                </a:ext>
              </a:extLst>
            </p:cNvPr>
            <p:cNvPicPr/>
            <p:nvPr/>
          </p:nvPicPr>
          <p:blipFill>
            <a:blip r:embed="rId2">
              <a:alphaModFix amt="25000"/>
            </a:blip>
            <a:stretch>
              <a:fillRect/>
            </a:stretch>
          </p:blipFill>
          <p:spPr>
            <a:xfrm>
              <a:off x="1143000" y="972502"/>
              <a:ext cx="2827171" cy="1542098"/>
            </a:xfrm>
            <a:prstGeom prst="rect">
              <a:avLst/>
            </a:prstGeom>
            <a:ln w="12700">
              <a:miter lim="400000"/>
            </a:ln>
          </p:spPr>
        </p:pic>
        <p:sp>
          <p:nvSpPr>
            <p:cNvPr id="6" name="TextBox 5">
              <a:extLst>
                <a:ext uri="{FF2B5EF4-FFF2-40B4-BE49-F238E27FC236}">
                  <a16:creationId xmlns:a16="http://schemas.microsoft.com/office/drawing/2014/main" id="{40C6036F-E723-5B46-9843-65B6A776704F}"/>
                </a:ext>
              </a:extLst>
            </p:cNvPr>
            <p:cNvSpPr txBox="1"/>
            <p:nvPr/>
          </p:nvSpPr>
          <p:spPr>
            <a:xfrm>
              <a:off x="1732391" y="1524000"/>
              <a:ext cx="1725730" cy="578620"/>
            </a:xfrm>
            <a:prstGeom prst="rect">
              <a:avLst/>
            </a:prstGeom>
          </p:spPr>
          <p:txBody>
            <a:bodyPr vert="horz" wrap="none" lIns="91440" tIns="45720" rIns="91440" bIns="45720" rtlCol="0" anchor="t">
              <a:spAutoFit/>
            </a:bodyPr>
            <a:lstStyle/>
            <a:p>
              <a:pPr marR="0" algn="ctr"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PUBLIC / PRIVATE</a:t>
              </a:r>
            </a:p>
            <a:p>
              <a:pPr marR="0" algn="ctr" defTabSz="914400" rtl="0" eaLnBrk="1" fontAlgn="auto" latinLnBrk="0" hangingPunct="1">
                <a:lnSpc>
                  <a:spcPct val="95000"/>
                </a:lnSpc>
                <a:spcBef>
                  <a:spcPts val="400"/>
                </a:spcBef>
                <a:spcAft>
                  <a:spcPts val="200"/>
                </a:spcAft>
                <a:buClr>
                  <a:schemeClr val="accent1"/>
                </a:buClr>
                <a:buSzTx/>
                <a:tabLst/>
              </a:pPr>
              <a:r>
                <a:rPr lang="en-US" sz="1400" dirty="0">
                  <a:solidFill>
                    <a:sysClr val="windowText" lastClr="000000">
                      <a:alpha val="25000"/>
                    </a:sysClr>
                  </a:solidFill>
                </a:rPr>
                <a:t>CLOUD</a:t>
              </a:r>
              <a:endParaRPr kumimoji="0" lang="en-US" sz="1400" b="0" i="0" u="none" strike="noStrike" kern="1200" cap="none" spc="0" normalizeH="0" baseline="0" noProof="0" dirty="0">
                <a:ln>
                  <a:noFill/>
                </a:ln>
                <a:solidFill>
                  <a:sysClr val="windowText" lastClr="000000">
                    <a:alpha val="25000"/>
                  </a:sysClr>
                </a:solidFill>
                <a:effectLst/>
                <a:uLnTx/>
                <a:uFillTx/>
              </a:endParaRPr>
            </a:p>
          </p:txBody>
        </p:sp>
      </p:grpSp>
      <p:grpSp>
        <p:nvGrpSpPr>
          <p:cNvPr id="28" name="Group 27">
            <a:extLst>
              <a:ext uri="{FF2B5EF4-FFF2-40B4-BE49-F238E27FC236}">
                <a16:creationId xmlns:a16="http://schemas.microsoft.com/office/drawing/2014/main" id="{A6026C75-93CE-9A44-8BCA-5F68CDC2C567}"/>
              </a:ext>
            </a:extLst>
          </p:cNvPr>
          <p:cNvGrpSpPr/>
          <p:nvPr/>
        </p:nvGrpSpPr>
        <p:grpSpPr>
          <a:xfrm>
            <a:off x="1006533" y="2438516"/>
            <a:ext cx="1964648" cy="1655332"/>
            <a:chOff x="1174595" y="3228223"/>
            <a:chExt cx="1964648" cy="1655332"/>
          </a:xfrm>
        </p:grpSpPr>
        <p:grpSp>
          <p:nvGrpSpPr>
            <p:cNvPr id="17" name="Group 16">
              <a:extLst>
                <a:ext uri="{FF2B5EF4-FFF2-40B4-BE49-F238E27FC236}">
                  <a16:creationId xmlns:a16="http://schemas.microsoft.com/office/drawing/2014/main" id="{D8DEF369-700F-2C4E-B8FD-25A97EA89673}"/>
                </a:ext>
              </a:extLst>
            </p:cNvPr>
            <p:cNvGrpSpPr/>
            <p:nvPr/>
          </p:nvGrpSpPr>
          <p:grpSpPr>
            <a:xfrm>
              <a:off x="1174595" y="3228223"/>
              <a:ext cx="1964648" cy="1365401"/>
              <a:chOff x="1320858" y="3456571"/>
              <a:chExt cx="1964648" cy="1365401"/>
            </a:xfrm>
          </p:grpSpPr>
          <p:pic>
            <p:nvPicPr>
              <p:cNvPr id="16" name="Graphic 15">
                <a:extLst>
                  <a:ext uri="{FF2B5EF4-FFF2-40B4-BE49-F238E27FC236}">
                    <a16:creationId xmlns:a16="http://schemas.microsoft.com/office/drawing/2014/main" id="{8C478488-B97B-C344-BE1A-F4B14C8077BD}"/>
                  </a:ext>
                </a:extLst>
              </p:cNvPr>
              <p:cNvPicPr>
                <a:picLocks noChangeAspect="1"/>
              </p:cNvPicPr>
              <p:nvPr/>
            </p:nvPicPr>
            <p:blipFill>
              <a:blip r:embed="rId3" cstate="print">
                <a:alphaModFix amt="25000"/>
                <a:extLst>
                  <a:ext uri="{28A0092B-C50C-407E-A947-70E740481C1C}">
                    <a14:useLocalDpi xmlns:a14="http://schemas.microsoft.com/office/drawing/2010/main" val="0"/>
                  </a:ext>
                </a:extLst>
              </a:blip>
              <a:srcRect/>
              <a:stretch/>
            </p:blipFill>
            <p:spPr>
              <a:xfrm>
                <a:off x="1320858" y="3793272"/>
                <a:ext cx="1028700" cy="1028700"/>
              </a:xfrm>
              <a:prstGeom prst="rect">
                <a:avLst/>
              </a:prstGeom>
            </p:spPr>
          </p:pic>
          <p:pic>
            <p:nvPicPr>
              <p:cNvPr id="13" name="Graphic 12">
                <a:extLst>
                  <a:ext uri="{FF2B5EF4-FFF2-40B4-BE49-F238E27FC236}">
                    <a16:creationId xmlns:a16="http://schemas.microsoft.com/office/drawing/2014/main" id="{621FFC67-89C3-EA43-A55A-73794A1A54C9}"/>
                  </a:ext>
                </a:extLst>
              </p:cNvPr>
              <p:cNvPicPr>
                <a:picLocks noChangeAspect="1"/>
              </p:cNvPicPr>
              <p:nvPr/>
            </p:nvPicPr>
            <p:blipFill>
              <a:blip r:embed="rId3" cstate="print">
                <a:alphaModFix amt="25000"/>
                <a:extLst>
                  <a:ext uri="{28A0092B-C50C-407E-A947-70E740481C1C}">
                    <a14:useLocalDpi xmlns:a14="http://schemas.microsoft.com/office/drawing/2010/main" val="0"/>
                  </a:ext>
                </a:extLst>
              </a:blip>
              <a:srcRect/>
              <a:stretch/>
            </p:blipFill>
            <p:spPr>
              <a:xfrm>
                <a:off x="2256806" y="3793272"/>
                <a:ext cx="1028700" cy="1028700"/>
              </a:xfrm>
              <a:prstGeom prst="rect">
                <a:avLst/>
              </a:prstGeom>
            </p:spPr>
          </p:pic>
          <p:pic>
            <p:nvPicPr>
              <p:cNvPr id="12" name="Graphic 11">
                <a:extLst>
                  <a:ext uri="{FF2B5EF4-FFF2-40B4-BE49-F238E27FC236}">
                    <a16:creationId xmlns:a16="http://schemas.microsoft.com/office/drawing/2014/main" id="{D649AB32-64CF-314E-B064-ED7D7238C155}"/>
                  </a:ext>
                </a:extLst>
              </p:cNvPr>
              <p:cNvPicPr>
                <a:picLocks noChangeAspect="1"/>
              </p:cNvPicPr>
              <p:nvPr/>
            </p:nvPicPr>
            <p:blipFill>
              <a:blip r:embed="rId3" cstate="print">
                <a:alphaModFix amt="25000"/>
                <a:extLst>
                  <a:ext uri="{28A0092B-C50C-407E-A947-70E740481C1C}">
                    <a14:useLocalDpi xmlns:a14="http://schemas.microsoft.com/office/drawing/2010/main" val="0"/>
                  </a:ext>
                </a:extLst>
              </a:blip>
              <a:srcRect/>
              <a:stretch/>
            </p:blipFill>
            <p:spPr>
              <a:xfrm>
                <a:off x="1835207" y="3456571"/>
                <a:ext cx="1028700" cy="1028700"/>
              </a:xfrm>
              <a:prstGeom prst="rect">
                <a:avLst/>
              </a:prstGeom>
            </p:spPr>
          </p:pic>
        </p:grpSp>
        <p:sp>
          <p:nvSpPr>
            <p:cNvPr id="18" name="TextBox 17">
              <a:extLst>
                <a:ext uri="{FF2B5EF4-FFF2-40B4-BE49-F238E27FC236}">
                  <a16:creationId xmlns:a16="http://schemas.microsoft.com/office/drawing/2014/main" id="{96F1692F-372C-E542-B4AE-7D7A1D70C622}"/>
                </a:ext>
              </a:extLst>
            </p:cNvPr>
            <p:cNvSpPr txBox="1"/>
            <p:nvPr/>
          </p:nvSpPr>
          <p:spPr>
            <a:xfrm>
              <a:off x="1754757" y="4586551"/>
              <a:ext cx="805029"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alpha val="25000"/>
                    </a:schemeClr>
                  </a:solidFill>
                  <a:effectLst/>
                  <a:uLnTx/>
                  <a:uFillTx/>
                  <a:latin typeface="+mn-lt"/>
                </a:rPr>
                <a:t>USERS</a:t>
              </a:r>
            </a:p>
          </p:txBody>
        </p:sp>
      </p:grpSp>
      <p:grpSp>
        <p:nvGrpSpPr>
          <p:cNvPr id="19" name="Group 18">
            <a:extLst>
              <a:ext uri="{FF2B5EF4-FFF2-40B4-BE49-F238E27FC236}">
                <a16:creationId xmlns:a16="http://schemas.microsoft.com/office/drawing/2014/main" id="{B60C4D44-DAD7-C346-84B1-F72456CCE69A}"/>
              </a:ext>
            </a:extLst>
          </p:cNvPr>
          <p:cNvGrpSpPr/>
          <p:nvPr/>
        </p:nvGrpSpPr>
        <p:grpSpPr>
          <a:xfrm>
            <a:off x="7591233" y="364569"/>
            <a:ext cx="2827171" cy="1542098"/>
            <a:chOff x="1143000" y="972502"/>
            <a:chExt cx="2827171" cy="1542098"/>
          </a:xfrm>
        </p:grpSpPr>
        <p:pic>
          <p:nvPicPr>
            <p:cNvPr id="20" name="image179.png">
              <a:extLst>
                <a:ext uri="{FF2B5EF4-FFF2-40B4-BE49-F238E27FC236}">
                  <a16:creationId xmlns:a16="http://schemas.microsoft.com/office/drawing/2014/main" id="{61AF875F-28AF-0B4F-A311-AEFAD4F7E337}"/>
                </a:ext>
              </a:extLst>
            </p:cNvPr>
            <p:cNvPicPr/>
            <p:nvPr/>
          </p:nvPicPr>
          <p:blipFill>
            <a:blip r:embed="rId2">
              <a:alphaModFix amt="25000"/>
            </a:blip>
            <a:stretch>
              <a:fillRect/>
            </a:stretch>
          </p:blipFill>
          <p:spPr>
            <a:xfrm>
              <a:off x="1143000" y="972502"/>
              <a:ext cx="2827171" cy="1542098"/>
            </a:xfrm>
            <a:prstGeom prst="rect">
              <a:avLst/>
            </a:prstGeom>
            <a:ln w="12700">
              <a:miter lim="400000"/>
            </a:ln>
          </p:spPr>
        </p:pic>
        <p:sp>
          <p:nvSpPr>
            <p:cNvPr id="21" name="TextBox 20">
              <a:extLst>
                <a:ext uri="{FF2B5EF4-FFF2-40B4-BE49-F238E27FC236}">
                  <a16:creationId xmlns:a16="http://schemas.microsoft.com/office/drawing/2014/main" id="{47BBEE76-ABAD-8145-8D70-98D8494DC745}"/>
                </a:ext>
              </a:extLst>
            </p:cNvPr>
            <p:cNvSpPr txBox="1"/>
            <p:nvPr/>
          </p:nvSpPr>
          <p:spPr>
            <a:xfrm>
              <a:off x="1732391" y="1524000"/>
              <a:ext cx="1725730" cy="578620"/>
            </a:xfrm>
            <a:prstGeom prst="rect">
              <a:avLst/>
            </a:prstGeom>
          </p:spPr>
          <p:txBody>
            <a:bodyPr vert="horz" wrap="none" lIns="91440" tIns="45720" rIns="91440" bIns="45720" rtlCol="0" anchor="t">
              <a:spAutoFit/>
            </a:bodyPr>
            <a:lstStyle/>
            <a:p>
              <a:pPr marR="0" algn="ctr"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PUBLIC / PRIVATE</a:t>
              </a:r>
            </a:p>
            <a:p>
              <a:pPr marR="0" algn="ctr" defTabSz="914400" rtl="0" eaLnBrk="1" fontAlgn="auto" latinLnBrk="0" hangingPunct="1">
                <a:lnSpc>
                  <a:spcPct val="95000"/>
                </a:lnSpc>
                <a:spcBef>
                  <a:spcPts val="400"/>
                </a:spcBef>
                <a:spcAft>
                  <a:spcPts val="200"/>
                </a:spcAft>
                <a:buClr>
                  <a:schemeClr val="accent1"/>
                </a:buClr>
                <a:buSzTx/>
                <a:tabLst/>
              </a:pPr>
              <a:r>
                <a:rPr lang="en-US" sz="1400" dirty="0">
                  <a:solidFill>
                    <a:sysClr val="windowText" lastClr="000000">
                      <a:alpha val="25000"/>
                    </a:sysClr>
                  </a:solidFill>
                </a:rPr>
                <a:t>CLOUD</a:t>
              </a:r>
              <a:endParaRPr kumimoji="0" lang="en-US" sz="1400" b="0" i="0" u="none" strike="noStrike" kern="1200" cap="none" spc="0" normalizeH="0" baseline="0" noProof="0" dirty="0">
                <a:ln>
                  <a:noFill/>
                </a:ln>
                <a:solidFill>
                  <a:sysClr val="windowText" lastClr="000000">
                    <a:alpha val="25000"/>
                  </a:sysClr>
                </a:solidFill>
                <a:effectLst/>
                <a:uLnTx/>
                <a:uFillTx/>
              </a:endParaRPr>
            </a:p>
          </p:txBody>
        </p:sp>
      </p:grpSp>
      <p:sp>
        <p:nvSpPr>
          <p:cNvPr id="22" name="Rectangle 21">
            <a:extLst>
              <a:ext uri="{FF2B5EF4-FFF2-40B4-BE49-F238E27FC236}">
                <a16:creationId xmlns:a16="http://schemas.microsoft.com/office/drawing/2014/main" id="{61CEAD2D-7148-A74D-B2A6-6FE6468E1AF9}"/>
              </a:ext>
            </a:extLst>
          </p:cNvPr>
          <p:cNvSpPr/>
          <p:nvPr/>
        </p:nvSpPr>
        <p:spPr>
          <a:xfrm>
            <a:off x="4159683" y="2445360"/>
            <a:ext cx="3536517" cy="3345840"/>
          </a:xfrm>
          <a:prstGeom prst="rect">
            <a:avLst/>
          </a:prstGeom>
          <a:solidFill>
            <a:schemeClr val="accent1">
              <a:alpha val="2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5000"/>
              </a:lnSpc>
            </a:pPr>
            <a:r>
              <a:rPr lang="en-US" dirty="0"/>
              <a:t>   </a:t>
            </a:r>
          </a:p>
        </p:txBody>
      </p:sp>
      <p:sp>
        <p:nvSpPr>
          <p:cNvPr id="23" name="Rectangle 22">
            <a:extLst>
              <a:ext uri="{FF2B5EF4-FFF2-40B4-BE49-F238E27FC236}">
                <a16:creationId xmlns:a16="http://schemas.microsoft.com/office/drawing/2014/main" id="{D554B94C-C066-014D-8C98-FFD68D8C3A71}"/>
              </a:ext>
            </a:extLst>
          </p:cNvPr>
          <p:cNvSpPr/>
          <p:nvPr/>
        </p:nvSpPr>
        <p:spPr>
          <a:xfrm>
            <a:off x="4159683" y="2398487"/>
            <a:ext cx="3536517" cy="715491"/>
          </a:xfrm>
          <a:prstGeom prst="rect">
            <a:avLst/>
          </a:prstGeom>
          <a:solidFill>
            <a:schemeClr val="accent1">
              <a:lumMod val="75000"/>
              <a:alpha val="2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5000"/>
              </a:lnSpc>
            </a:pPr>
            <a:r>
              <a:rPr lang="en-US" sz="1600" dirty="0">
                <a:solidFill>
                  <a:schemeClr val="lt1">
                    <a:alpha val="25000"/>
                  </a:schemeClr>
                </a:solidFill>
              </a:rPr>
              <a:t>ANSIBLE AUTOMATION ENGINE</a:t>
            </a:r>
          </a:p>
        </p:txBody>
      </p:sp>
      <p:grpSp>
        <p:nvGrpSpPr>
          <p:cNvPr id="27" name="Group 26">
            <a:extLst>
              <a:ext uri="{FF2B5EF4-FFF2-40B4-BE49-F238E27FC236}">
                <a16:creationId xmlns:a16="http://schemas.microsoft.com/office/drawing/2014/main" id="{3E7540C4-A138-AE4E-96BB-731A4401B485}"/>
              </a:ext>
            </a:extLst>
          </p:cNvPr>
          <p:cNvGrpSpPr/>
          <p:nvPr/>
        </p:nvGrpSpPr>
        <p:grpSpPr>
          <a:xfrm>
            <a:off x="4566070" y="4476433"/>
            <a:ext cx="1072730" cy="1099959"/>
            <a:chOff x="4394673" y="4104640"/>
            <a:chExt cx="1072730" cy="1099959"/>
          </a:xfrm>
        </p:grpSpPr>
        <p:pic>
          <p:nvPicPr>
            <p:cNvPr id="25" name="Graphic 24">
              <a:extLst>
                <a:ext uri="{FF2B5EF4-FFF2-40B4-BE49-F238E27FC236}">
                  <a16:creationId xmlns:a16="http://schemas.microsoft.com/office/drawing/2014/main" id="{99AFEDB1-3301-3E44-8AD5-2E53DCA549A0}"/>
                </a:ext>
              </a:extLst>
            </p:cNvPr>
            <p:cNvPicPr>
              <a:picLocks noChangeAspect="1"/>
            </p:cNvPicPr>
            <p:nvPr/>
          </p:nvPicPr>
          <p:blipFill>
            <a:blip r:embed="rId4" cstate="print">
              <a:alphaModFix amt="25000"/>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26" name="TextBox 25">
              <a:extLst>
                <a:ext uri="{FF2B5EF4-FFF2-40B4-BE49-F238E27FC236}">
                  <a16:creationId xmlns:a16="http://schemas.microsoft.com/office/drawing/2014/main" id="{48571D0D-EFFB-3947-BDD7-F545B8200B8A}"/>
                </a:ext>
              </a:extLst>
            </p:cNvPr>
            <p:cNvSpPr txBox="1"/>
            <p:nvPr/>
          </p:nvSpPr>
          <p:spPr>
            <a:xfrm>
              <a:off x="4394673" y="4907595"/>
              <a:ext cx="107273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MODULES</a:t>
              </a:r>
            </a:p>
          </p:txBody>
        </p:sp>
      </p:grpSp>
      <p:grpSp>
        <p:nvGrpSpPr>
          <p:cNvPr id="29" name="Group 28">
            <a:extLst>
              <a:ext uri="{FF2B5EF4-FFF2-40B4-BE49-F238E27FC236}">
                <a16:creationId xmlns:a16="http://schemas.microsoft.com/office/drawing/2014/main" id="{0A302B3B-EB34-D446-98B5-C94A08CA37BE}"/>
              </a:ext>
            </a:extLst>
          </p:cNvPr>
          <p:cNvGrpSpPr/>
          <p:nvPr/>
        </p:nvGrpSpPr>
        <p:grpSpPr>
          <a:xfrm>
            <a:off x="6096000" y="3277782"/>
            <a:ext cx="1072730" cy="1099959"/>
            <a:chOff x="4394673" y="4104640"/>
            <a:chExt cx="1072730" cy="1099959"/>
          </a:xfrm>
        </p:grpSpPr>
        <p:pic>
          <p:nvPicPr>
            <p:cNvPr id="30" name="Graphic 29">
              <a:extLst>
                <a:ext uri="{FF2B5EF4-FFF2-40B4-BE49-F238E27FC236}">
                  <a16:creationId xmlns:a16="http://schemas.microsoft.com/office/drawing/2014/main" id="{968834F6-612C-DE4D-BBED-86E42C7D9730}"/>
                </a:ext>
              </a:extLst>
            </p:cNvPr>
            <p:cNvPicPr>
              <a:picLocks noChangeAspect="1"/>
            </p:cNvPicPr>
            <p:nvPr/>
          </p:nvPicPr>
          <p:blipFill>
            <a:blip r:embed="rId5" cstate="print">
              <a:alphaModFix amt="25000"/>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31" name="TextBox 30">
              <a:extLst>
                <a:ext uri="{FF2B5EF4-FFF2-40B4-BE49-F238E27FC236}">
                  <a16:creationId xmlns:a16="http://schemas.microsoft.com/office/drawing/2014/main" id="{4CC5732C-F0EF-504E-8BAB-843F6A0A4A7D}"/>
                </a:ext>
              </a:extLst>
            </p:cNvPr>
            <p:cNvSpPr txBox="1"/>
            <p:nvPr/>
          </p:nvSpPr>
          <p:spPr>
            <a:xfrm>
              <a:off x="4394673" y="4907595"/>
              <a:ext cx="107273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MODULES</a:t>
              </a:r>
            </a:p>
          </p:txBody>
        </p:sp>
      </p:grpSp>
      <p:grpSp>
        <p:nvGrpSpPr>
          <p:cNvPr id="32" name="Group 31">
            <a:extLst>
              <a:ext uri="{FF2B5EF4-FFF2-40B4-BE49-F238E27FC236}">
                <a16:creationId xmlns:a16="http://schemas.microsoft.com/office/drawing/2014/main" id="{E7EED822-6563-154F-A068-00E56D7D06A9}"/>
              </a:ext>
            </a:extLst>
          </p:cNvPr>
          <p:cNvGrpSpPr/>
          <p:nvPr/>
        </p:nvGrpSpPr>
        <p:grpSpPr>
          <a:xfrm>
            <a:off x="4413670" y="3263738"/>
            <a:ext cx="1226490" cy="1099959"/>
            <a:chOff x="4394673" y="4104640"/>
            <a:chExt cx="1226490" cy="1099959"/>
          </a:xfrm>
        </p:grpSpPr>
        <p:pic>
          <p:nvPicPr>
            <p:cNvPr id="33" name="Graphic 32">
              <a:extLst>
                <a:ext uri="{FF2B5EF4-FFF2-40B4-BE49-F238E27FC236}">
                  <a16:creationId xmlns:a16="http://schemas.microsoft.com/office/drawing/2014/main" id="{84908B27-B32A-B745-9C4B-AB175A418EAC}"/>
                </a:ext>
              </a:extLst>
            </p:cNvPr>
            <p:cNvPicPr>
              <a:picLocks noChangeAspect="1"/>
            </p:cNvPicPr>
            <p:nvPr/>
          </p:nvPicPr>
          <p:blipFill>
            <a:blip r:embed="rId6" cstate="print">
              <a:alphaModFix/>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34" name="TextBox 33">
              <a:extLst>
                <a:ext uri="{FF2B5EF4-FFF2-40B4-BE49-F238E27FC236}">
                  <a16:creationId xmlns:a16="http://schemas.microsoft.com/office/drawing/2014/main" id="{6D8AA793-A4BC-4C4A-9A2B-BD5FE588E627}"/>
                </a:ext>
              </a:extLst>
            </p:cNvPr>
            <p:cNvSpPr txBox="1"/>
            <p:nvPr/>
          </p:nvSpPr>
          <p:spPr>
            <a:xfrm>
              <a:off x="4394673" y="4907595"/>
              <a:ext cx="122649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solidFill>
                  <a:effectLst/>
                  <a:uLnTx/>
                  <a:uFillTx/>
                  <a:latin typeface="+mn-lt"/>
                </a:rPr>
                <a:t>INVENTORY</a:t>
              </a:r>
            </a:p>
          </p:txBody>
        </p:sp>
      </p:grpSp>
      <p:grpSp>
        <p:nvGrpSpPr>
          <p:cNvPr id="35" name="Group 34">
            <a:extLst>
              <a:ext uri="{FF2B5EF4-FFF2-40B4-BE49-F238E27FC236}">
                <a16:creationId xmlns:a16="http://schemas.microsoft.com/office/drawing/2014/main" id="{F21A7AB1-A3F8-0F40-B4A5-536DDF9C1D95}"/>
              </a:ext>
            </a:extLst>
          </p:cNvPr>
          <p:cNvGrpSpPr/>
          <p:nvPr/>
        </p:nvGrpSpPr>
        <p:grpSpPr>
          <a:xfrm>
            <a:off x="6298093" y="4534491"/>
            <a:ext cx="973343" cy="1066371"/>
            <a:chOff x="4444366" y="4104640"/>
            <a:chExt cx="973343" cy="1066371"/>
          </a:xfrm>
        </p:grpSpPr>
        <p:pic>
          <p:nvPicPr>
            <p:cNvPr id="36" name="Graphic 35">
              <a:extLst>
                <a:ext uri="{FF2B5EF4-FFF2-40B4-BE49-F238E27FC236}">
                  <a16:creationId xmlns:a16="http://schemas.microsoft.com/office/drawing/2014/main" id="{800F2CD3-58F8-DC44-B649-F01A77521B8D}"/>
                </a:ext>
              </a:extLst>
            </p:cNvPr>
            <p:cNvPicPr>
              <a:picLocks noChangeAspect="1"/>
            </p:cNvPicPr>
            <p:nvPr/>
          </p:nvPicPr>
          <p:blipFill>
            <a:blip r:embed="rId7" cstate="print">
              <a:alphaModFix amt="25000"/>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37" name="TextBox 36">
              <a:extLst>
                <a:ext uri="{FF2B5EF4-FFF2-40B4-BE49-F238E27FC236}">
                  <a16:creationId xmlns:a16="http://schemas.microsoft.com/office/drawing/2014/main" id="{336078FE-46CF-0E48-8DDC-5FA12C8098A7}"/>
                </a:ext>
              </a:extLst>
            </p:cNvPr>
            <p:cNvSpPr txBox="1"/>
            <p:nvPr/>
          </p:nvSpPr>
          <p:spPr>
            <a:xfrm>
              <a:off x="4444366" y="4874007"/>
              <a:ext cx="973343"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PLUGINS</a:t>
              </a:r>
            </a:p>
          </p:txBody>
        </p:sp>
      </p:grpSp>
      <p:grpSp>
        <p:nvGrpSpPr>
          <p:cNvPr id="41" name="Group 40">
            <a:extLst>
              <a:ext uri="{FF2B5EF4-FFF2-40B4-BE49-F238E27FC236}">
                <a16:creationId xmlns:a16="http://schemas.microsoft.com/office/drawing/2014/main" id="{140A1856-1E19-9746-810F-AAB1C7FE5F27}"/>
              </a:ext>
            </a:extLst>
          </p:cNvPr>
          <p:cNvGrpSpPr/>
          <p:nvPr/>
        </p:nvGrpSpPr>
        <p:grpSpPr>
          <a:xfrm>
            <a:off x="962341" y="4307227"/>
            <a:ext cx="1960280" cy="1936814"/>
            <a:chOff x="1030730" y="4419600"/>
            <a:chExt cx="1960280" cy="1936814"/>
          </a:xfrm>
        </p:grpSpPr>
        <p:pic>
          <p:nvPicPr>
            <p:cNvPr id="39" name="Graphic 38">
              <a:extLst>
                <a:ext uri="{FF2B5EF4-FFF2-40B4-BE49-F238E27FC236}">
                  <a16:creationId xmlns:a16="http://schemas.microsoft.com/office/drawing/2014/main" id="{9362BCAA-184E-9A40-AA39-D9F53CD58BC5}"/>
                </a:ext>
              </a:extLst>
            </p:cNvPr>
            <p:cNvPicPr>
              <a:picLocks noChangeAspect="1"/>
            </p:cNvPicPr>
            <p:nvPr/>
          </p:nvPicPr>
          <p:blipFill>
            <a:blip r:embed="rId8" cstate="print">
              <a:alphaModFix amt="25000"/>
              <a:extLst>
                <a:ext uri="{28A0092B-C50C-407E-A947-70E740481C1C}">
                  <a14:useLocalDpi xmlns:a14="http://schemas.microsoft.com/office/drawing/2010/main" val="0"/>
                </a:ext>
              </a:extLst>
            </a:blip>
            <a:srcRect/>
            <a:stretch/>
          </p:blipFill>
          <p:spPr>
            <a:xfrm>
              <a:off x="1261047" y="4419600"/>
              <a:ext cx="1593104" cy="1593104"/>
            </a:xfrm>
            <a:prstGeom prst="rect">
              <a:avLst/>
            </a:prstGeom>
          </p:spPr>
        </p:pic>
        <p:sp>
          <p:nvSpPr>
            <p:cNvPr id="40" name="TextBox 39">
              <a:extLst>
                <a:ext uri="{FF2B5EF4-FFF2-40B4-BE49-F238E27FC236}">
                  <a16:creationId xmlns:a16="http://schemas.microsoft.com/office/drawing/2014/main" id="{624C1FD2-636B-784E-8E94-7DAAFE32B589}"/>
                </a:ext>
              </a:extLst>
            </p:cNvPr>
            <p:cNvSpPr txBox="1"/>
            <p:nvPr/>
          </p:nvSpPr>
          <p:spPr>
            <a:xfrm>
              <a:off x="1030730" y="6059410"/>
              <a:ext cx="196028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alpha val="25000"/>
                    </a:schemeClr>
                  </a:solidFill>
                  <a:effectLst/>
                  <a:uLnTx/>
                  <a:uFillTx/>
                  <a:latin typeface="+mn-lt"/>
                </a:rPr>
                <a:t>ANSIBLE</a:t>
              </a:r>
              <a:r>
                <a:rPr kumimoji="0" lang="en-US" sz="1400" b="0" i="0" u="none" strike="noStrike" kern="1200" cap="none" spc="0" normalizeH="0" baseline="0" noProof="0" dirty="0">
                  <a:ln>
                    <a:noFill/>
                  </a:ln>
                  <a:solidFill>
                    <a:schemeClr val="bg1"/>
                  </a:solidFill>
                  <a:effectLst/>
                  <a:uLnTx/>
                  <a:uFillTx/>
                  <a:latin typeface="+mn-lt"/>
                </a:rPr>
                <a:t> </a:t>
              </a:r>
              <a:r>
                <a:rPr kumimoji="0" lang="en-US" sz="1400" b="0" i="0" u="none" strike="noStrike" kern="1200" cap="none" spc="0" normalizeH="0" baseline="0" noProof="0" dirty="0">
                  <a:ln>
                    <a:noFill/>
                  </a:ln>
                  <a:solidFill>
                    <a:schemeClr val="bg1">
                      <a:alpha val="25000"/>
                    </a:schemeClr>
                  </a:solidFill>
                  <a:effectLst/>
                  <a:uLnTx/>
                  <a:uFillTx/>
                  <a:latin typeface="+mn-lt"/>
                </a:rPr>
                <a:t>PLAYBOOK</a:t>
              </a:r>
            </a:p>
          </p:txBody>
        </p:sp>
      </p:grpSp>
      <p:grpSp>
        <p:nvGrpSpPr>
          <p:cNvPr id="45" name="Group 44">
            <a:extLst>
              <a:ext uri="{FF2B5EF4-FFF2-40B4-BE49-F238E27FC236}">
                <a16:creationId xmlns:a16="http://schemas.microsoft.com/office/drawing/2014/main" id="{A4B236CD-B8C3-CA47-A6E8-210ABF85E42E}"/>
              </a:ext>
            </a:extLst>
          </p:cNvPr>
          <p:cNvGrpSpPr/>
          <p:nvPr/>
        </p:nvGrpSpPr>
        <p:grpSpPr>
          <a:xfrm>
            <a:off x="5434176" y="758392"/>
            <a:ext cx="1198189" cy="963499"/>
            <a:chOff x="5495423" y="979683"/>
            <a:chExt cx="1198189" cy="963499"/>
          </a:xfrm>
        </p:grpSpPr>
        <p:pic>
          <p:nvPicPr>
            <p:cNvPr id="43" name="image197.png">
              <a:extLst>
                <a:ext uri="{FF2B5EF4-FFF2-40B4-BE49-F238E27FC236}">
                  <a16:creationId xmlns:a16="http://schemas.microsoft.com/office/drawing/2014/main" id="{85ADF2ED-765F-2E42-B6E4-C28D6A6145F4}"/>
                </a:ext>
              </a:extLst>
            </p:cNvPr>
            <p:cNvPicPr/>
            <p:nvPr/>
          </p:nvPicPr>
          <p:blipFill>
            <a:blip r:embed="rId9">
              <a:alphaModFix amt="25000"/>
            </a:blip>
            <a:stretch>
              <a:fillRect/>
            </a:stretch>
          </p:blipFill>
          <p:spPr>
            <a:xfrm>
              <a:off x="5498388" y="1366323"/>
              <a:ext cx="1195224" cy="576859"/>
            </a:xfrm>
            <a:prstGeom prst="rect">
              <a:avLst/>
            </a:prstGeom>
            <a:ln w="12700">
              <a:miter lim="400000"/>
            </a:ln>
          </p:spPr>
        </p:pic>
        <p:pic>
          <p:nvPicPr>
            <p:cNvPr id="44" name="image197.png">
              <a:extLst>
                <a:ext uri="{FF2B5EF4-FFF2-40B4-BE49-F238E27FC236}">
                  <a16:creationId xmlns:a16="http://schemas.microsoft.com/office/drawing/2014/main" id="{2D1B190B-A60E-944F-9D0F-5ED7143675D1}"/>
                </a:ext>
              </a:extLst>
            </p:cNvPr>
            <p:cNvPicPr/>
            <p:nvPr/>
          </p:nvPicPr>
          <p:blipFill>
            <a:blip r:embed="rId9">
              <a:alphaModFix amt="25000"/>
            </a:blip>
            <a:stretch>
              <a:fillRect/>
            </a:stretch>
          </p:blipFill>
          <p:spPr>
            <a:xfrm>
              <a:off x="5495423" y="979683"/>
              <a:ext cx="1195224" cy="576859"/>
            </a:xfrm>
            <a:prstGeom prst="rect">
              <a:avLst/>
            </a:prstGeom>
            <a:ln w="12700">
              <a:miter lim="400000"/>
            </a:ln>
          </p:spPr>
        </p:pic>
      </p:grpSp>
      <p:sp>
        <p:nvSpPr>
          <p:cNvPr id="49" name="TextBox 48">
            <a:extLst>
              <a:ext uri="{FF2B5EF4-FFF2-40B4-BE49-F238E27FC236}">
                <a16:creationId xmlns:a16="http://schemas.microsoft.com/office/drawing/2014/main" id="{E479613C-F27D-B742-80AF-33F5A87AE72C}"/>
              </a:ext>
            </a:extLst>
          </p:cNvPr>
          <p:cNvSpPr txBox="1"/>
          <p:nvPr/>
        </p:nvSpPr>
        <p:spPr>
          <a:xfrm>
            <a:off x="5690108" y="1381881"/>
            <a:ext cx="713657"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alpha val="25000"/>
                  </a:schemeClr>
                </a:solidFill>
              </a:rPr>
              <a:t>CMDB</a:t>
            </a:r>
            <a:endParaRPr kumimoji="0" lang="en-US" sz="1400" b="0" i="0" u="none" strike="noStrike" kern="1200" cap="none" spc="0" normalizeH="0" baseline="0" noProof="0" dirty="0">
              <a:ln>
                <a:noFill/>
              </a:ln>
              <a:solidFill>
                <a:schemeClr val="bg1">
                  <a:alpha val="25000"/>
                </a:schemeClr>
              </a:solidFill>
              <a:effectLst/>
              <a:uLnTx/>
              <a:uFillTx/>
            </a:endParaRPr>
          </a:p>
        </p:txBody>
      </p:sp>
      <p:grpSp>
        <p:nvGrpSpPr>
          <p:cNvPr id="52" name="Group 51">
            <a:extLst>
              <a:ext uri="{FF2B5EF4-FFF2-40B4-BE49-F238E27FC236}">
                <a16:creationId xmlns:a16="http://schemas.microsoft.com/office/drawing/2014/main" id="{1CB42589-770C-004A-BA8D-F8877C5DD0B9}"/>
              </a:ext>
            </a:extLst>
          </p:cNvPr>
          <p:cNvGrpSpPr/>
          <p:nvPr/>
        </p:nvGrpSpPr>
        <p:grpSpPr>
          <a:xfrm>
            <a:off x="9070121" y="4701342"/>
            <a:ext cx="1029900" cy="1074182"/>
            <a:chOff x="9000568" y="4555763"/>
            <a:chExt cx="1029900" cy="1074182"/>
          </a:xfrm>
        </p:grpSpPr>
        <p:pic>
          <p:nvPicPr>
            <p:cNvPr id="50" name="image41.png" descr="OS.png">
              <a:extLst>
                <a:ext uri="{FF2B5EF4-FFF2-40B4-BE49-F238E27FC236}">
                  <a16:creationId xmlns:a16="http://schemas.microsoft.com/office/drawing/2014/main" id="{23EAAC98-E305-6C4F-ABB4-7C22953B2F3A}"/>
                </a:ext>
              </a:extLst>
            </p:cNvPr>
            <p:cNvPicPr/>
            <p:nvPr/>
          </p:nvPicPr>
          <p:blipFill>
            <a:blip r:embed="rId10">
              <a:alphaModFix amt="25000"/>
            </a:blip>
            <a:stretch>
              <a:fillRect/>
            </a:stretch>
          </p:blipFill>
          <p:spPr>
            <a:xfrm>
              <a:off x="9000568" y="4555763"/>
              <a:ext cx="1029900" cy="758279"/>
            </a:xfrm>
            <a:prstGeom prst="rect">
              <a:avLst/>
            </a:prstGeom>
            <a:ln w="12700">
              <a:miter lim="400000"/>
            </a:ln>
          </p:spPr>
        </p:pic>
        <p:sp>
          <p:nvSpPr>
            <p:cNvPr id="51" name="TextBox 50">
              <a:extLst>
                <a:ext uri="{FF2B5EF4-FFF2-40B4-BE49-F238E27FC236}">
                  <a16:creationId xmlns:a16="http://schemas.microsoft.com/office/drawing/2014/main" id="{448B217C-86BA-6549-84E0-8127397621E9}"/>
                </a:ext>
              </a:extLst>
            </p:cNvPr>
            <p:cNvSpPr txBox="1"/>
            <p:nvPr/>
          </p:nvSpPr>
          <p:spPr>
            <a:xfrm>
              <a:off x="9108996" y="5332941"/>
              <a:ext cx="813043"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alpha val="25000"/>
                    </a:schemeClr>
                  </a:solidFill>
                </a:rPr>
                <a:t>OTHER</a:t>
              </a:r>
              <a:endParaRPr kumimoji="0" lang="en-US" sz="1400" b="0" i="0" u="none" strike="noStrike" kern="1200" cap="none" spc="0" normalizeH="0" baseline="0" noProof="0" dirty="0">
                <a:ln>
                  <a:noFill/>
                </a:ln>
                <a:solidFill>
                  <a:schemeClr val="bg1">
                    <a:alpha val="25000"/>
                  </a:schemeClr>
                </a:solidFill>
                <a:effectLst/>
                <a:uLnTx/>
                <a:uFillTx/>
              </a:endParaRPr>
            </a:p>
          </p:txBody>
        </p:sp>
      </p:grpSp>
      <p:pic>
        <p:nvPicPr>
          <p:cNvPr id="53" name="Picture 52">
            <a:extLst>
              <a:ext uri="{FF2B5EF4-FFF2-40B4-BE49-F238E27FC236}">
                <a16:creationId xmlns:a16="http://schemas.microsoft.com/office/drawing/2014/main" id="{D5D7122E-2772-3C42-BD17-BF0E9C5D2A42}"/>
              </a:ext>
            </a:extLst>
          </p:cNvPr>
          <p:cNvPicPr>
            <a:picLocks noChangeAspect="1"/>
          </p:cNvPicPr>
          <p:nvPr/>
        </p:nvPicPr>
        <p:blipFill>
          <a:blip r:embed="rId11" cstate="print">
            <a:alphaModFix amt="25000"/>
            <a:extLst>
              <a:ext uri="{28A0092B-C50C-407E-A947-70E740481C1C}">
                <a14:useLocalDpi xmlns:a14="http://schemas.microsoft.com/office/drawing/2010/main" val="0"/>
              </a:ext>
            </a:extLst>
          </a:blip>
          <a:stretch>
            <a:fillRect/>
          </a:stretch>
        </p:blipFill>
        <p:spPr>
          <a:xfrm>
            <a:off x="9070121" y="2282320"/>
            <a:ext cx="1029899" cy="1029899"/>
          </a:xfrm>
          <a:prstGeom prst="rect">
            <a:avLst/>
          </a:prstGeom>
        </p:spPr>
      </p:pic>
      <p:pic>
        <p:nvPicPr>
          <p:cNvPr id="54" name="AltaVault-Virtual-VMware.png">
            <a:extLst>
              <a:ext uri="{FF2B5EF4-FFF2-40B4-BE49-F238E27FC236}">
                <a16:creationId xmlns:a16="http://schemas.microsoft.com/office/drawing/2014/main" id="{C4623A4F-250C-8D4A-A7EA-0A84EE60A871}"/>
              </a:ext>
            </a:extLst>
          </p:cNvPr>
          <p:cNvPicPr>
            <a:picLocks noChangeAspect="1"/>
          </p:cNvPicPr>
          <p:nvPr/>
        </p:nvPicPr>
        <p:blipFill>
          <a:blip r:embed="rId12" cstate="print">
            <a:alphaModFix amt="25000"/>
            <a:extLst>
              <a:ext uri="{28A0092B-C50C-407E-A947-70E740481C1C}">
                <a14:useLocalDpi xmlns:a14="http://schemas.microsoft.com/office/drawing/2010/main" val="0"/>
              </a:ext>
            </a:extLst>
          </a:blip>
          <a:stretch>
            <a:fillRect/>
          </a:stretch>
        </p:blipFill>
        <p:spPr>
          <a:xfrm>
            <a:off x="9070828" y="3444895"/>
            <a:ext cx="1052786" cy="1052786"/>
          </a:xfrm>
          <a:prstGeom prst="rect">
            <a:avLst/>
          </a:prstGeom>
          <a:ln w="12700">
            <a:miter lim="400000"/>
          </a:ln>
        </p:spPr>
      </p:pic>
      <p:cxnSp>
        <p:nvCxnSpPr>
          <p:cNvPr id="56" name="Straight Arrow Connector 55">
            <a:extLst>
              <a:ext uri="{FF2B5EF4-FFF2-40B4-BE49-F238E27FC236}">
                <a16:creationId xmlns:a16="http://schemas.microsoft.com/office/drawing/2014/main" id="{5BCDDC35-F3D5-D245-BB50-BDCC8D738E85}"/>
              </a:ext>
            </a:extLst>
          </p:cNvPr>
          <p:cNvCxnSpPr>
            <a:cxnSpLocks/>
            <a:stCxn id="16" idx="2"/>
          </p:cNvCxnSpPr>
          <p:nvPr/>
        </p:nvCxnSpPr>
        <p:spPr>
          <a:xfrm>
            <a:off x="1520883" y="3803917"/>
            <a:ext cx="0" cy="425322"/>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Elbow Connector 60">
            <a:extLst>
              <a:ext uri="{FF2B5EF4-FFF2-40B4-BE49-F238E27FC236}">
                <a16:creationId xmlns:a16="http://schemas.microsoft.com/office/drawing/2014/main" id="{2A9055AB-6566-9543-9154-B7701609BF29}"/>
              </a:ext>
            </a:extLst>
          </p:cNvPr>
          <p:cNvCxnSpPr>
            <a:stCxn id="13" idx="2"/>
          </p:cNvCxnSpPr>
          <p:nvPr/>
        </p:nvCxnSpPr>
        <p:spPr>
          <a:xfrm rot="16200000" flipH="1">
            <a:off x="3224572" y="3036176"/>
            <a:ext cx="167371" cy="1702852"/>
          </a:xfrm>
          <a:prstGeom prst="bentConnector2">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BF78B953-7D34-0E48-88BB-D4783198D0C9}"/>
              </a:ext>
            </a:extLst>
          </p:cNvPr>
          <p:cNvCxnSpPr>
            <a:stCxn id="39" idx="3"/>
          </p:cNvCxnSpPr>
          <p:nvPr/>
        </p:nvCxnSpPr>
        <p:spPr>
          <a:xfrm>
            <a:off x="2785762" y="5103779"/>
            <a:ext cx="1373921" cy="0"/>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22140761-282C-324F-B2BD-368053A1EF50}"/>
              </a:ext>
            </a:extLst>
          </p:cNvPr>
          <p:cNvCxnSpPr/>
          <p:nvPr/>
        </p:nvCxnSpPr>
        <p:spPr>
          <a:xfrm>
            <a:off x="7696200" y="3429000"/>
            <a:ext cx="1219200" cy="0"/>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415331D-AF3B-0747-804F-A4DBA402DA36}"/>
              </a:ext>
            </a:extLst>
          </p:cNvPr>
          <p:cNvCxnSpPr/>
          <p:nvPr/>
        </p:nvCxnSpPr>
        <p:spPr>
          <a:xfrm>
            <a:off x="7696200" y="4836989"/>
            <a:ext cx="1219200" cy="0"/>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Elbow Connector 74">
            <a:extLst>
              <a:ext uri="{FF2B5EF4-FFF2-40B4-BE49-F238E27FC236}">
                <a16:creationId xmlns:a16="http://schemas.microsoft.com/office/drawing/2014/main" id="{23929278-EAD1-AB4E-9A3D-6A4FB0C296BC}"/>
              </a:ext>
            </a:extLst>
          </p:cNvPr>
          <p:cNvCxnSpPr>
            <a:cxnSpLocks/>
            <a:stCxn id="4" idx="2"/>
          </p:cNvCxnSpPr>
          <p:nvPr/>
        </p:nvCxnSpPr>
        <p:spPr>
          <a:xfrm rot="16200000" flipH="1">
            <a:off x="3194945" y="1901160"/>
            <a:ext cx="956974" cy="972501"/>
          </a:xfrm>
          <a:prstGeom prst="bentConnector2">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97BFE155-6FCC-0442-9971-F7EA61B1D965}"/>
              </a:ext>
            </a:extLst>
          </p:cNvPr>
          <p:cNvCxnSpPr/>
          <p:nvPr/>
        </p:nvCxnSpPr>
        <p:spPr>
          <a:xfrm flipV="1">
            <a:off x="9585070" y="1908923"/>
            <a:ext cx="0" cy="223637"/>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Elbow Connector 82">
            <a:extLst>
              <a:ext uri="{FF2B5EF4-FFF2-40B4-BE49-F238E27FC236}">
                <a16:creationId xmlns:a16="http://schemas.microsoft.com/office/drawing/2014/main" id="{CA6074D8-5856-5048-A757-2CE4DFD907D1}"/>
              </a:ext>
            </a:extLst>
          </p:cNvPr>
          <p:cNvCxnSpPr>
            <a:stCxn id="43" idx="2"/>
            <a:endCxn id="23" idx="1"/>
          </p:cNvCxnSpPr>
          <p:nvPr/>
        </p:nvCxnSpPr>
        <p:spPr>
          <a:xfrm rot="5400000">
            <a:off x="4580047" y="1301527"/>
            <a:ext cx="1034342" cy="1875070"/>
          </a:xfrm>
          <a:prstGeom prst="bentConnector4">
            <a:avLst>
              <a:gd name="adj1" fmla="val 32707"/>
              <a:gd name="adj2" fmla="val 112192"/>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 name="Rectangular Callout 4">
            <a:extLst>
              <a:ext uri="{FF2B5EF4-FFF2-40B4-BE49-F238E27FC236}">
                <a16:creationId xmlns:a16="http://schemas.microsoft.com/office/drawing/2014/main" id="{6B5A2CB9-4896-AE41-8F69-7DFC70E3295C}"/>
              </a:ext>
            </a:extLst>
          </p:cNvPr>
          <p:cNvSpPr/>
          <p:nvPr/>
        </p:nvSpPr>
        <p:spPr>
          <a:xfrm>
            <a:off x="6298093" y="1381881"/>
            <a:ext cx="3608261" cy="4565156"/>
          </a:xfrm>
          <a:prstGeom prst="wedgeRectCallout">
            <a:avLst>
              <a:gd name="adj1" fmla="val -73680"/>
              <a:gd name="adj2" fmla="val -1987"/>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dirty="0"/>
              <a:t>INVENTORY</a:t>
            </a:r>
          </a:p>
          <a:p>
            <a:pPr>
              <a:lnSpc>
                <a:spcPct val="95000"/>
              </a:lnSpc>
            </a:pPr>
            <a:endParaRPr lang="en-US" dirty="0"/>
          </a:p>
          <a:p>
            <a:pPr>
              <a:lnSpc>
                <a:spcPct val="95000"/>
              </a:lnSpc>
            </a:pPr>
            <a:r>
              <a:rPr lang="en-US" dirty="0"/>
              <a:t>[web]</a:t>
            </a:r>
          </a:p>
          <a:p>
            <a:pPr>
              <a:lnSpc>
                <a:spcPct val="95000"/>
              </a:lnSpc>
            </a:pPr>
            <a:r>
              <a:rPr lang="en-US" dirty="0"/>
              <a:t>webserver1.example.com</a:t>
            </a:r>
          </a:p>
          <a:p>
            <a:pPr>
              <a:lnSpc>
                <a:spcPct val="95000"/>
              </a:lnSpc>
            </a:pPr>
            <a:r>
              <a:rPr lang="en-US" dirty="0"/>
              <a:t>webserver2.example.com</a:t>
            </a:r>
          </a:p>
          <a:p>
            <a:pPr>
              <a:lnSpc>
                <a:spcPct val="95000"/>
              </a:lnSpc>
            </a:pPr>
            <a:endParaRPr lang="en-US" dirty="0"/>
          </a:p>
          <a:p>
            <a:pPr>
              <a:lnSpc>
                <a:spcPct val="95000"/>
              </a:lnSpc>
            </a:pPr>
            <a:r>
              <a:rPr lang="en-US" dirty="0"/>
              <a:t>[</a:t>
            </a:r>
            <a:r>
              <a:rPr lang="en-US" dirty="0" err="1"/>
              <a:t>db</a:t>
            </a:r>
            <a:r>
              <a:rPr lang="en-US" dirty="0"/>
              <a:t>]</a:t>
            </a:r>
          </a:p>
          <a:p>
            <a:pPr>
              <a:lnSpc>
                <a:spcPct val="95000"/>
              </a:lnSpc>
            </a:pPr>
            <a:r>
              <a:rPr lang="en-US" dirty="0"/>
              <a:t>dbserver1.example.com</a:t>
            </a:r>
          </a:p>
          <a:p>
            <a:pPr>
              <a:lnSpc>
                <a:spcPct val="95000"/>
              </a:lnSpc>
            </a:pPr>
            <a:endParaRPr lang="en-US" dirty="0"/>
          </a:p>
          <a:p>
            <a:pPr>
              <a:lnSpc>
                <a:spcPct val="95000"/>
              </a:lnSpc>
            </a:pPr>
            <a:r>
              <a:rPr lang="en-US" dirty="0"/>
              <a:t>[switches]</a:t>
            </a:r>
            <a:br>
              <a:rPr lang="en-US" dirty="0"/>
            </a:br>
            <a:r>
              <a:rPr lang="en-US" dirty="0"/>
              <a:t>leaf01.internal.com</a:t>
            </a:r>
            <a:br>
              <a:rPr lang="en-US" dirty="0"/>
            </a:br>
            <a:br>
              <a:rPr lang="en-US" dirty="0"/>
            </a:br>
            <a:r>
              <a:rPr lang="en-US" dirty="0"/>
              <a:t>[</a:t>
            </a:r>
            <a:r>
              <a:rPr lang="en-US" dirty="0" err="1"/>
              <a:t>ontap</a:t>
            </a:r>
            <a:r>
              <a:rPr lang="en-US" dirty="0"/>
              <a:t>]</a:t>
            </a:r>
            <a:br>
              <a:rPr lang="en-US" dirty="0"/>
            </a:br>
            <a:r>
              <a:rPr lang="en-US" dirty="0"/>
              <a:t>cluster1.example.com</a:t>
            </a:r>
          </a:p>
          <a:p>
            <a:pPr>
              <a:lnSpc>
                <a:spcPct val="95000"/>
              </a:lnSpc>
            </a:pPr>
            <a:r>
              <a:rPr lang="en-US" dirty="0"/>
              <a:t>cluster2.example.com</a:t>
            </a:r>
          </a:p>
        </p:txBody>
      </p:sp>
      <p:sp>
        <p:nvSpPr>
          <p:cNvPr id="55" name="TextBox 54">
            <a:extLst>
              <a:ext uri="{FF2B5EF4-FFF2-40B4-BE49-F238E27FC236}">
                <a16:creationId xmlns:a16="http://schemas.microsoft.com/office/drawing/2014/main" id="{27A63E05-CF9E-CC49-9C9F-C619A457765A}"/>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4276033042"/>
      </p:ext>
    </p:extLst>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53E7E5D-FF96-4340-9AC8-6C96A4B7AA61}"/>
              </a:ext>
            </a:extLst>
          </p:cNvPr>
          <p:cNvSpPr>
            <a:spLocks noGrp="1"/>
          </p:cNvSpPr>
          <p:nvPr>
            <p:ph type="ftr" sz="quarter" idx="3"/>
          </p:nvPr>
        </p:nvSpPr>
        <p:spPr/>
        <p:txBody>
          <a:bodyPr/>
          <a:lstStyle/>
          <a:p>
            <a:r>
              <a:rPr lang="en-US"/>
              <a:t>© 2023 NetApp, Inc. All rights reserved.  — NETAPP CONFIDENTIAL — </a:t>
            </a:r>
            <a:endParaRPr lang="en-US" dirty="0"/>
          </a:p>
        </p:txBody>
      </p:sp>
      <p:grpSp>
        <p:nvGrpSpPr>
          <p:cNvPr id="7" name="Group 6">
            <a:extLst>
              <a:ext uri="{FF2B5EF4-FFF2-40B4-BE49-F238E27FC236}">
                <a16:creationId xmlns:a16="http://schemas.microsoft.com/office/drawing/2014/main" id="{911A5A13-41E7-2545-98A6-64F4F87968E9}"/>
              </a:ext>
            </a:extLst>
          </p:cNvPr>
          <p:cNvGrpSpPr/>
          <p:nvPr/>
        </p:nvGrpSpPr>
        <p:grpSpPr>
          <a:xfrm>
            <a:off x="1773596" y="366826"/>
            <a:ext cx="2827171" cy="1542098"/>
            <a:chOff x="1143000" y="972502"/>
            <a:chExt cx="2827171" cy="1542098"/>
          </a:xfrm>
        </p:grpSpPr>
        <p:pic>
          <p:nvPicPr>
            <p:cNvPr id="4" name="image179.png">
              <a:extLst>
                <a:ext uri="{FF2B5EF4-FFF2-40B4-BE49-F238E27FC236}">
                  <a16:creationId xmlns:a16="http://schemas.microsoft.com/office/drawing/2014/main" id="{D1E49CAE-763F-D844-839A-0F70699E4EA2}"/>
                </a:ext>
              </a:extLst>
            </p:cNvPr>
            <p:cNvPicPr/>
            <p:nvPr/>
          </p:nvPicPr>
          <p:blipFill>
            <a:blip r:embed="rId2">
              <a:alphaModFix amt="25000"/>
            </a:blip>
            <a:stretch>
              <a:fillRect/>
            </a:stretch>
          </p:blipFill>
          <p:spPr>
            <a:xfrm>
              <a:off x="1143000" y="972502"/>
              <a:ext cx="2827171" cy="1542098"/>
            </a:xfrm>
            <a:prstGeom prst="rect">
              <a:avLst/>
            </a:prstGeom>
            <a:ln w="12700">
              <a:miter lim="400000"/>
            </a:ln>
          </p:spPr>
        </p:pic>
        <p:sp>
          <p:nvSpPr>
            <p:cNvPr id="6" name="TextBox 5">
              <a:extLst>
                <a:ext uri="{FF2B5EF4-FFF2-40B4-BE49-F238E27FC236}">
                  <a16:creationId xmlns:a16="http://schemas.microsoft.com/office/drawing/2014/main" id="{40C6036F-E723-5B46-9843-65B6A776704F}"/>
                </a:ext>
              </a:extLst>
            </p:cNvPr>
            <p:cNvSpPr txBox="1"/>
            <p:nvPr/>
          </p:nvSpPr>
          <p:spPr>
            <a:xfrm>
              <a:off x="1732391" y="1524000"/>
              <a:ext cx="1725730" cy="578620"/>
            </a:xfrm>
            <a:prstGeom prst="rect">
              <a:avLst/>
            </a:prstGeom>
          </p:spPr>
          <p:txBody>
            <a:bodyPr vert="horz" wrap="none" lIns="91440" tIns="45720" rIns="91440" bIns="45720" rtlCol="0" anchor="t">
              <a:spAutoFit/>
            </a:bodyPr>
            <a:lstStyle/>
            <a:p>
              <a:pPr marR="0" algn="ctr"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PUBLIC / PRIVATE</a:t>
              </a:r>
            </a:p>
            <a:p>
              <a:pPr marR="0" algn="ctr" defTabSz="914400" rtl="0" eaLnBrk="1" fontAlgn="auto" latinLnBrk="0" hangingPunct="1">
                <a:lnSpc>
                  <a:spcPct val="95000"/>
                </a:lnSpc>
                <a:spcBef>
                  <a:spcPts val="400"/>
                </a:spcBef>
                <a:spcAft>
                  <a:spcPts val="200"/>
                </a:spcAft>
                <a:buClr>
                  <a:schemeClr val="accent1"/>
                </a:buClr>
                <a:buSzTx/>
                <a:tabLst/>
              </a:pPr>
              <a:r>
                <a:rPr lang="en-US" sz="1400" dirty="0">
                  <a:solidFill>
                    <a:sysClr val="windowText" lastClr="000000">
                      <a:alpha val="25000"/>
                    </a:sysClr>
                  </a:solidFill>
                </a:rPr>
                <a:t>CLOUD</a:t>
              </a:r>
              <a:endParaRPr kumimoji="0" lang="en-US" sz="1400" b="0" i="0" u="none" strike="noStrike" kern="1200" cap="none" spc="0" normalizeH="0" baseline="0" noProof="0" dirty="0">
                <a:ln>
                  <a:noFill/>
                </a:ln>
                <a:solidFill>
                  <a:sysClr val="windowText" lastClr="000000">
                    <a:alpha val="25000"/>
                  </a:sysClr>
                </a:solidFill>
                <a:effectLst/>
                <a:uLnTx/>
                <a:uFillTx/>
              </a:endParaRPr>
            </a:p>
          </p:txBody>
        </p:sp>
      </p:grpSp>
      <p:grpSp>
        <p:nvGrpSpPr>
          <p:cNvPr id="28" name="Group 27">
            <a:extLst>
              <a:ext uri="{FF2B5EF4-FFF2-40B4-BE49-F238E27FC236}">
                <a16:creationId xmlns:a16="http://schemas.microsoft.com/office/drawing/2014/main" id="{A6026C75-93CE-9A44-8BCA-5F68CDC2C567}"/>
              </a:ext>
            </a:extLst>
          </p:cNvPr>
          <p:cNvGrpSpPr/>
          <p:nvPr/>
        </p:nvGrpSpPr>
        <p:grpSpPr>
          <a:xfrm>
            <a:off x="1006533" y="2438516"/>
            <a:ext cx="1964648" cy="1655332"/>
            <a:chOff x="1174595" y="3228223"/>
            <a:chExt cx="1964648" cy="1655332"/>
          </a:xfrm>
        </p:grpSpPr>
        <p:grpSp>
          <p:nvGrpSpPr>
            <p:cNvPr id="17" name="Group 16">
              <a:extLst>
                <a:ext uri="{FF2B5EF4-FFF2-40B4-BE49-F238E27FC236}">
                  <a16:creationId xmlns:a16="http://schemas.microsoft.com/office/drawing/2014/main" id="{D8DEF369-700F-2C4E-B8FD-25A97EA89673}"/>
                </a:ext>
              </a:extLst>
            </p:cNvPr>
            <p:cNvGrpSpPr/>
            <p:nvPr/>
          </p:nvGrpSpPr>
          <p:grpSpPr>
            <a:xfrm>
              <a:off x="1174595" y="3228223"/>
              <a:ext cx="1964648" cy="1365401"/>
              <a:chOff x="1320858" y="3456571"/>
              <a:chExt cx="1964648" cy="1365401"/>
            </a:xfrm>
          </p:grpSpPr>
          <p:pic>
            <p:nvPicPr>
              <p:cNvPr id="16" name="Graphic 15">
                <a:extLst>
                  <a:ext uri="{FF2B5EF4-FFF2-40B4-BE49-F238E27FC236}">
                    <a16:creationId xmlns:a16="http://schemas.microsoft.com/office/drawing/2014/main" id="{8C478488-B97B-C344-BE1A-F4B14C8077BD}"/>
                  </a:ext>
                </a:extLst>
              </p:cNvPr>
              <p:cNvPicPr>
                <a:picLocks noChangeAspect="1"/>
              </p:cNvPicPr>
              <p:nvPr/>
            </p:nvPicPr>
            <p:blipFill>
              <a:blip r:embed="rId3" cstate="print">
                <a:alphaModFix amt="25000"/>
                <a:extLst>
                  <a:ext uri="{28A0092B-C50C-407E-A947-70E740481C1C}">
                    <a14:useLocalDpi xmlns:a14="http://schemas.microsoft.com/office/drawing/2010/main" val="0"/>
                  </a:ext>
                </a:extLst>
              </a:blip>
              <a:srcRect/>
              <a:stretch/>
            </p:blipFill>
            <p:spPr>
              <a:xfrm>
                <a:off x="1320858" y="3793272"/>
                <a:ext cx="1028700" cy="1028700"/>
              </a:xfrm>
              <a:prstGeom prst="rect">
                <a:avLst/>
              </a:prstGeom>
            </p:spPr>
          </p:pic>
          <p:pic>
            <p:nvPicPr>
              <p:cNvPr id="13" name="Graphic 12">
                <a:extLst>
                  <a:ext uri="{FF2B5EF4-FFF2-40B4-BE49-F238E27FC236}">
                    <a16:creationId xmlns:a16="http://schemas.microsoft.com/office/drawing/2014/main" id="{621FFC67-89C3-EA43-A55A-73794A1A54C9}"/>
                  </a:ext>
                </a:extLst>
              </p:cNvPr>
              <p:cNvPicPr>
                <a:picLocks noChangeAspect="1"/>
              </p:cNvPicPr>
              <p:nvPr/>
            </p:nvPicPr>
            <p:blipFill>
              <a:blip r:embed="rId3" cstate="print">
                <a:alphaModFix amt="25000"/>
                <a:extLst>
                  <a:ext uri="{28A0092B-C50C-407E-A947-70E740481C1C}">
                    <a14:useLocalDpi xmlns:a14="http://schemas.microsoft.com/office/drawing/2010/main" val="0"/>
                  </a:ext>
                </a:extLst>
              </a:blip>
              <a:srcRect/>
              <a:stretch/>
            </p:blipFill>
            <p:spPr>
              <a:xfrm>
                <a:off x="2256806" y="3793272"/>
                <a:ext cx="1028700" cy="1028700"/>
              </a:xfrm>
              <a:prstGeom prst="rect">
                <a:avLst/>
              </a:prstGeom>
            </p:spPr>
          </p:pic>
          <p:pic>
            <p:nvPicPr>
              <p:cNvPr id="12" name="Graphic 11">
                <a:extLst>
                  <a:ext uri="{FF2B5EF4-FFF2-40B4-BE49-F238E27FC236}">
                    <a16:creationId xmlns:a16="http://schemas.microsoft.com/office/drawing/2014/main" id="{D649AB32-64CF-314E-B064-ED7D7238C155}"/>
                  </a:ext>
                </a:extLst>
              </p:cNvPr>
              <p:cNvPicPr>
                <a:picLocks noChangeAspect="1"/>
              </p:cNvPicPr>
              <p:nvPr/>
            </p:nvPicPr>
            <p:blipFill>
              <a:blip r:embed="rId3" cstate="print">
                <a:alphaModFix amt="25000"/>
                <a:extLst>
                  <a:ext uri="{28A0092B-C50C-407E-A947-70E740481C1C}">
                    <a14:useLocalDpi xmlns:a14="http://schemas.microsoft.com/office/drawing/2010/main" val="0"/>
                  </a:ext>
                </a:extLst>
              </a:blip>
              <a:srcRect/>
              <a:stretch/>
            </p:blipFill>
            <p:spPr>
              <a:xfrm>
                <a:off x="1835207" y="3456571"/>
                <a:ext cx="1028700" cy="1028700"/>
              </a:xfrm>
              <a:prstGeom prst="rect">
                <a:avLst/>
              </a:prstGeom>
            </p:spPr>
          </p:pic>
        </p:grpSp>
        <p:sp>
          <p:nvSpPr>
            <p:cNvPr id="18" name="TextBox 17">
              <a:extLst>
                <a:ext uri="{FF2B5EF4-FFF2-40B4-BE49-F238E27FC236}">
                  <a16:creationId xmlns:a16="http://schemas.microsoft.com/office/drawing/2014/main" id="{96F1692F-372C-E542-B4AE-7D7A1D70C622}"/>
                </a:ext>
              </a:extLst>
            </p:cNvPr>
            <p:cNvSpPr txBox="1"/>
            <p:nvPr/>
          </p:nvSpPr>
          <p:spPr>
            <a:xfrm>
              <a:off x="1754757" y="4586551"/>
              <a:ext cx="805029"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alpha val="25000"/>
                    </a:schemeClr>
                  </a:solidFill>
                  <a:effectLst/>
                  <a:uLnTx/>
                  <a:uFillTx/>
                  <a:latin typeface="+mn-lt"/>
                </a:rPr>
                <a:t>USERS</a:t>
              </a:r>
            </a:p>
          </p:txBody>
        </p:sp>
      </p:grpSp>
      <p:grpSp>
        <p:nvGrpSpPr>
          <p:cNvPr id="19" name="Group 18">
            <a:extLst>
              <a:ext uri="{FF2B5EF4-FFF2-40B4-BE49-F238E27FC236}">
                <a16:creationId xmlns:a16="http://schemas.microsoft.com/office/drawing/2014/main" id="{B60C4D44-DAD7-C346-84B1-F72456CCE69A}"/>
              </a:ext>
            </a:extLst>
          </p:cNvPr>
          <p:cNvGrpSpPr/>
          <p:nvPr/>
        </p:nvGrpSpPr>
        <p:grpSpPr>
          <a:xfrm>
            <a:off x="7591233" y="364569"/>
            <a:ext cx="2827171" cy="1542098"/>
            <a:chOff x="1143000" y="972502"/>
            <a:chExt cx="2827171" cy="1542098"/>
          </a:xfrm>
        </p:grpSpPr>
        <p:pic>
          <p:nvPicPr>
            <p:cNvPr id="20" name="image179.png">
              <a:extLst>
                <a:ext uri="{FF2B5EF4-FFF2-40B4-BE49-F238E27FC236}">
                  <a16:creationId xmlns:a16="http://schemas.microsoft.com/office/drawing/2014/main" id="{61AF875F-28AF-0B4F-A311-AEFAD4F7E337}"/>
                </a:ext>
              </a:extLst>
            </p:cNvPr>
            <p:cNvPicPr/>
            <p:nvPr/>
          </p:nvPicPr>
          <p:blipFill>
            <a:blip r:embed="rId2">
              <a:alphaModFix amt="25000"/>
            </a:blip>
            <a:stretch>
              <a:fillRect/>
            </a:stretch>
          </p:blipFill>
          <p:spPr>
            <a:xfrm>
              <a:off x="1143000" y="972502"/>
              <a:ext cx="2827171" cy="1542098"/>
            </a:xfrm>
            <a:prstGeom prst="rect">
              <a:avLst/>
            </a:prstGeom>
            <a:ln w="12700">
              <a:miter lim="400000"/>
            </a:ln>
          </p:spPr>
        </p:pic>
        <p:sp>
          <p:nvSpPr>
            <p:cNvPr id="21" name="TextBox 20">
              <a:extLst>
                <a:ext uri="{FF2B5EF4-FFF2-40B4-BE49-F238E27FC236}">
                  <a16:creationId xmlns:a16="http://schemas.microsoft.com/office/drawing/2014/main" id="{47BBEE76-ABAD-8145-8D70-98D8494DC745}"/>
                </a:ext>
              </a:extLst>
            </p:cNvPr>
            <p:cNvSpPr txBox="1"/>
            <p:nvPr/>
          </p:nvSpPr>
          <p:spPr>
            <a:xfrm>
              <a:off x="1732391" y="1524000"/>
              <a:ext cx="1725730" cy="578620"/>
            </a:xfrm>
            <a:prstGeom prst="rect">
              <a:avLst/>
            </a:prstGeom>
          </p:spPr>
          <p:txBody>
            <a:bodyPr vert="horz" wrap="none" lIns="91440" tIns="45720" rIns="91440" bIns="45720" rtlCol="0" anchor="t">
              <a:spAutoFit/>
            </a:bodyPr>
            <a:lstStyle/>
            <a:p>
              <a:pPr marR="0" algn="ctr"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PUBLIC / PRIVATE</a:t>
              </a:r>
            </a:p>
            <a:p>
              <a:pPr marR="0" algn="ctr" defTabSz="914400" rtl="0" eaLnBrk="1" fontAlgn="auto" latinLnBrk="0" hangingPunct="1">
                <a:lnSpc>
                  <a:spcPct val="95000"/>
                </a:lnSpc>
                <a:spcBef>
                  <a:spcPts val="400"/>
                </a:spcBef>
                <a:spcAft>
                  <a:spcPts val="200"/>
                </a:spcAft>
                <a:buClr>
                  <a:schemeClr val="accent1"/>
                </a:buClr>
                <a:buSzTx/>
                <a:tabLst/>
              </a:pPr>
              <a:r>
                <a:rPr lang="en-US" sz="1400" dirty="0">
                  <a:solidFill>
                    <a:sysClr val="windowText" lastClr="000000">
                      <a:alpha val="25000"/>
                    </a:sysClr>
                  </a:solidFill>
                </a:rPr>
                <a:t>CLOUD</a:t>
              </a:r>
              <a:endParaRPr kumimoji="0" lang="en-US" sz="1400" b="0" i="0" u="none" strike="noStrike" kern="1200" cap="none" spc="0" normalizeH="0" baseline="0" noProof="0" dirty="0">
                <a:ln>
                  <a:noFill/>
                </a:ln>
                <a:solidFill>
                  <a:sysClr val="windowText" lastClr="000000">
                    <a:alpha val="25000"/>
                  </a:sysClr>
                </a:solidFill>
                <a:effectLst/>
                <a:uLnTx/>
                <a:uFillTx/>
              </a:endParaRPr>
            </a:p>
          </p:txBody>
        </p:sp>
      </p:grpSp>
      <p:sp>
        <p:nvSpPr>
          <p:cNvPr id="23" name="Rectangle 22">
            <a:extLst>
              <a:ext uri="{FF2B5EF4-FFF2-40B4-BE49-F238E27FC236}">
                <a16:creationId xmlns:a16="http://schemas.microsoft.com/office/drawing/2014/main" id="{D554B94C-C066-014D-8C98-FFD68D8C3A71}"/>
              </a:ext>
            </a:extLst>
          </p:cNvPr>
          <p:cNvSpPr/>
          <p:nvPr/>
        </p:nvSpPr>
        <p:spPr>
          <a:xfrm>
            <a:off x="4159683" y="2398487"/>
            <a:ext cx="3536517" cy="715491"/>
          </a:xfrm>
          <a:prstGeom prst="rect">
            <a:avLst/>
          </a:prstGeom>
          <a:solidFill>
            <a:schemeClr val="accent1">
              <a:lumMod val="75000"/>
              <a:alpha val="2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5000"/>
              </a:lnSpc>
            </a:pPr>
            <a:r>
              <a:rPr lang="en-US" sz="1600" dirty="0">
                <a:solidFill>
                  <a:schemeClr val="lt1">
                    <a:alpha val="25000"/>
                  </a:schemeClr>
                </a:solidFill>
              </a:rPr>
              <a:t>ANSIBLE AUTOMATION ENGINE</a:t>
            </a:r>
          </a:p>
        </p:txBody>
      </p:sp>
      <p:grpSp>
        <p:nvGrpSpPr>
          <p:cNvPr id="27" name="Group 26">
            <a:extLst>
              <a:ext uri="{FF2B5EF4-FFF2-40B4-BE49-F238E27FC236}">
                <a16:creationId xmlns:a16="http://schemas.microsoft.com/office/drawing/2014/main" id="{3E7540C4-A138-AE4E-96BB-731A4401B485}"/>
              </a:ext>
            </a:extLst>
          </p:cNvPr>
          <p:cNvGrpSpPr/>
          <p:nvPr/>
        </p:nvGrpSpPr>
        <p:grpSpPr>
          <a:xfrm>
            <a:off x="4566070" y="4476433"/>
            <a:ext cx="1072730" cy="1099959"/>
            <a:chOff x="4394673" y="4104640"/>
            <a:chExt cx="1072730" cy="1099959"/>
          </a:xfrm>
        </p:grpSpPr>
        <p:pic>
          <p:nvPicPr>
            <p:cNvPr id="25" name="Graphic 24">
              <a:extLst>
                <a:ext uri="{FF2B5EF4-FFF2-40B4-BE49-F238E27FC236}">
                  <a16:creationId xmlns:a16="http://schemas.microsoft.com/office/drawing/2014/main" id="{99AFEDB1-3301-3E44-8AD5-2E53DCA549A0}"/>
                </a:ext>
              </a:extLst>
            </p:cNvPr>
            <p:cNvPicPr>
              <a:picLocks noChangeAspect="1"/>
            </p:cNvPicPr>
            <p:nvPr/>
          </p:nvPicPr>
          <p:blipFill>
            <a:blip r:embed="rId4" cstate="print">
              <a:alphaModFix amt="25000"/>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26" name="TextBox 25">
              <a:extLst>
                <a:ext uri="{FF2B5EF4-FFF2-40B4-BE49-F238E27FC236}">
                  <a16:creationId xmlns:a16="http://schemas.microsoft.com/office/drawing/2014/main" id="{48571D0D-EFFB-3947-BDD7-F545B8200B8A}"/>
                </a:ext>
              </a:extLst>
            </p:cNvPr>
            <p:cNvSpPr txBox="1"/>
            <p:nvPr/>
          </p:nvSpPr>
          <p:spPr>
            <a:xfrm>
              <a:off x="4394673" y="4907595"/>
              <a:ext cx="107273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MODULES</a:t>
              </a:r>
            </a:p>
          </p:txBody>
        </p:sp>
      </p:grpSp>
      <p:grpSp>
        <p:nvGrpSpPr>
          <p:cNvPr id="29" name="Group 28">
            <a:extLst>
              <a:ext uri="{FF2B5EF4-FFF2-40B4-BE49-F238E27FC236}">
                <a16:creationId xmlns:a16="http://schemas.microsoft.com/office/drawing/2014/main" id="{0A302B3B-EB34-D446-98B5-C94A08CA37BE}"/>
              </a:ext>
            </a:extLst>
          </p:cNvPr>
          <p:cNvGrpSpPr/>
          <p:nvPr/>
        </p:nvGrpSpPr>
        <p:grpSpPr>
          <a:xfrm>
            <a:off x="6096000" y="3277782"/>
            <a:ext cx="1072730" cy="1099959"/>
            <a:chOff x="4394673" y="4104640"/>
            <a:chExt cx="1072730" cy="1099959"/>
          </a:xfrm>
        </p:grpSpPr>
        <p:pic>
          <p:nvPicPr>
            <p:cNvPr id="30" name="Graphic 29">
              <a:extLst>
                <a:ext uri="{FF2B5EF4-FFF2-40B4-BE49-F238E27FC236}">
                  <a16:creationId xmlns:a16="http://schemas.microsoft.com/office/drawing/2014/main" id="{968834F6-612C-DE4D-BBED-86E42C7D9730}"/>
                </a:ext>
              </a:extLst>
            </p:cNvPr>
            <p:cNvPicPr>
              <a:picLocks noChangeAspect="1"/>
            </p:cNvPicPr>
            <p:nvPr/>
          </p:nvPicPr>
          <p:blipFill>
            <a:blip r:embed="rId5" cstate="print">
              <a:alphaModFix amt="25000"/>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31" name="TextBox 30">
              <a:extLst>
                <a:ext uri="{FF2B5EF4-FFF2-40B4-BE49-F238E27FC236}">
                  <a16:creationId xmlns:a16="http://schemas.microsoft.com/office/drawing/2014/main" id="{4CC5732C-F0EF-504E-8BAB-843F6A0A4A7D}"/>
                </a:ext>
              </a:extLst>
            </p:cNvPr>
            <p:cNvSpPr txBox="1"/>
            <p:nvPr/>
          </p:nvSpPr>
          <p:spPr>
            <a:xfrm>
              <a:off x="4394673" y="4907595"/>
              <a:ext cx="107273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MODULES</a:t>
              </a:r>
            </a:p>
          </p:txBody>
        </p:sp>
      </p:grpSp>
      <p:grpSp>
        <p:nvGrpSpPr>
          <p:cNvPr id="32" name="Group 31">
            <a:extLst>
              <a:ext uri="{FF2B5EF4-FFF2-40B4-BE49-F238E27FC236}">
                <a16:creationId xmlns:a16="http://schemas.microsoft.com/office/drawing/2014/main" id="{E7EED822-6563-154F-A068-00E56D7D06A9}"/>
              </a:ext>
            </a:extLst>
          </p:cNvPr>
          <p:cNvGrpSpPr/>
          <p:nvPr/>
        </p:nvGrpSpPr>
        <p:grpSpPr>
          <a:xfrm>
            <a:off x="4413670" y="3263738"/>
            <a:ext cx="1226490" cy="1099959"/>
            <a:chOff x="4394673" y="4104640"/>
            <a:chExt cx="1226490" cy="1099959"/>
          </a:xfrm>
        </p:grpSpPr>
        <p:pic>
          <p:nvPicPr>
            <p:cNvPr id="33" name="Graphic 32">
              <a:extLst>
                <a:ext uri="{FF2B5EF4-FFF2-40B4-BE49-F238E27FC236}">
                  <a16:creationId xmlns:a16="http://schemas.microsoft.com/office/drawing/2014/main" id="{84908B27-B32A-B745-9C4B-AB175A418EAC}"/>
                </a:ext>
              </a:extLst>
            </p:cNvPr>
            <p:cNvPicPr>
              <a:picLocks noChangeAspect="1"/>
            </p:cNvPicPr>
            <p:nvPr/>
          </p:nvPicPr>
          <p:blipFill>
            <a:blip r:embed="rId6" cstate="print">
              <a:alphaModFix/>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34" name="TextBox 33">
              <a:extLst>
                <a:ext uri="{FF2B5EF4-FFF2-40B4-BE49-F238E27FC236}">
                  <a16:creationId xmlns:a16="http://schemas.microsoft.com/office/drawing/2014/main" id="{6D8AA793-A4BC-4C4A-9A2B-BD5FE588E627}"/>
                </a:ext>
              </a:extLst>
            </p:cNvPr>
            <p:cNvSpPr txBox="1"/>
            <p:nvPr/>
          </p:nvSpPr>
          <p:spPr>
            <a:xfrm>
              <a:off x="4394673" y="4907595"/>
              <a:ext cx="122649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solidFill>
                  <a:effectLst/>
                  <a:uLnTx/>
                  <a:uFillTx/>
                  <a:latin typeface="+mn-lt"/>
                </a:rPr>
                <a:t>INVENTORY</a:t>
              </a:r>
            </a:p>
          </p:txBody>
        </p:sp>
      </p:grpSp>
      <p:grpSp>
        <p:nvGrpSpPr>
          <p:cNvPr id="35" name="Group 34">
            <a:extLst>
              <a:ext uri="{FF2B5EF4-FFF2-40B4-BE49-F238E27FC236}">
                <a16:creationId xmlns:a16="http://schemas.microsoft.com/office/drawing/2014/main" id="{F21A7AB1-A3F8-0F40-B4A5-536DDF9C1D95}"/>
              </a:ext>
            </a:extLst>
          </p:cNvPr>
          <p:cNvGrpSpPr/>
          <p:nvPr/>
        </p:nvGrpSpPr>
        <p:grpSpPr>
          <a:xfrm>
            <a:off x="6298093" y="4534491"/>
            <a:ext cx="973343" cy="1066371"/>
            <a:chOff x="4444366" y="4104640"/>
            <a:chExt cx="973343" cy="1066371"/>
          </a:xfrm>
        </p:grpSpPr>
        <p:pic>
          <p:nvPicPr>
            <p:cNvPr id="36" name="Graphic 35">
              <a:extLst>
                <a:ext uri="{FF2B5EF4-FFF2-40B4-BE49-F238E27FC236}">
                  <a16:creationId xmlns:a16="http://schemas.microsoft.com/office/drawing/2014/main" id="{800F2CD3-58F8-DC44-B649-F01A77521B8D}"/>
                </a:ext>
              </a:extLst>
            </p:cNvPr>
            <p:cNvPicPr>
              <a:picLocks noChangeAspect="1"/>
            </p:cNvPicPr>
            <p:nvPr/>
          </p:nvPicPr>
          <p:blipFill>
            <a:blip r:embed="rId7" cstate="print">
              <a:alphaModFix amt="25000"/>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37" name="TextBox 36">
              <a:extLst>
                <a:ext uri="{FF2B5EF4-FFF2-40B4-BE49-F238E27FC236}">
                  <a16:creationId xmlns:a16="http://schemas.microsoft.com/office/drawing/2014/main" id="{336078FE-46CF-0E48-8DDC-5FA12C8098A7}"/>
                </a:ext>
              </a:extLst>
            </p:cNvPr>
            <p:cNvSpPr txBox="1"/>
            <p:nvPr/>
          </p:nvSpPr>
          <p:spPr>
            <a:xfrm>
              <a:off x="4444366" y="4874007"/>
              <a:ext cx="973343"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PLUGINS</a:t>
              </a:r>
            </a:p>
          </p:txBody>
        </p:sp>
      </p:grpSp>
      <p:grpSp>
        <p:nvGrpSpPr>
          <p:cNvPr id="41" name="Group 40">
            <a:extLst>
              <a:ext uri="{FF2B5EF4-FFF2-40B4-BE49-F238E27FC236}">
                <a16:creationId xmlns:a16="http://schemas.microsoft.com/office/drawing/2014/main" id="{140A1856-1E19-9746-810F-AAB1C7FE5F27}"/>
              </a:ext>
            </a:extLst>
          </p:cNvPr>
          <p:cNvGrpSpPr/>
          <p:nvPr/>
        </p:nvGrpSpPr>
        <p:grpSpPr>
          <a:xfrm>
            <a:off x="962341" y="4307227"/>
            <a:ext cx="1960280" cy="1936814"/>
            <a:chOff x="1030730" y="4419600"/>
            <a:chExt cx="1960280" cy="1936814"/>
          </a:xfrm>
        </p:grpSpPr>
        <p:pic>
          <p:nvPicPr>
            <p:cNvPr id="39" name="Graphic 38">
              <a:extLst>
                <a:ext uri="{FF2B5EF4-FFF2-40B4-BE49-F238E27FC236}">
                  <a16:creationId xmlns:a16="http://schemas.microsoft.com/office/drawing/2014/main" id="{9362BCAA-184E-9A40-AA39-D9F53CD58BC5}"/>
                </a:ext>
              </a:extLst>
            </p:cNvPr>
            <p:cNvPicPr>
              <a:picLocks noChangeAspect="1"/>
            </p:cNvPicPr>
            <p:nvPr/>
          </p:nvPicPr>
          <p:blipFill>
            <a:blip r:embed="rId8" cstate="print">
              <a:alphaModFix amt="25000"/>
              <a:extLst>
                <a:ext uri="{28A0092B-C50C-407E-A947-70E740481C1C}">
                  <a14:useLocalDpi xmlns:a14="http://schemas.microsoft.com/office/drawing/2010/main" val="0"/>
                </a:ext>
              </a:extLst>
            </a:blip>
            <a:srcRect/>
            <a:stretch/>
          </p:blipFill>
          <p:spPr>
            <a:xfrm>
              <a:off x="1261047" y="4419600"/>
              <a:ext cx="1593104" cy="1593104"/>
            </a:xfrm>
            <a:prstGeom prst="rect">
              <a:avLst/>
            </a:prstGeom>
          </p:spPr>
        </p:pic>
        <p:sp>
          <p:nvSpPr>
            <p:cNvPr id="40" name="TextBox 39">
              <a:extLst>
                <a:ext uri="{FF2B5EF4-FFF2-40B4-BE49-F238E27FC236}">
                  <a16:creationId xmlns:a16="http://schemas.microsoft.com/office/drawing/2014/main" id="{624C1FD2-636B-784E-8E94-7DAAFE32B589}"/>
                </a:ext>
              </a:extLst>
            </p:cNvPr>
            <p:cNvSpPr txBox="1"/>
            <p:nvPr/>
          </p:nvSpPr>
          <p:spPr>
            <a:xfrm>
              <a:off x="1030730" y="6059410"/>
              <a:ext cx="196028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alpha val="25000"/>
                    </a:schemeClr>
                  </a:solidFill>
                  <a:effectLst/>
                  <a:uLnTx/>
                  <a:uFillTx/>
                  <a:latin typeface="+mn-lt"/>
                </a:rPr>
                <a:t>ANSIBLE</a:t>
              </a:r>
              <a:r>
                <a:rPr kumimoji="0" lang="en-US" sz="1400" b="0" i="0" u="none" strike="noStrike" kern="1200" cap="none" spc="0" normalizeH="0" baseline="0" noProof="0" dirty="0">
                  <a:ln>
                    <a:noFill/>
                  </a:ln>
                  <a:solidFill>
                    <a:schemeClr val="bg1"/>
                  </a:solidFill>
                  <a:effectLst/>
                  <a:uLnTx/>
                  <a:uFillTx/>
                  <a:latin typeface="+mn-lt"/>
                </a:rPr>
                <a:t> </a:t>
              </a:r>
              <a:r>
                <a:rPr kumimoji="0" lang="en-US" sz="1400" b="0" i="0" u="none" strike="noStrike" kern="1200" cap="none" spc="0" normalizeH="0" baseline="0" noProof="0" dirty="0">
                  <a:ln>
                    <a:noFill/>
                  </a:ln>
                  <a:solidFill>
                    <a:schemeClr val="bg1">
                      <a:alpha val="25000"/>
                    </a:schemeClr>
                  </a:solidFill>
                  <a:effectLst/>
                  <a:uLnTx/>
                  <a:uFillTx/>
                  <a:latin typeface="+mn-lt"/>
                </a:rPr>
                <a:t>PLAYBOOK</a:t>
              </a:r>
            </a:p>
          </p:txBody>
        </p:sp>
      </p:grpSp>
      <p:grpSp>
        <p:nvGrpSpPr>
          <p:cNvPr id="45" name="Group 44">
            <a:extLst>
              <a:ext uri="{FF2B5EF4-FFF2-40B4-BE49-F238E27FC236}">
                <a16:creationId xmlns:a16="http://schemas.microsoft.com/office/drawing/2014/main" id="{A4B236CD-B8C3-CA47-A6E8-210ABF85E42E}"/>
              </a:ext>
            </a:extLst>
          </p:cNvPr>
          <p:cNvGrpSpPr/>
          <p:nvPr/>
        </p:nvGrpSpPr>
        <p:grpSpPr>
          <a:xfrm>
            <a:off x="5434176" y="758392"/>
            <a:ext cx="1198189" cy="963499"/>
            <a:chOff x="5495423" y="979683"/>
            <a:chExt cx="1198189" cy="963499"/>
          </a:xfrm>
        </p:grpSpPr>
        <p:pic>
          <p:nvPicPr>
            <p:cNvPr id="43" name="image197.png">
              <a:extLst>
                <a:ext uri="{FF2B5EF4-FFF2-40B4-BE49-F238E27FC236}">
                  <a16:creationId xmlns:a16="http://schemas.microsoft.com/office/drawing/2014/main" id="{85ADF2ED-765F-2E42-B6E4-C28D6A6145F4}"/>
                </a:ext>
              </a:extLst>
            </p:cNvPr>
            <p:cNvPicPr/>
            <p:nvPr/>
          </p:nvPicPr>
          <p:blipFill>
            <a:blip r:embed="rId9">
              <a:alphaModFix amt="25000"/>
            </a:blip>
            <a:stretch>
              <a:fillRect/>
            </a:stretch>
          </p:blipFill>
          <p:spPr>
            <a:xfrm>
              <a:off x="5498388" y="1366323"/>
              <a:ext cx="1195224" cy="576859"/>
            </a:xfrm>
            <a:prstGeom prst="rect">
              <a:avLst/>
            </a:prstGeom>
            <a:ln w="12700">
              <a:miter lim="400000"/>
            </a:ln>
          </p:spPr>
        </p:pic>
        <p:pic>
          <p:nvPicPr>
            <p:cNvPr id="44" name="image197.png">
              <a:extLst>
                <a:ext uri="{FF2B5EF4-FFF2-40B4-BE49-F238E27FC236}">
                  <a16:creationId xmlns:a16="http://schemas.microsoft.com/office/drawing/2014/main" id="{2D1B190B-A60E-944F-9D0F-5ED7143675D1}"/>
                </a:ext>
              </a:extLst>
            </p:cNvPr>
            <p:cNvPicPr/>
            <p:nvPr/>
          </p:nvPicPr>
          <p:blipFill>
            <a:blip r:embed="rId9">
              <a:alphaModFix amt="25000"/>
            </a:blip>
            <a:stretch>
              <a:fillRect/>
            </a:stretch>
          </p:blipFill>
          <p:spPr>
            <a:xfrm>
              <a:off x="5495423" y="979683"/>
              <a:ext cx="1195224" cy="576859"/>
            </a:xfrm>
            <a:prstGeom prst="rect">
              <a:avLst/>
            </a:prstGeom>
            <a:ln w="12700">
              <a:miter lim="400000"/>
            </a:ln>
          </p:spPr>
        </p:pic>
      </p:grpSp>
      <p:sp>
        <p:nvSpPr>
          <p:cNvPr id="49" name="TextBox 48">
            <a:extLst>
              <a:ext uri="{FF2B5EF4-FFF2-40B4-BE49-F238E27FC236}">
                <a16:creationId xmlns:a16="http://schemas.microsoft.com/office/drawing/2014/main" id="{E479613C-F27D-B742-80AF-33F5A87AE72C}"/>
              </a:ext>
            </a:extLst>
          </p:cNvPr>
          <p:cNvSpPr txBox="1"/>
          <p:nvPr/>
        </p:nvSpPr>
        <p:spPr>
          <a:xfrm>
            <a:off x="5690108" y="1381881"/>
            <a:ext cx="713657"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alpha val="25000"/>
                  </a:schemeClr>
                </a:solidFill>
              </a:rPr>
              <a:t>CMDB</a:t>
            </a:r>
            <a:endParaRPr kumimoji="0" lang="en-US" sz="1400" b="0" i="0" u="none" strike="noStrike" kern="1200" cap="none" spc="0" normalizeH="0" baseline="0" noProof="0" dirty="0">
              <a:ln>
                <a:noFill/>
              </a:ln>
              <a:solidFill>
                <a:schemeClr val="bg1">
                  <a:alpha val="25000"/>
                </a:schemeClr>
              </a:solidFill>
              <a:effectLst/>
              <a:uLnTx/>
              <a:uFillTx/>
            </a:endParaRPr>
          </a:p>
        </p:txBody>
      </p:sp>
      <p:grpSp>
        <p:nvGrpSpPr>
          <p:cNvPr id="52" name="Group 51">
            <a:extLst>
              <a:ext uri="{FF2B5EF4-FFF2-40B4-BE49-F238E27FC236}">
                <a16:creationId xmlns:a16="http://schemas.microsoft.com/office/drawing/2014/main" id="{1CB42589-770C-004A-BA8D-F8877C5DD0B9}"/>
              </a:ext>
            </a:extLst>
          </p:cNvPr>
          <p:cNvGrpSpPr/>
          <p:nvPr/>
        </p:nvGrpSpPr>
        <p:grpSpPr>
          <a:xfrm>
            <a:off x="9070121" y="4701342"/>
            <a:ext cx="1029900" cy="1074182"/>
            <a:chOff x="9000568" y="4555763"/>
            <a:chExt cx="1029900" cy="1074182"/>
          </a:xfrm>
        </p:grpSpPr>
        <p:pic>
          <p:nvPicPr>
            <p:cNvPr id="50" name="image41.png" descr="OS.png">
              <a:extLst>
                <a:ext uri="{FF2B5EF4-FFF2-40B4-BE49-F238E27FC236}">
                  <a16:creationId xmlns:a16="http://schemas.microsoft.com/office/drawing/2014/main" id="{23EAAC98-E305-6C4F-ABB4-7C22953B2F3A}"/>
                </a:ext>
              </a:extLst>
            </p:cNvPr>
            <p:cNvPicPr/>
            <p:nvPr/>
          </p:nvPicPr>
          <p:blipFill>
            <a:blip r:embed="rId10">
              <a:alphaModFix amt="25000"/>
            </a:blip>
            <a:stretch>
              <a:fillRect/>
            </a:stretch>
          </p:blipFill>
          <p:spPr>
            <a:xfrm>
              <a:off x="9000568" y="4555763"/>
              <a:ext cx="1029900" cy="758279"/>
            </a:xfrm>
            <a:prstGeom prst="rect">
              <a:avLst/>
            </a:prstGeom>
            <a:ln w="12700">
              <a:miter lim="400000"/>
            </a:ln>
          </p:spPr>
        </p:pic>
        <p:sp>
          <p:nvSpPr>
            <p:cNvPr id="51" name="TextBox 50">
              <a:extLst>
                <a:ext uri="{FF2B5EF4-FFF2-40B4-BE49-F238E27FC236}">
                  <a16:creationId xmlns:a16="http://schemas.microsoft.com/office/drawing/2014/main" id="{448B217C-86BA-6549-84E0-8127397621E9}"/>
                </a:ext>
              </a:extLst>
            </p:cNvPr>
            <p:cNvSpPr txBox="1"/>
            <p:nvPr/>
          </p:nvSpPr>
          <p:spPr>
            <a:xfrm>
              <a:off x="9108996" y="5332941"/>
              <a:ext cx="813043"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alpha val="25000"/>
                    </a:schemeClr>
                  </a:solidFill>
                </a:rPr>
                <a:t>OTHER</a:t>
              </a:r>
              <a:endParaRPr kumimoji="0" lang="en-US" sz="1400" b="0" i="0" u="none" strike="noStrike" kern="1200" cap="none" spc="0" normalizeH="0" baseline="0" noProof="0" dirty="0">
                <a:ln>
                  <a:noFill/>
                </a:ln>
                <a:solidFill>
                  <a:schemeClr val="bg1">
                    <a:alpha val="25000"/>
                  </a:schemeClr>
                </a:solidFill>
                <a:effectLst/>
                <a:uLnTx/>
                <a:uFillTx/>
              </a:endParaRPr>
            </a:p>
          </p:txBody>
        </p:sp>
      </p:grpSp>
      <p:pic>
        <p:nvPicPr>
          <p:cNvPr id="53" name="Picture 52">
            <a:extLst>
              <a:ext uri="{FF2B5EF4-FFF2-40B4-BE49-F238E27FC236}">
                <a16:creationId xmlns:a16="http://schemas.microsoft.com/office/drawing/2014/main" id="{D5D7122E-2772-3C42-BD17-BF0E9C5D2A42}"/>
              </a:ext>
            </a:extLst>
          </p:cNvPr>
          <p:cNvPicPr>
            <a:picLocks noChangeAspect="1"/>
          </p:cNvPicPr>
          <p:nvPr/>
        </p:nvPicPr>
        <p:blipFill>
          <a:blip r:embed="rId11" cstate="print">
            <a:alphaModFix amt="25000"/>
            <a:extLst>
              <a:ext uri="{28A0092B-C50C-407E-A947-70E740481C1C}">
                <a14:useLocalDpi xmlns:a14="http://schemas.microsoft.com/office/drawing/2010/main" val="0"/>
              </a:ext>
            </a:extLst>
          </a:blip>
          <a:stretch>
            <a:fillRect/>
          </a:stretch>
        </p:blipFill>
        <p:spPr>
          <a:xfrm>
            <a:off x="9070121" y="2282320"/>
            <a:ext cx="1029899" cy="1029899"/>
          </a:xfrm>
          <a:prstGeom prst="rect">
            <a:avLst/>
          </a:prstGeom>
        </p:spPr>
      </p:pic>
      <p:pic>
        <p:nvPicPr>
          <p:cNvPr id="54" name="AltaVault-Virtual-VMware.png">
            <a:extLst>
              <a:ext uri="{FF2B5EF4-FFF2-40B4-BE49-F238E27FC236}">
                <a16:creationId xmlns:a16="http://schemas.microsoft.com/office/drawing/2014/main" id="{C4623A4F-250C-8D4A-A7EA-0A84EE60A871}"/>
              </a:ext>
            </a:extLst>
          </p:cNvPr>
          <p:cNvPicPr>
            <a:picLocks noChangeAspect="1"/>
          </p:cNvPicPr>
          <p:nvPr/>
        </p:nvPicPr>
        <p:blipFill>
          <a:blip r:embed="rId12" cstate="print">
            <a:alphaModFix amt="25000"/>
            <a:extLst>
              <a:ext uri="{28A0092B-C50C-407E-A947-70E740481C1C}">
                <a14:useLocalDpi xmlns:a14="http://schemas.microsoft.com/office/drawing/2010/main" val="0"/>
              </a:ext>
            </a:extLst>
          </a:blip>
          <a:stretch>
            <a:fillRect/>
          </a:stretch>
        </p:blipFill>
        <p:spPr>
          <a:xfrm>
            <a:off x="9070828" y="3444895"/>
            <a:ext cx="1052786" cy="1052786"/>
          </a:xfrm>
          <a:prstGeom prst="rect">
            <a:avLst/>
          </a:prstGeom>
          <a:ln w="12700">
            <a:miter lim="400000"/>
          </a:ln>
        </p:spPr>
      </p:pic>
      <p:cxnSp>
        <p:nvCxnSpPr>
          <p:cNvPr id="56" name="Straight Arrow Connector 55">
            <a:extLst>
              <a:ext uri="{FF2B5EF4-FFF2-40B4-BE49-F238E27FC236}">
                <a16:creationId xmlns:a16="http://schemas.microsoft.com/office/drawing/2014/main" id="{5BCDDC35-F3D5-D245-BB50-BDCC8D738E85}"/>
              </a:ext>
            </a:extLst>
          </p:cNvPr>
          <p:cNvCxnSpPr>
            <a:cxnSpLocks/>
            <a:stCxn id="16" idx="2"/>
          </p:cNvCxnSpPr>
          <p:nvPr/>
        </p:nvCxnSpPr>
        <p:spPr>
          <a:xfrm>
            <a:off x="1520883" y="3803917"/>
            <a:ext cx="0" cy="425322"/>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Elbow Connector 60">
            <a:extLst>
              <a:ext uri="{FF2B5EF4-FFF2-40B4-BE49-F238E27FC236}">
                <a16:creationId xmlns:a16="http://schemas.microsoft.com/office/drawing/2014/main" id="{2A9055AB-6566-9543-9154-B7701609BF29}"/>
              </a:ext>
            </a:extLst>
          </p:cNvPr>
          <p:cNvCxnSpPr>
            <a:stCxn id="13" idx="2"/>
          </p:cNvCxnSpPr>
          <p:nvPr/>
        </p:nvCxnSpPr>
        <p:spPr>
          <a:xfrm rot="16200000" flipH="1">
            <a:off x="3224572" y="3036176"/>
            <a:ext cx="167371" cy="1702852"/>
          </a:xfrm>
          <a:prstGeom prst="bentConnector2">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BF78B953-7D34-0E48-88BB-D4783198D0C9}"/>
              </a:ext>
            </a:extLst>
          </p:cNvPr>
          <p:cNvCxnSpPr>
            <a:stCxn id="39" idx="3"/>
          </p:cNvCxnSpPr>
          <p:nvPr/>
        </p:nvCxnSpPr>
        <p:spPr>
          <a:xfrm>
            <a:off x="2785762" y="5103779"/>
            <a:ext cx="1373921" cy="0"/>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22140761-282C-324F-B2BD-368053A1EF50}"/>
              </a:ext>
            </a:extLst>
          </p:cNvPr>
          <p:cNvCxnSpPr/>
          <p:nvPr/>
        </p:nvCxnSpPr>
        <p:spPr>
          <a:xfrm>
            <a:off x="7696200" y="3429000"/>
            <a:ext cx="1219200" cy="0"/>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415331D-AF3B-0747-804F-A4DBA402DA36}"/>
              </a:ext>
            </a:extLst>
          </p:cNvPr>
          <p:cNvCxnSpPr/>
          <p:nvPr/>
        </p:nvCxnSpPr>
        <p:spPr>
          <a:xfrm>
            <a:off x="7696200" y="4836989"/>
            <a:ext cx="1219200" cy="0"/>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Elbow Connector 74">
            <a:extLst>
              <a:ext uri="{FF2B5EF4-FFF2-40B4-BE49-F238E27FC236}">
                <a16:creationId xmlns:a16="http://schemas.microsoft.com/office/drawing/2014/main" id="{23929278-EAD1-AB4E-9A3D-6A4FB0C296BC}"/>
              </a:ext>
            </a:extLst>
          </p:cNvPr>
          <p:cNvCxnSpPr>
            <a:cxnSpLocks/>
            <a:stCxn id="4" idx="2"/>
          </p:cNvCxnSpPr>
          <p:nvPr/>
        </p:nvCxnSpPr>
        <p:spPr>
          <a:xfrm rot="16200000" flipH="1">
            <a:off x="3194945" y="1901160"/>
            <a:ext cx="956974" cy="972501"/>
          </a:xfrm>
          <a:prstGeom prst="bentConnector2">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97BFE155-6FCC-0442-9971-F7EA61B1D965}"/>
              </a:ext>
            </a:extLst>
          </p:cNvPr>
          <p:cNvCxnSpPr/>
          <p:nvPr/>
        </p:nvCxnSpPr>
        <p:spPr>
          <a:xfrm flipV="1">
            <a:off x="9585070" y="1908923"/>
            <a:ext cx="0" cy="223637"/>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Elbow Connector 82">
            <a:extLst>
              <a:ext uri="{FF2B5EF4-FFF2-40B4-BE49-F238E27FC236}">
                <a16:creationId xmlns:a16="http://schemas.microsoft.com/office/drawing/2014/main" id="{CA6074D8-5856-5048-A757-2CE4DFD907D1}"/>
              </a:ext>
            </a:extLst>
          </p:cNvPr>
          <p:cNvCxnSpPr>
            <a:stCxn id="43" idx="2"/>
            <a:endCxn id="23" idx="1"/>
          </p:cNvCxnSpPr>
          <p:nvPr/>
        </p:nvCxnSpPr>
        <p:spPr>
          <a:xfrm rot="5400000">
            <a:off x="4580047" y="1301527"/>
            <a:ext cx="1034342" cy="1875070"/>
          </a:xfrm>
          <a:prstGeom prst="bentConnector4">
            <a:avLst>
              <a:gd name="adj1" fmla="val 32707"/>
              <a:gd name="adj2" fmla="val 112192"/>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 name="Rectangular Callout 4">
            <a:extLst>
              <a:ext uri="{FF2B5EF4-FFF2-40B4-BE49-F238E27FC236}">
                <a16:creationId xmlns:a16="http://schemas.microsoft.com/office/drawing/2014/main" id="{6B5A2CB9-4896-AE41-8F69-7DFC70E3295C}"/>
              </a:ext>
            </a:extLst>
          </p:cNvPr>
          <p:cNvSpPr/>
          <p:nvPr/>
        </p:nvSpPr>
        <p:spPr>
          <a:xfrm>
            <a:off x="6298093" y="1381881"/>
            <a:ext cx="3608261" cy="4565156"/>
          </a:xfrm>
          <a:prstGeom prst="wedgeRectCallout">
            <a:avLst>
              <a:gd name="adj1" fmla="val -73680"/>
              <a:gd name="adj2" fmla="val -1987"/>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dirty="0"/>
              <a:t>INVENTORY</a:t>
            </a:r>
          </a:p>
          <a:p>
            <a:pPr>
              <a:lnSpc>
                <a:spcPct val="95000"/>
              </a:lnSpc>
            </a:pPr>
            <a:endParaRPr lang="en-US" dirty="0"/>
          </a:p>
          <a:p>
            <a:pPr>
              <a:lnSpc>
                <a:spcPct val="95000"/>
              </a:lnSpc>
            </a:pPr>
            <a:r>
              <a:rPr lang="en-US" dirty="0"/>
              <a:t>web:</a:t>
            </a:r>
          </a:p>
          <a:p>
            <a:pPr>
              <a:lnSpc>
                <a:spcPct val="95000"/>
              </a:lnSpc>
            </a:pPr>
            <a:r>
              <a:rPr lang="en-US" dirty="0"/>
              <a:t>  hosts:</a:t>
            </a:r>
          </a:p>
          <a:p>
            <a:pPr>
              <a:lnSpc>
                <a:spcPct val="95000"/>
              </a:lnSpc>
            </a:pPr>
            <a:r>
              <a:rPr lang="en-US" dirty="0"/>
              <a:t>    webserver1.example.com:</a:t>
            </a:r>
          </a:p>
          <a:p>
            <a:pPr>
              <a:lnSpc>
                <a:spcPct val="95000"/>
              </a:lnSpc>
            </a:pPr>
            <a:r>
              <a:rPr lang="en-US" dirty="0"/>
              <a:t>    webserver2.example.com:</a:t>
            </a:r>
          </a:p>
          <a:p>
            <a:pPr>
              <a:lnSpc>
                <a:spcPct val="95000"/>
              </a:lnSpc>
            </a:pPr>
            <a:endParaRPr lang="en-US" dirty="0"/>
          </a:p>
          <a:p>
            <a:pPr>
              <a:lnSpc>
                <a:spcPct val="95000"/>
              </a:lnSpc>
            </a:pPr>
            <a:r>
              <a:rPr lang="en-US" dirty="0" err="1"/>
              <a:t>db</a:t>
            </a:r>
            <a:r>
              <a:rPr lang="en-US" dirty="0"/>
              <a:t>:</a:t>
            </a:r>
          </a:p>
          <a:p>
            <a:pPr>
              <a:lnSpc>
                <a:spcPct val="95000"/>
              </a:lnSpc>
            </a:pPr>
            <a:r>
              <a:rPr lang="en-US" dirty="0"/>
              <a:t>  hosts:</a:t>
            </a:r>
          </a:p>
          <a:p>
            <a:pPr>
              <a:lnSpc>
                <a:spcPct val="95000"/>
              </a:lnSpc>
            </a:pPr>
            <a:r>
              <a:rPr lang="en-US" dirty="0"/>
              <a:t>    dbserver1.example.com</a:t>
            </a:r>
          </a:p>
          <a:p>
            <a:pPr>
              <a:lnSpc>
                <a:spcPct val="95000"/>
              </a:lnSpc>
            </a:pPr>
            <a:endParaRPr lang="en-US" dirty="0"/>
          </a:p>
          <a:p>
            <a:pPr>
              <a:lnSpc>
                <a:spcPct val="95000"/>
              </a:lnSpc>
            </a:pPr>
            <a:r>
              <a:rPr lang="en-US" dirty="0" err="1"/>
              <a:t>ontap</a:t>
            </a:r>
            <a:r>
              <a:rPr lang="en-US" dirty="0"/>
              <a:t>:</a:t>
            </a:r>
          </a:p>
          <a:p>
            <a:pPr>
              <a:lnSpc>
                <a:spcPct val="95000"/>
              </a:lnSpc>
            </a:pPr>
            <a:r>
              <a:rPr lang="en-US" dirty="0"/>
              <a:t>  hosts:</a:t>
            </a:r>
          </a:p>
          <a:p>
            <a:pPr>
              <a:lnSpc>
                <a:spcPct val="95000"/>
              </a:lnSpc>
            </a:pPr>
            <a:r>
              <a:rPr lang="en-US" dirty="0"/>
              <a:t>    cluster1.example.com</a:t>
            </a:r>
          </a:p>
          <a:p>
            <a:pPr>
              <a:lnSpc>
                <a:spcPct val="95000"/>
              </a:lnSpc>
            </a:pPr>
            <a:r>
              <a:rPr lang="en-US" dirty="0"/>
              <a:t>    cluster2.example.com</a:t>
            </a:r>
          </a:p>
        </p:txBody>
      </p:sp>
      <p:sp>
        <p:nvSpPr>
          <p:cNvPr id="55" name="TextBox 54">
            <a:extLst>
              <a:ext uri="{FF2B5EF4-FFF2-40B4-BE49-F238E27FC236}">
                <a16:creationId xmlns:a16="http://schemas.microsoft.com/office/drawing/2014/main" id="{27A63E05-CF9E-CC49-9C9F-C619A457765A}"/>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458028367"/>
      </p:ext>
    </p:extLst>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53E7E5D-FF96-4340-9AC8-6C96A4B7AA61}"/>
              </a:ext>
            </a:extLst>
          </p:cNvPr>
          <p:cNvSpPr>
            <a:spLocks noGrp="1"/>
          </p:cNvSpPr>
          <p:nvPr>
            <p:ph type="ftr" sz="quarter" idx="3"/>
          </p:nvPr>
        </p:nvSpPr>
        <p:spPr/>
        <p:txBody>
          <a:bodyPr/>
          <a:lstStyle/>
          <a:p>
            <a:r>
              <a:rPr lang="en-US"/>
              <a:t>© 2023 NetApp, Inc. All rights reserved.  — NETAPP CONFIDENTIAL — </a:t>
            </a:r>
            <a:endParaRPr lang="en-US" dirty="0"/>
          </a:p>
        </p:txBody>
      </p:sp>
      <p:grpSp>
        <p:nvGrpSpPr>
          <p:cNvPr id="7" name="Group 6">
            <a:extLst>
              <a:ext uri="{FF2B5EF4-FFF2-40B4-BE49-F238E27FC236}">
                <a16:creationId xmlns:a16="http://schemas.microsoft.com/office/drawing/2014/main" id="{911A5A13-41E7-2545-98A6-64F4F87968E9}"/>
              </a:ext>
            </a:extLst>
          </p:cNvPr>
          <p:cNvGrpSpPr/>
          <p:nvPr/>
        </p:nvGrpSpPr>
        <p:grpSpPr>
          <a:xfrm>
            <a:off x="1773596" y="366826"/>
            <a:ext cx="2827171" cy="1542098"/>
            <a:chOff x="1143000" y="972502"/>
            <a:chExt cx="2827171" cy="1542098"/>
          </a:xfrm>
        </p:grpSpPr>
        <p:pic>
          <p:nvPicPr>
            <p:cNvPr id="4" name="image179.png">
              <a:extLst>
                <a:ext uri="{FF2B5EF4-FFF2-40B4-BE49-F238E27FC236}">
                  <a16:creationId xmlns:a16="http://schemas.microsoft.com/office/drawing/2014/main" id="{D1E49CAE-763F-D844-839A-0F70699E4EA2}"/>
                </a:ext>
              </a:extLst>
            </p:cNvPr>
            <p:cNvPicPr/>
            <p:nvPr/>
          </p:nvPicPr>
          <p:blipFill>
            <a:blip r:embed="rId2">
              <a:alphaModFix amt="25000"/>
            </a:blip>
            <a:stretch>
              <a:fillRect/>
            </a:stretch>
          </p:blipFill>
          <p:spPr>
            <a:xfrm>
              <a:off x="1143000" y="972502"/>
              <a:ext cx="2827171" cy="1542098"/>
            </a:xfrm>
            <a:prstGeom prst="rect">
              <a:avLst/>
            </a:prstGeom>
            <a:ln w="12700">
              <a:miter lim="400000"/>
            </a:ln>
          </p:spPr>
        </p:pic>
        <p:sp>
          <p:nvSpPr>
            <p:cNvPr id="6" name="TextBox 5">
              <a:extLst>
                <a:ext uri="{FF2B5EF4-FFF2-40B4-BE49-F238E27FC236}">
                  <a16:creationId xmlns:a16="http://schemas.microsoft.com/office/drawing/2014/main" id="{40C6036F-E723-5B46-9843-65B6A776704F}"/>
                </a:ext>
              </a:extLst>
            </p:cNvPr>
            <p:cNvSpPr txBox="1"/>
            <p:nvPr/>
          </p:nvSpPr>
          <p:spPr>
            <a:xfrm>
              <a:off x="1732391" y="1524000"/>
              <a:ext cx="1725730" cy="578620"/>
            </a:xfrm>
            <a:prstGeom prst="rect">
              <a:avLst/>
            </a:prstGeom>
          </p:spPr>
          <p:txBody>
            <a:bodyPr vert="horz" wrap="none" lIns="91440" tIns="45720" rIns="91440" bIns="45720" rtlCol="0" anchor="t">
              <a:spAutoFit/>
            </a:bodyPr>
            <a:lstStyle/>
            <a:p>
              <a:pPr marR="0" algn="ctr"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PUBLIC / PRIVATE</a:t>
              </a:r>
            </a:p>
            <a:p>
              <a:pPr marR="0" algn="ctr" defTabSz="914400" rtl="0" eaLnBrk="1" fontAlgn="auto" latinLnBrk="0" hangingPunct="1">
                <a:lnSpc>
                  <a:spcPct val="95000"/>
                </a:lnSpc>
                <a:spcBef>
                  <a:spcPts val="400"/>
                </a:spcBef>
                <a:spcAft>
                  <a:spcPts val="200"/>
                </a:spcAft>
                <a:buClr>
                  <a:schemeClr val="accent1"/>
                </a:buClr>
                <a:buSzTx/>
                <a:tabLst/>
              </a:pPr>
              <a:r>
                <a:rPr lang="en-US" sz="1400" dirty="0">
                  <a:solidFill>
                    <a:sysClr val="windowText" lastClr="000000">
                      <a:alpha val="25000"/>
                    </a:sysClr>
                  </a:solidFill>
                </a:rPr>
                <a:t>CLOUD</a:t>
              </a:r>
              <a:endParaRPr kumimoji="0" lang="en-US" sz="1400" b="0" i="0" u="none" strike="noStrike" kern="1200" cap="none" spc="0" normalizeH="0" baseline="0" noProof="0" dirty="0">
                <a:ln>
                  <a:noFill/>
                </a:ln>
                <a:solidFill>
                  <a:sysClr val="windowText" lastClr="000000">
                    <a:alpha val="25000"/>
                  </a:sysClr>
                </a:solidFill>
                <a:effectLst/>
                <a:uLnTx/>
                <a:uFillTx/>
              </a:endParaRPr>
            </a:p>
          </p:txBody>
        </p:sp>
      </p:grpSp>
      <p:grpSp>
        <p:nvGrpSpPr>
          <p:cNvPr id="28" name="Group 27">
            <a:extLst>
              <a:ext uri="{FF2B5EF4-FFF2-40B4-BE49-F238E27FC236}">
                <a16:creationId xmlns:a16="http://schemas.microsoft.com/office/drawing/2014/main" id="{A6026C75-93CE-9A44-8BCA-5F68CDC2C567}"/>
              </a:ext>
            </a:extLst>
          </p:cNvPr>
          <p:cNvGrpSpPr/>
          <p:nvPr/>
        </p:nvGrpSpPr>
        <p:grpSpPr>
          <a:xfrm>
            <a:off x="1006533" y="2438516"/>
            <a:ext cx="1964648" cy="1655332"/>
            <a:chOff x="1174595" y="3228223"/>
            <a:chExt cx="1964648" cy="1655332"/>
          </a:xfrm>
        </p:grpSpPr>
        <p:grpSp>
          <p:nvGrpSpPr>
            <p:cNvPr id="17" name="Group 16">
              <a:extLst>
                <a:ext uri="{FF2B5EF4-FFF2-40B4-BE49-F238E27FC236}">
                  <a16:creationId xmlns:a16="http://schemas.microsoft.com/office/drawing/2014/main" id="{D8DEF369-700F-2C4E-B8FD-25A97EA89673}"/>
                </a:ext>
              </a:extLst>
            </p:cNvPr>
            <p:cNvGrpSpPr/>
            <p:nvPr/>
          </p:nvGrpSpPr>
          <p:grpSpPr>
            <a:xfrm>
              <a:off x="1174595" y="3228223"/>
              <a:ext cx="1964648" cy="1365401"/>
              <a:chOff x="1320858" y="3456571"/>
              <a:chExt cx="1964648" cy="1365401"/>
            </a:xfrm>
          </p:grpSpPr>
          <p:pic>
            <p:nvPicPr>
              <p:cNvPr id="16" name="Graphic 15">
                <a:extLst>
                  <a:ext uri="{FF2B5EF4-FFF2-40B4-BE49-F238E27FC236}">
                    <a16:creationId xmlns:a16="http://schemas.microsoft.com/office/drawing/2014/main" id="{8C478488-B97B-C344-BE1A-F4B14C8077BD}"/>
                  </a:ext>
                </a:extLst>
              </p:cNvPr>
              <p:cNvPicPr>
                <a:picLocks noChangeAspect="1"/>
              </p:cNvPicPr>
              <p:nvPr/>
            </p:nvPicPr>
            <p:blipFill>
              <a:blip r:embed="rId3" cstate="print">
                <a:alphaModFix amt="25000"/>
                <a:extLst>
                  <a:ext uri="{28A0092B-C50C-407E-A947-70E740481C1C}">
                    <a14:useLocalDpi xmlns:a14="http://schemas.microsoft.com/office/drawing/2010/main" val="0"/>
                  </a:ext>
                </a:extLst>
              </a:blip>
              <a:srcRect/>
              <a:stretch/>
            </p:blipFill>
            <p:spPr>
              <a:xfrm>
                <a:off x="1320858" y="3793272"/>
                <a:ext cx="1028700" cy="1028700"/>
              </a:xfrm>
              <a:prstGeom prst="rect">
                <a:avLst/>
              </a:prstGeom>
            </p:spPr>
          </p:pic>
          <p:pic>
            <p:nvPicPr>
              <p:cNvPr id="13" name="Graphic 12">
                <a:extLst>
                  <a:ext uri="{FF2B5EF4-FFF2-40B4-BE49-F238E27FC236}">
                    <a16:creationId xmlns:a16="http://schemas.microsoft.com/office/drawing/2014/main" id="{621FFC67-89C3-EA43-A55A-73794A1A54C9}"/>
                  </a:ext>
                </a:extLst>
              </p:cNvPr>
              <p:cNvPicPr>
                <a:picLocks noChangeAspect="1"/>
              </p:cNvPicPr>
              <p:nvPr/>
            </p:nvPicPr>
            <p:blipFill>
              <a:blip r:embed="rId3" cstate="print">
                <a:alphaModFix amt="25000"/>
                <a:extLst>
                  <a:ext uri="{28A0092B-C50C-407E-A947-70E740481C1C}">
                    <a14:useLocalDpi xmlns:a14="http://schemas.microsoft.com/office/drawing/2010/main" val="0"/>
                  </a:ext>
                </a:extLst>
              </a:blip>
              <a:srcRect/>
              <a:stretch/>
            </p:blipFill>
            <p:spPr>
              <a:xfrm>
                <a:off x="2256806" y="3793272"/>
                <a:ext cx="1028700" cy="1028700"/>
              </a:xfrm>
              <a:prstGeom prst="rect">
                <a:avLst/>
              </a:prstGeom>
            </p:spPr>
          </p:pic>
          <p:pic>
            <p:nvPicPr>
              <p:cNvPr id="12" name="Graphic 11">
                <a:extLst>
                  <a:ext uri="{FF2B5EF4-FFF2-40B4-BE49-F238E27FC236}">
                    <a16:creationId xmlns:a16="http://schemas.microsoft.com/office/drawing/2014/main" id="{D649AB32-64CF-314E-B064-ED7D7238C155}"/>
                  </a:ext>
                </a:extLst>
              </p:cNvPr>
              <p:cNvPicPr>
                <a:picLocks noChangeAspect="1"/>
              </p:cNvPicPr>
              <p:nvPr/>
            </p:nvPicPr>
            <p:blipFill>
              <a:blip r:embed="rId3" cstate="print">
                <a:alphaModFix amt="25000"/>
                <a:extLst>
                  <a:ext uri="{28A0092B-C50C-407E-A947-70E740481C1C}">
                    <a14:useLocalDpi xmlns:a14="http://schemas.microsoft.com/office/drawing/2010/main" val="0"/>
                  </a:ext>
                </a:extLst>
              </a:blip>
              <a:srcRect/>
              <a:stretch/>
            </p:blipFill>
            <p:spPr>
              <a:xfrm>
                <a:off x="1835207" y="3456571"/>
                <a:ext cx="1028700" cy="1028700"/>
              </a:xfrm>
              <a:prstGeom prst="rect">
                <a:avLst/>
              </a:prstGeom>
            </p:spPr>
          </p:pic>
        </p:grpSp>
        <p:sp>
          <p:nvSpPr>
            <p:cNvPr id="18" name="TextBox 17">
              <a:extLst>
                <a:ext uri="{FF2B5EF4-FFF2-40B4-BE49-F238E27FC236}">
                  <a16:creationId xmlns:a16="http://schemas.microsoft.com/office/drawing/2014/main" id="{96F1692F-372C-E542-B4AE-7D7A1D70C622}"/>
                </a:ext>
              </a:extLst>
            </p:cNvPr>
            <p:cNvSpPr txBox="1"/>
            <p:nvPr/>
          </p:nvSpPr>
          <p:spPr>
            <a:xfrm>
              <a:off x="1754757" y="4586551"/>
              <a:ext cx="805029"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alpha val="25000"/>
                    </a:schemeClr>
                  </a:solidFill>
                  <a:effectLst/>
                  <a:uLnTx/>
                  <a:uFillTx/>
                  <a:latin typeface="+mn-lt"/>
                </a:rPr>
                <a:t>USERS</a:t>
              </a:r>
            </a:p>
          </p:txBody>
        </p:sp>
      </p:grpSp>
      <p:grpSp>
        <p:nvGrpSpPr>
          <p:cNvPr id="19" name="Group 18">
            <a:extLst>
              <a:ext uri="{FF2B5EF4-FFF2-40B4-BE49-F238E27FC236}">
                <a16:creationId xmlns:a16="http://schemas.microsoft.com/office/drawing/2014/main" id="{B60C4D44-DAD7-C346-84B1-F72456CCE69A}"/>
              </a:ext>
            </a:extLst>
          </p:cNvPr>
          <p:cNvGrpSpPr/>
          <p:nvPr/>
        </p:nvGrpSpPr>
        <p:grpSpPr>
          <a:xfrm>
            <a:off x="7591233" y="364569"/>
            <a:ext cx="2827171" cy="1542098"/>
            <a:chOff x="1143000" y="972502"/>
            <a:chExt cx="2827171" cy="1542098"/>
          </a:xfrm>
        </p:grpSpPr>
        <p:pic>
          <p:nvPicPr>
            <p:cNvPr id="20" name="image179.png">
              <a:extLst>
                <a:ext uri="{FF2B5EF4-FFF2-40B4-BE49-F238E27FC236}">
                  <a16:creationId xmlns:a16="http://schemas.microsoft.com/office/drawing/2014/main" id="{61AF875F-28AF-0B4F-A311-AEFAD4F7E337}"/>
                </a:ext>
              </a:extLst>
            </p:cNvPr>
            <p:cNvPicPr/>
            <p:nvPr/>
          </p:nvPicPr>
          <p:blipFill>
            <a:blip r:embed="rId2">
              <a:alphaModFix amt="25000"/>
            </a:blip>
            <a:stretch>
              <a:fillRect/>
            </a:stretch>
          </p:blipFill>
          <p:spPr>
            <a:xfrm>
              <a:off x="1143000" y="972502"/>
              <a:ext cx="2827171" cy="1542098"/>
            </a:xfrm>
            <a:prstGeom prst="rect">
              <a:avLst/>
            </a:prstGeom>
            <a:ln w="12700">
              <a:miter lim="400000"/>
            </a:ln>
          </p:spPr>
        </p:pic>
        <p:sp>
          <p:nvSpPr>
            <p:cNvPr id="21" name="TextBox 20">
              <a:extLst>
                <a:ext uri="{FF2B5EF4-FFF2-40B4-BE49-F238E27FC236}">
                  <a16:creationId xmlns:a16="http://schemas.microsoft.com/office/drawing/2014/main" id="{47BBEE76-ABAD-8145-8D70-98D8494DC745}"/>
                </a:ext>
              </a:extLst>
            </p:cNvPr>
            <p:cNvSpPr txBox="1"/>
            <p:nvPr/>
          </p:nvSpPr>
          <p:spPr>
            <a:xfrm>
              <a:off x="1732391" y="1524000"/>
              <a:ext cx="1725730" cy="578620"/>
            </a:xfrm>
            <a:prstGeom prst="rect">
              <a:avLst/>
            </a:prstGeom>
          </p:spPr>
          <p:txBody>
            <a:bodyPr vert="horz" wrap="none" lIns="91440" tIns="45720" rIns="91440" bIns="45720" rtlCol="0" anchor="t">
              <a:spAutoFit/>
            </a:bodyPr>
            <a:lstStyle/>
            <a:p>
              <a:pPr marR="0" algn="ctr"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PUBLIC / PRIVATE</a:t>
              </a:r>
            </a:p>
            <a:p>
              <a:pPr marR="0" algn="ctr" defTabSz="914400" rtl="0" eaLnBrk="1" fontAlgn="auto" latinLnBrk="0" hangingPunct="1">
                <a:lnSpc>
                  <a:spcPct val="95000"/>
                </a:lnSpc>
                <a:spcBef>
                  <a:spcPts val="400"/>
                </a:spcBef>
                <a:spcAft>
                  <a:spcPts val="200"/>
                </a:spcAft>
                <a:buClr>
                  <a:schemeClr val="accent1"/>
                </a:buClr>
                <a:buSzTx/>
                <a:tabLst/>
              </a:pPr>
              <a:r>
                <a:rPr lang="en-US" sz="1400" dirty="0">
                  <a:solidFill>
                    <a:sysClr val="windowText" lastClr="000000">
                      <a:alpha val="25000"/>
                    </a:sysClr>
                  </a:solidFill>
                </a:rPr>
                <a:t>CLOUD</a:t>
              </a:r>
              <a:endParaRPr kumimoji="0" lang="en-US" sz="1400" b="0" i="0" u="none" strike="noStrike" kern="1200" cap="none" spc="0" normalizeH="0" baseline="0" noProof="0" dirty="0">
                <a:ln>
                  <a:noFill/>
                </a:ln>
                <a:solidFill>
                  <a:sysClr val="windowText" lastClr="000000">
                    <a:alpha val="25000"/>
                  </a:sysClr>
                </a:solidFill>
                <a:effectLst/>
                <a:uLnTx/>
                <a:uFillTx/>
              </a:endParaRPr>
            </a:p>
          </p:txBody>
        </p:sp>
      </p:grpSp>
      <p:sp>
        <p:nvSpPr>
          <p:cNvPr id="22" name="Rectangle 21">
            <a:extLst>
              <a:ext uri="{FF2B5EF4-FFF2-40B4-BE49-F238E27FC236}">
                <a16:creationId xmlns:a16="http://schemas.microsoft.com/office/drawing/2014/main" id="{61CEAD2D-7148-A74D-B2A6-6FE6468E1AF9}"/>
              </a:ext>
            </a:extLst>
          </p:cNvPr>
          <p:cNvSpPr/>
          <p:nvPr/>
        </p:nvSpPr>
        <p:spPr>
          <a:xfrm>
            <a:off x="4159683" y="2445360"/>
            <a:ext cx="3536517" cy="3345840"/>
          </a:xfrm>
          <a:prstGeom prst="rect">
            <a:avLst/>
          </a:prstGeom>
          <a:solidFill>
            <a:schemeClr val="accent1">
              <a:alpha val="2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5000"/>
              </a:lnSpc>
            </a:pPr>
            <a:r>
              <a:rPr lang="en-US" dirty="0"/>
              <a:t>   </a:t>
            </a:r>
          </a:p>
        </p:txBody>
      </p:sp>
      <p:sp>
        <p:nvSpPr>
          <p:cNvPr id="23" name="Rectangle 22">
            <a:extLst>
              <a:ext uri="{FF2B5EF4-FFF2-40B4-BE49-F238E27FC236}">
                <a16:creationId xmlns:a16="http://schemas.microsoft.com/office/drawing/2014/main" id="{D554B94C-C066-014D-8C98-FFD68D8C3A71}"/>
              </a:ext>
            </a:extLst>
          </p:cNvPr>
          <p:cNvSpPr/>
          <p:nvPr/>
        </p:nvSpPr>
        <p:spPr>
          <a:xfrm>
            <a:off x="4159683" y="2398487"/>
            <a:ext cx="3536517" cy="715491"/>
          </a:xfrm>
          <a:prstGeom prst="rect">
            <a:avLst/>
          </a:prstGeom>
          <a:solidFill>
            <a:schemeClr val="accent1">
              <a:lumMod val="75000"/>
              <a:alpha val="2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5000"/>
              </a:lnSpc>
            </a:pPr>
            <a:r>
              <a:rPr lang="en-US" sz="1600" dirty="0">
                <a:solidFill>
                  <a:schemeClr val="lt1">
                    <a:alpha val="25000"/>
                  </a:schemeClr>
                </a:solidFill>
              </a:rPr>
              <a:t>ANSIBLE AUTOMATION ENGINE</a:t>
            </a:r>
          </a:p>
        </p:txBody>
      </p:sp>
      <p:grpSp>
        <p:nvGrpSpPr>
          <p:cNvPr id="27" name="Group 26">
            <a:extLst>
              <a:ext uri="{FF2B5EF4-FFF2-40B4-BE49-F238E27FC236}">
                <a16:creationId xmlns:a16="http://schemas.microsoft.com/office/drawing/2014/main" id="{3E7540C4-A138-AE4E-96BB-731A4401B485}"/>
              </a:ext>
            </a:extLst>
          </p:cNvPr>
          <p:cNvGrpSpPr/>
          <p:nvPr/>
        </p:nvGrpSpPr>
        <p:grpSpPr>
          <a:xfrm>
            <a:off x="4566070" y="4476433"/>
            <a:ext cx="1072730" cy="1099959"/>
            <a:chOff x="4394673" y="4104640"/>
            <a:chExt cx="1072730" cy="1099959"/>
          </a:xfrm>
        </p:grpSpPr>
        <p:pic>
          <p:nvPicPr>
            <p:cNvPr id="25" name="Graphic 24">
              <a:extLst>
                <a:ext uri="{FF2B5EF4-FFF2-40B4-BE49-F238E27FC236}">
                  <a16:creationId xmlns:a16="http://schemas.microsoft.com/office/drawing/2014/main" id="{99AFEDB1-3301-3E44-8AD5-2E53DCA549A0}"/>
                </a:ext>
              </a:extLst>
            </p:cNvPr>
            <p:cNvPicPr>
              <a:picLocks noChangeAspect="1"/>
            </p:cNvPicPr>
            <p:nvPr/>
          </p:nvPicPr>
          <p:blipFill>
            <a:blip r:embed="rId4" cstate="print">
              <a:alphaModFix amt="25000"/>
              <a:extLst>
                <a:ext uri="{28A0092B-C50C-407E-A947-70E740481C1C}">
                  <a14:useLocalDpi xmlns:a14="http://schemas.microsoft.com/office/drawing/2010/main" val="0"/>
                </a:ext>
              </a:extLst>
            </a:blip>
            <a:srcRect/>
            <a:stretch/>
          </p:blipFill>
          <p:spPr>
            <a:xfrm>
              <a:off x="4550038" y="4104640"/>
              <a:ext cx="758952" cy="758952"/>
            </a:xfrm>
            <a:prstGeom prst="rect">
              <a:avLst/>
            </a:prstGeom>
          </p:spPr>
        </p:pic>
        <p:sp>
          <p:nvSpPr>
            <p:cNvPr id="26" name="TextBox 25">
              <a:extLst>
                <a:ext uri="{FF2B5EF4-FFF2-40B4-BE49-F238E27FC236}">
                  <a16:creationId xmlns:a16="http://schemas.microsoft.com/office/drawing/2014/main" id="{48571D0D-EFFB-3947-BDD7-F545B8200B8A}"/>
                </a:ext>
              </a:extLst>
            </p:cNvPr>
            <p:cNvSpPr txBox="1"/>
            <p:nvPr/>
          </p:nvSpPr>
          <p:spPr>
            <a:xfrm>
              <a:off x="4394673" y="4907595"/>
              <a:ext cx="107273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solidFill>
                  <a:effectLst/>
                  <a:uLnTx/>
                  <a:uFillTx/>
                  <a:latin typeface="+mn-lt"/>
                </a:rPr>
                <a:t>MODULES</a:t>
              </a:r>
            </a:p>
          </p:txBody>
        </p:sp>
      </p:grpSp>
      <p:grpSp>
        <p:nvGrpSpPr>
          <p:cNvPr id="29" name="Group 28">
            <a:extLst>
              <a:ext uri="{FF2B5EF4-FFF2-40B4-BE49-F238E27FC236}">
                <a16:creationId xmlns:a16="http://schemas.microsoft.com/office/drawing/2014/main" id="{0A302B3B-EB34-D446-98B5-C94A08CA37BE}"/>
              </a:ext>
            </a:extLst>
          </p:cNvPr>
          <p:cNvGrpSpPr/>
          <p:nvPr/>
        </p:nvGrpSpPr>
        <p:grpSpPr>
          <a:xfrm>
            <a:off x="6096000" y="3277782"/>
            <a:ext cx="973342" cy="1099959"/>
            <a:chOff x="4394673" y="4104640"/>
            <a:chExt cx="973342" cy="1099959"/>
          </a:xfrm>
        </p:grpSpPr>
        <p:pic>
          <p:nvPicPr>
            <p:cNvPr id="30" name="Graphic 29">
              <a:extLst>
                <a:ext uri="{FF2B5EF4-FFF2-40B4-BE49-F238E27FC236}">
                  <a16:creationId xmlns:a16="http://schemas.microsoft.com/office/drawing/2014/main" id="{968834F6-612C-DE4D-BBED-86E42C7D9730}"/>
                </a:ext>
              </a:extLst>
            </p:cNvPr>
            <p:cNvPicPr>
              <a:picLocks noChangeAspect="1"/>
            </p:cNvPicPr>
            <p:nvPr/>
          </p:nvPicPr>
          <p:blipFill>
            <a:blip r:embed="rId5" cstate="print">
              <a:alphaModFix/>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31" name="TextBox 30">
              <a:extLst>
                <a:ext uri="{FF2B5EF4-FFF2-40B4-BE49-F238E27FC236}">
                  <a16:creationId xmlns:a16="http://schemas.microsoft.com/office/drawing/2014/main" id="{4CC5732C-F0EF-504E-8BAB-843F6A0A4A7D}"/>
                </a:ext>
              </a:extLst>
            </p:cNvPr>
            <p:cNvSpPr txBox="1"/>
            <p:nvPr/>
          </p:nvSpPr>
          <p:spPr>
            <a:xfrm>
              <a:off x="4394673" y="4907595"/>
              <a:ext cx="973342" cy="297004"/>
            </a:xfrm>
            <a:prstGeom prst="rect">
              <a:avLst/>
            </a:prstGeom>
          </p:spPr>
          <p:txBody>
            <a:bodyPr vert="horz" wrap="square" lIns="91440" tIns="45720" rIns="91440" bIns="45720" rtlCol="0" anchor="t">
              <a:spAutoFit/>
            </a:bodyPr>
            <a:lstStyle/>
            <a:p>
              <a:pPr marR="0" algn="ctr"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CLI</a:t>
              </a:r>
            </a:p>
          </p:txBody>
        </p:sp>
      </p:grpSp>
      <p:grpSp>
        <p:nvGrpSpPr>
          <p:cNvPr id="32" name="Group 31">
            <a:extLst>
              <a:ext uri="{FF2B5EF4-FFF2-40B4-BE49-F238E27FC236}">
                <a16:creationId xmlns:a16="http://schemas.microsoft.com/office/drawing/2014/main" id="{E7EED822-6563-154F-A068-00E56D7D06A9}"/>
              </a:ext>
            </a:extLst>
          </p:cNvPr>
          <p:cNvGrpSpPr/>
          <p:nvPr/>
        </p:nvGrpSpPr>
        <p:grpSpPr>
          <a:xfrm>
            <a:off x="4413670" y="3263738"/>
            <a:ext cx="1226490" cy="1099959"/>
            <a:chOff x="4394673" y="4104640"/>
            <a:chExt cx="1226490" cy="1099959"/>
          </a:xfrm>
        </p:grpSpPr>
        <p:pic>
          <p:nvPicPr>
            <p:cNvPr id="33" name="Graphic 32">
              <a:extLst>
                <a:ext uri="{FF2B5EF4-FFF2-40B4-BE49-F238E27FC236}">
                  <a16:creationId xmlns:a16="http://schemas.microsoft.com/office/drawing/2014/main" id="{84908B27-B32A-B745-9C4B-AB175A418EAC}"/>
                </a:ext>
              </a:extLst>
            </p:cNvPr>
            <p:cNvPicPr>
              <a:picLocks noChangeAspect="1"/>
            </p:cNvPicPr>
            <p:nvPr/>
          </p:nvPicPr>
          <p:blipFill>
            <a:blip r:embed="rId6" cstate="print">
              <a:alphaModFix amt="25000"/>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34" name="TextBox 33">
              <a:extLst>
                <a:ext uri="{FF2B5EF4-FFF2-40B4-BE49-F238E27FC236}">
                  <a16:creationId xmlns:a16="http://schemas.microsoft.com/office/drawing/2014/main" id="{6D8AA793-A4BC-4C4A-9A2B-BD5FE588E627}"/>
                </a:ext>
              </a:extLst>
            </p:cNvPr>
            <p:cNvSpPr txBox="1"/>
            <p:nvPr/>
          </p:nvSpPr>
          <p:spPr>
            <a:xfrm>
              <a:off x="4394673" y="4907595"/>
              <a:ext cx="122649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INVENTORY</a:t>
              </a:r>
            </a:p>
          </p:txBody>
        </p:sp>
      </p:grpSp>
      <p:grpSp>
        <p:nvGrpSpPr>
          <p:cNvPr id="35" name="Group 34">
            <a:extLst>
              <a:ext uri="{FF2B5EF4-FFF2-40B4-BE49-F238E27FC236}">
                <a16:creationId xmlns:a16="http://schemas.microsoft.com/office/drawing/2014/main" id="{F21A7AB1-A3F8-0F40-B4A5-536DDF9C1D95}"/>
              </a:ext>
            </a:extLst>
          </p:cNvPr>
          <p:cNvGrpSpPr/>
          <p:nvPr/>
        </p:nvGrpSpPr>
        <p:grpSpPr>
          <a:xfrm>
            <a:off x="6298093" y="4534491"/>
            <a:ext cx="973343" cy="1066371"/>
            <a:chOff x="4444366" y="4104640"/>
            <a:chExt cx="973343" cy="1066371"/>
          </a:xfrm>
        </p:grpSpPr>
        <p:pic>
          <p:nvPicPr>
            <p:cNvPr id="36" name="Graphic 35">
              <a:extLst>
                <a:ext uri="{FF2B5EF4-FFF2-40B4-BE49-F238E27FC236}">
                  <a16:creationId xmlns:a16="http://schemas.microsoft.com/office/drawing/2014/main" id="{800F2CD3-58F8-DC44-B649-F01A77521B8D}"/>
                </a:ext>
              </a:extLst>
            </p:cNvPr>
            <p:cNvPicPr>
              <a:picLocks noChangeAspect="1"/>
            </p:cNvPicPr>
            <p:nvPr/>
          </p:nvPicPr>
          <p:blipFill>
            <a:blip r:embed="rId7" cstate="print">
              <a:alphaModFix amt="25000"/>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37" name="TextBox 36">
              <a:extLst>
                <a:ext uri="{FF2B5EF4-FFF2-40B4-BE49-F238E27FC236}">
                  <a16:creationId xmlns:a16="http://schemas.microsoft.com/office/drawing/2014/main" id="{336078FE-46CF-0E48-8DDC-5FA12C8098A7}"/>
                </a:ext>
              </a:extLst>
            </p:cNvPr>
            <p:cNvSpPr txBox="1"/>
            <p:nvPr/>
          </p:nvSpPr>
          <p:spPr>
            <a:xfrm>
              <a:off x="4444366" y="4874007"/>
              <a:ext cx="973343"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PLUGINS</a:t>
              </a:r>
            </a:p>
          </p:txBody>
        </p:sp>
      </p:grpSp>
      <p:grpSp>
        <p:nvGrpSpPr>
          <p:cNvPr id="41" name="Group 40">
            <a:extLst>
              <a:ext uri="{FF2B5EF4-FFF2-40B4-BE49-F238E27FC236}">
                <a16:creationId xmlns:a16="http://schemas.microsoft.com/office/drawing/2014/main" id="{140A1856-1E19-9746-810F-AAB1C7FE5F27}"/>
              </a:ext>
            </a:extLst>
          </p:cNvPr>
          <p:cNvGrpSpPr/>
          <p:nvPr/>
        </p:nvGrpSpPr>
        <p:grpSpPr>
          <a:xfrm>
            <a:off x="962341" y="4307227"/>
            <a:ext cx="1960280" cy="1936814"/>
            <a:chOff x="1030730" y="4419600"/>
            <a:chExt cx="1960280" cy="1936814"/>
          </a:xfrm>
        </p:grpSpPr>
        <p:pic>
          <p:nvPicPr>
            <p:cNvPr id="39" name="Graphic 38">
              <a:extLst>
                <a:ext uri="{FF2B5EF4-FFF2-40B4-BE49-F238E27FC236}">
                  <a16:creationId xmlns:a16="http://schemas.microsoft.com/office/drawing/2014/main" id="{9362BCAA-184E-9A40-AA39-D9F53CD58BC5}"/>
                </a:ext>
              </a:extLst>
            </p:cNvPr>
            <p:cNvPicPr>
              <a:picLocks noChangeAspect="1"/>
            </p:cNvPicPr>
            <p:nvPr/>
          </p:nvPicPr>
          <p:blipFill>
            <a:blip r:embed="rId8" cstate="print">
              <a:alphaModFix amt="25000"/>
              <a:extLst>
                <a:ext uri="{28A0092B-C50C-407E-A947-70E740481C1C}">
                  <a14:useLocalDpi xmlns:a14="http://schemas.microsoft.com/office/drawing/2010/main" val="0"/>
                </a:ext>
              </a:extLst>
            </a:blip>
            <a:srcRect/>
            <a:stretch/>
          </p:blipFill>
          <p:spPr>
            <a:xfrm>
              <a:off x="1261047" y="4419600"/>
              <a:ext cx="1593104" cy="1593104"/>
            </a:xfrm>
            <a:prstGeom prst="rect">
              <a:avLst/>
            </a:prstGeom>
          </p:spPr>
        </p:pic>
        <p:sp>
          <p:nvSpPr>
            <p:cNvPr id="40" name="TextBox 39">
              <a:extLst>
                <a:ext uri="{FF2B5EF4-FFF2-40B4-BE49-F238E27FC236}">
                  <a16:creationId xmlns:a16="http://schemas.microsoft.com/office/drawing/2014/main" id="{624C1FD2-636B-784E-8E94-7DAAFE32B589}"/>
                </a:ext>
              </a:extLst>
            </p:cNvPr>
            <p:cNvSpPr txBox="1"/>
            <p:nvPr/>
          </p:nvSpPr>
          <p:spPr>
            <a:xfrm>
              <a:off x="1030730" y="6059410"/>
              <a:ext cx="196028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alpha val="25000"/>
                    </a:schemeClr>
                  </a:solidFill>
                  <a:effectLst/>
                  <a:uLnTx/>
                  <a:uFillTx/>
                  <a:latin typeface="+mn-lt"/>
                </a:rPr>
                <a:t>ANSIBLE</a:t>
              </a:r>
              <a:r>
                <a:rPr kumimoji="0" lang="en-US" sz="1400" b="0" i="0" u="none" strike="noStrike" kern="1200" cap="none" spc="0" normalizeH="0" baseline="0" noProof="0" dirty="0">
                  <a:ln>
                    <a:noFill/>
                  </a:ln>
                  <a:solidFill>
                    <a:schemeClr val="bg1"/>
                  </a:solidFill>
                  <a:effectLst/>
                  <a:uLnTx/>
                  <a:uFillTx/>
                  <a:latin typeface="+mn-lt"/>
                </a:rPr>
                <a:t> </a:t>
              </a:r>
              <a:r>
                <a:rPr kumimoji="0" lang="en-US" sz="1400" b="0" i="0" u="none" strike="noStrike" kern="1200" cap="none" spc="0" normalizeH="0" baseline="0" noProof="0" dirty="0">
                  <a:ln>
                    <a:noFill/>
                  </a:ln>
                  <a:solidFill>
                    <a:schemeClr val="bg1">
                      <a:alpha val="25000"/>
                    </a:schemeClr>
                  </a:solidFill>
                  <a:effectLst/>
                  <a:uLnTx/>
                  <a:uFillTx/>
                  <a:latin typeface="+mn-lt"/>
                </a:rPr>
                <a:t>PLAYBOOK</a:t>
              </a:r>
            </a:p>
          </p:txBody>
        </p:sp>
      </p:grpSp>
      <p:grpSp>
        <p:nvGrpSpPr>
          <p:cNvPr id="45" name="Group 44">
            <a:extLst>
              <a:ext uri="{FF2B5EF4-FFF2-40B4-BE49-F238E27FC236}">
                <a16:creationId xmlns:a16="http://schemas.microsoft.com/office/drawing/2014/main" id="{A4B236CD-B8C3-CA47-A6E8-210ABF85E42E}"/>
              </a:ext>
            </a:extLst>
          </p:cNvPr>
          <p:cNvGrpSpPr/>
          <p:nvPr/>
        </p:nvGrpSpPr>
        <p:grpSpPr>
          <a:xfrm>
            <a:off x="5434176" y="758392"/>
            <a:ext cx="1198189" cy="963499"/>
            <a:chOff x="5495423" y="979683"/>
            <a:chExt cx="1198189" cy="963499"/>
          </a:xfrm>
        </p:grpSpPr>
        <p:pic>
          <p:nvPicPr>
            <p:cNvPr id="43" name="image197.png">
              <a:extLst>
                <a:ext uri="{FF2B5EF4-FFF2-40B4-BE49-F238E27FC236}">
                  <a16:creationId xmlns:a16="http://schemas.microsoft.com/office/drawing/2014/main" id="{85ADF2ED-765F-2E42-B6E4-C28D6A6145F4}"/>
                </a:ext>
              </a:extLst>
            </p:cNvPr>
            <p:cNvPicPr/>
            <p:nvPr/>
          </p:nvPicPr>
          <p:blipFill>
            <a:blip r:embed="rId9">
              <a:alphaModFix amt="25000"/>
            </a:blip>
            <a:stretch>
              <a:fillRect/>
            </a:stretch>
          </p:blipFill>
          <p:spPr>
            <a:xfrm>
              <a:off x="5498388" y="1366323"/>
              <a:ext cx="1195224" cy="576859"/>
            </a:xfrm>
            <a:prstGeom prst="rect">
              <a:avLst/>
            </a:prstGeom>
            <a:ln w="12700">
              <a:miter lim="400000"/>
            </a:ln>
          </p:spPr>
        </p:pic>
        <p:pic>
          <p:nvPicPr>
            <p:cNvPr id="44" name="image197.png">
              <a:extLst>
                <a:ext uri="{FF2B5EF4-FFF2-40B4-BE49-F238E27FC236}">
                  <a16:creationId xmlns:a16="http://schemas.microsoft.com/office/drawing/2014/main" id="{2D1B190B-A60E-944F-9D0F-5ED7143675D1}"/>
                </a:ext>
              </a:extLst>
            </p:cNvPr>
            <p:cNvPicPr/>
            <p:nvPr/>
          </p:nvPicPr>
          <p:blipFill>
            <a:blip r:embed="rId9">
              <a:alphaModFix amt="25000"/>
            </a:blip>
            <a:stretch>
              <a:fillRect/>
            </a:stretch>
          </p:blipFill>
          <p:spPr>
            <a:xfrm>
              <a:off x="5495423" y="979683"/>
              <a:ext cx="1195224" cy="576859"/>
            </a:xfrm>
            <a:prstGeom prst="rect">
              <a:avLst/>
            </a:prstGeom>
            <a:ln w="12700">
              <a:miter lim="400000"/>
            </a:ln>
          </p:spPr>
        </p:pic>
      </p:grpSp>
      <p:sp>
        <p:nvSpPr>
          <p:cNvPr id="49" name="TextBox 48">
            <a:extLst>
              <a:ext uri="{FF2B5EF4-FFF2-40B4-BE49-F238E27FC236}">
                <a16:creationId xmlns:a16="http://schemas.microsoft.com/office/drawing/2014/main" id="{E479613C-F27D-B742-80AF-33F5A87AE72C}"/>
              </a:ext>
            </a:extLst>
          </p:cNvPr>
          <p:cNvSpPr txBox="1"/>
          <p:nvPr/>
        </p:nvSpPr>
        <p:spPr>
          <a:xfrm>
            <a:off x="5690108" y="1381881"/>
            <a:ext cx="713657"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alpha val="25000"/>
                  </a:schemeClr>
                </a:solidFill>
              </a:rPr>
              <a:t>CMDB</a:t>
            </a:r>
            <a:endParaRPr kumimoji="0" lang="en-US" sz="1400" b="0" i="0" u="none" strike="noStrike" kern="1200" cap="none" spc="0" normalizeH="0" baseline="0" noProof="0" dirty="0">
              <a:ln>
                <a:noFill/>
              </a:ln>
              <a:solidFill>
                <a:schemeClr val="bg1">
                  <a:alpha val="25000"/>
                </a:schemeClr>
              </a:solidFill>
              <a:effectLst/>
              <a:uLnTx/>
              <a:uFillTx/>
            </a:endParaRPr>
          </a:p>
        </p:txBody>
      </p:sp>
      <p:grpSp>
        <p:nvGrpSpPr>
          <p:cNvPr id="52" name="Group 51">
            <a:extLst>
              <a:ext uri="{FF2B5EF4-FFF2-40B4-BE49-F238E27FC236}">
                <a16:creationId xmlns:a16="http://schemas.microsoft.com/office/drawing/2014/main" id="{1CB42589-770C-004A-BA8D-F8877C5DD0B9}"/>
              </a:ext>
            </a:extLst>
          </p:cNvPr>
          <p:cNvGrpSpPr/>
          <p:nvPr/>
        </p:nvGrpSpPr>
        <p:grpSpPr>
          <a:xfrm>
            <a:off x="9070121" y="4701342"/>
            <a:ext cx="1029900" cy="1074182"/>
            <a:chOff x="9000568" y="4555763"/>
            <a:chExt cx="1029900" cy="1074182"/>
          </a:xfrm>
        </p:grpSpPr>
        <p:pic>
          <p:nvPicPr>
            <p:cNvPr id="50" name="image41.png" descr="OS.png">
              <a:extLst>
                <a:ext uri="{FF2B5EF4-FFF2-40B4-BE49-F238E27FC236}">
                  <a16:creationId xmlns:a16="http://schemas.microsoft.com/office/drawing/2014/main" id="{23EAAC98-E305-6C4F-ABB4-7C22953B2F3A}"/>
                </a:ext>
              </a:extLst>
            </p:cNvPr>
            <p:cNvPicPr/>
            <p:nvPr/>
          </p:nvPicPr>
          <p:blipFill>
            <a:blip r:embed="rId10">
              <a:alphaModFix amt="25000"/>
            </a:blip>
            <a:stretch>
              <a:fillRect/>
            </a:stretch>
          </p:blipFill>
          <p:spPr>
            <a:xfrm>
              <a:off x="9000568" y="4555763"/>
              <a:ext cx="1029900" cy="758279"/>
            </a:xfrm>
            <a:prstGeom prst="rect">
              <a:avLst/>
            </a:prstGeom>
            <a:ln w="12700">
              <a:miter lim="400000"/>
            </a:ln>
          </p:spPr>
        </p:pic>
        <p:sp>
          <p:nvSpPr>
            <p:cNvPr id="51" name="TextBox 50">
              <a:extLst>
                <a:ext uri="{FF2B5EF4-FFF2-40B4-BE49-F238E27FC236}">
                  <a16:creationId xmlns:a16="http://schemas.microsoft.com/office/drawing/2014/main" id="{448B217C-86BA-6549-84E0-8127397621E9}"/>
                </a:ext>
              </a:extLst>
            </p:cNvPr>
            <p:cNvSpPr txBox="1"/>
            <p:nvPr/>
          </p:nvSpPr>
          <p:spPr>
            <a:xfrm>
              <a:off x="9108996" y="5332941"/>
              <a:ext cx="813043"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alpha val="25000"/>
                    </a:schemeClr>
                  </a:solidFill>
                </a:rPr>
                <a:t>OTHER</a:t>
              </a:r>
              <a:endParaRPr kumimoji="0" lang="en-US" sz="1400" b="0" i="0" u="none" strike="noStrike" kern="1200" cap="none" spc="0" normalizeH="0" baseline="0" noProof="0" dirty="0">
                <a:ln>
                  <a:noFill/>
                </a:ln>
                <a:solidFill>
                  <a:schemeClr val="bg1">
                    <a:alpha val="25000"/>
                  </a:schemeClr>
                </a:solidFill>
                <a:effectLst/>
                <a:uLnTx/>
                <a:uFillTx/>
              </a:endParaRPr>
            </a:p>
          </p:txBody>
        </p:sp>
      </p:grpSp>
      <p:pic>
        <p:nvPicPr>
          <p:cNvPr id="53" name="Picture 52">
            <a:extLst>
              <a:ext uri="{FF2B5EF4-FFF2-40B4-BE49-F238E27FC236}">
                <a16:creationId xmlns:a16="http://schemas.microsoft.com/office/drawing/2014/main" id="{D5D7122E-2772-3C42-BD17-BF0E9C5D2A42}"/>
              </a:ext>
            </a:extLst>
          </p:cNvPr>
          <p:cNvPicPr>
            <a:picLocks noChangeAspect="1"/>
          </p:cNvPicPr>
          <p:nvPr/>
        </p:nvPicPr>
        <p:blipFill>
          <a:blip r:embed="rId11" cstate="print">
            <a:alphaModFix amt="25000"/>
            <a:extLst>
              <a:ext uri="{28A0092B-C50C-407E-A947-70E740481C1C}">
                <a14:useLocalDpi xmlns:a14="http://schemas.microsoft.com/office/drawing/2010/main" val="0"/>
              </a:ext>
            </a:extLst>
          </a:blip>
          <a:stretch>
            <a:fillRect/>
          </a:stretch>
        </p:blipFill>
        <p:spPr>
          <a:xfrm>
            <a:off x="9070121" y="2282320"/>
            <a:ext cx="1029899" cy="1029899"/>
          </a:xfrm>
          <a:prstGeom prst="rect">
            <a:avLst/>
          </a:prstGeom>
        </p:spPr>
      </p:pic>
      <p:pic>
        <p:nvPicPr>
          <p:cNvPr id="54" name="AltaVault-Virtual-VMware.png">
            <a:extLst>
              <a:ext uri="{FF2B5EF4-FFF2-40B4-BE49-F238E27FC236}">
                <a16:creationId xmlns:a16="http://schemas.microsoft.com/office/drawing/2014/main" id="{C4623A4F-250C-8D4A-A7EA-0A84EE60A871}"/>
              </a:ext>
            </a:extLst>
          </p:cNvPr>
          <p:cNvPicPr>
            <a:picLocks noChangeAspect="1"/>
          </p:cNvPicPr>
          <p:nvPr/>
        </p:nvPicPr>
        <p:blipFill>
          <a:blip r:embed="rId12" cstate="print">
            <a:alphaModFix amt="25000"/>
            <a:extLst>
              <a:ext uri="{28A0092B-C50C-407E-A947-70E740481C1C}">
                <a14:useLocalDpi xmlns:a14="http://schemas.microsoft.com/office/drawing/2010/main" val="0"/>
              </a:ext>
            </a:extLst>
          </a:blip>
          <a:stretch>
            <a:fillRect/>
          </a:stretch>
        </p:blipFill>
        <p:spPr>
          <a:xfrm>
            <a:off x="9070828" y="3444895"/>
            <a:ext cx="1052786" cy="1052786"/>
          </a:xfrm>
          <a:prstGeom prst="rect">
            <a:avLst/>
          </a:prstGeom>
          <a:ln w="12700">
            <a:miter lim="400000"/>
          </a:ln>
        </p:spPr>
      </p:pic>
      <p:cxnSp>
        <p:nvCxnSpPr>
          <p:cNvPr id="56" name="Straight Arrow Connector 55">
            <a:extLst>
              <a:ext uri="{FF2B5EF4-FFF2-40B4-BE49-F238E27FC236}">
                <a16:creationId xmlns:a16="http://schemas.microsoft.com/office/drawing/2014/main" id="{5BCDDC35-F3D5-D245-BB50-BDCC8D738E85}"/>
              </a:ext>
            </a:extLst>
          </p:cNvPr>
          <p:cNvCxnSpPr>
            <a:cxnSpLocks/>
            <a:stCxn id="16" idx="2"/>
          </p:cNvCxnSpPr>
          <p:nvPr/>
        </p:nvCxnSpPr>
        <p:spPr>
          <a:xfrm>
            <a:off x="1520883" y="3803917"/>
            <a:ext cx="0" cy="425322"/>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Elbow Connector 60">
            <a:extLst>
              <a:ext uri="{FF2B5EF4-FFF2-40B4-BE49-F238E27FC236}">
                <a16:creationId xmlns:a16="http://schemas.microsoft.com/office/drawing/2014/main" id="{2A9055AB-6566-9543-9154-B7701609BF29}"/>
              </a:ext>
            </a:extLst>
          </p:cNvPr>
          <p:cNvCxnSpPr>
            <a:stCxn id="13" idx="2"/>
          </p:cNvCxnSpPr>
          <p:nvPr/>
        </p:nvCxnSpPr>
        <p:spPr>
          <a:xfrm rot="16200000" flipH="1">
            <a:off x="3224572" y="3036176"/>
            <a:ext cx="167371" cy="1702852"/>
          </a:xfrm>
          <a:prstGeom prst="bentConnector2">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BF78B953-7D34-0E48-88BB-D4783198D0C9}"/>
              </a:ext>
            </a:extLst>
          </p:cNvPr>
          <p:cNvCxnSpPr>
            <a:stCxn id="39" idx="3"/>
          </p:cNvCxnSpPr>
          <p:nvPr/>
        </p:nvCxnSpPr>
        <p:spPr>
          <a:xfrm>
            <a:off x="2785762" y="5103779"/>
            <a:ext cx="1373921" cy="0"/>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22140761-282C-324F-B2BD-368053A1EF50}"/>
              </a:ext>
            </a:extLst>
          </p:cNvPr>
          <p:cNvCxnSpPr/>
          <p:nvPr/>
        </p:nvCxnSpPr>
        <p:spPr>
          <a:xfrm>
            <a:off x="7696200" y="3429000"/>
            <a:ext cx="1219200" cy="0"/>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415331D-AF3B-0747-804F-A4DBA402DA36}"/>
              </a:ext>
            </a:extLst>
          </p:cNvPr>
          <p:cNvCxnSpPr/>
          <p:nvPr/>
        </p:nvCxnSpPr>
        <p:spPr>
          <a:xfrm>
            <a:off x="7696200" y="4836989"/>
            <a:ext cx="1219200" cy="0"/>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Elbow Connector 74">
            <a:extLst>
              <a:ext uri="{FF2B5EF4-FFF2-40B4-BE49-F238E27FC236}">
                <a16:creationId xmlns:a16="http://schemas.microsoft.com/office/drawing/2014/main" id="{23929278-EAD1-AB4E-9A3D-6A4FB0C296BC}"/>
              </a:ext>
            </a:extLst>
          </p:cNvPr>
          <p:cNvCxnSpPr>
            <a:cxnSpLocks/>
            <a:stCxn id="4" idx="2"/>
          </p:cNvCxnSpPr>
          <p:nvPr/>
        </p:nvCxnSpPr>
        <p:spPr>
          <a:xfrm rot="16200000" flipH="1">
            <a:off x="3194945" y="1901160"/>
            <a:ext cx="956974" cy="972501"/>
          </a:xfrm>
          <a:prstGeom prst="bentConnector2">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97BFE155-6FCC-0442-9971-F7EA61B1D965}"/>
              </a:ext>
            </a:extLst>
          </p:cNvPr>
          <p:cNvCxnSpPr/>
          <p:nvPr/>
        </p:nvCxnSpPr>
        <p:spPr>
          <a:xfrm flipV="1">
            <a:off x="9585070" y="1908923"/>
            <a:ext cx="0" cy="223637"/>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Elbow Connector 82">
            <a:extLst>
              <a:ext uri="{FF2B5EF4-FFF2-40B4-BE49-F238E27FC236}">
                <a16:creationId xmlns:a16="http://schemas.microsoft.com/office/drawing/2014/main" id="{CA6074D8-5856-5048-A757-2CE4DFD907D1}"/>
              </a:ext>
            </a:extLst>
          </p:cNvPr>
          <p:cNvCxnSpPr>
            <a:stCxn id="43" idx="2"/>
            <a:endCxn id="23" idx="1"/>
          </p:cNvCxnSpPr>
          <p:nvPr/>
        </p:nvCxnSpPr>
        <p:spPr>
          <a:xfrm rot="5400000">
            <a:off x="4580047" y="1301527"/>
            <a:ext cx="1034342" cy="1875070"/>
          </a:xfrm>
          <a:prstGeom prst="bentConnector4">
            <a:avLst>
              <a:gd name="adj1" fmla="val 32707"/>
              <a:gd name="adj2" fmla="val 112192"/>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 name="Rectangular Callout 4">
            <a:extLst>
              <a:ext uri="{FF2B5EF4-FFF2-40B4-BE49-F238E27FC236}">
                <a16:creationId xmlns:a16="http://schemas.microsoft.com/office/drawing/2014/main" id="{E0A17322-8990-444A-81FA-15D445A35312}"/>
              </a:ext>
            </a:extLst>
          </p:cNvPr>
          <p:cNvSpPr/>
          <p:nvPr/>
        </p:nvSpPr>
        <p:spPr>
          <a:xfrm>
            <a:off x="5323124" y="1050181"/>
            <a:ext cx="5715000" cy="1562691"/>
          </a:xfrm>
          <a:prstGeom prst="wedgeRectCallout">
            <a:avLst>
              <a:gd name="adj1" fmla="val -24017"/>
              <a:gd name="adj2" fmla="val 73428"/>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b="1" dirty="0"/>
              <a:t>Ansible CLI</a:t>
            </a:r>
          </a:p>
          <a:p>
            <a:pPr>
              <a:lnSpc>
                <a:spcPct val="95000"/>
              </a:lnSpc>
            </a:pPr>
            <a:r>
              <a:rPr lang="en-US" sz="1600" dirty="0"/>
              <a:t>The core interaction with ansible to run playbooks and manage configurations.</a:t>
            </a:r>
          </a:p>
        </p:txBody>
      </p:sp>
      <p:sp>
        <p:nvSpPr>
          <p:cNvPr id="55" name="TextBox 54">
            <a:extLst>
              <a:ext uri="{FF2B5EF4-FFF2-40B4-BE49-F238E27FC236}">
                <a16:creationId xmlns:a16="http://schemas.microsoft.com/office/drawing/2014/main" id="{88433944-E7E4-7C43-B003-6D14B08EFAEC}"/>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1566275514"/>
      </p:ext>
    </p:extLst>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53E7E5D-FF96-4340-9AC8-6C96A4B7AA61}"/>
              </a:ext>
            </a:extLst>
          </p:cNvPr>
          <p:cNvSpPr>
            <a:spLocks noGrp="1"/>
          </p:cNvSpPr>
          <p:nvPr>
            <p:ph type="ftr" sz="quarter" idx="3"/>
          </p:nvPr>
        </p:nvSpPr>
        <p:spPr/>
        <p:txBody>
          <a:bodyPr/>
          <a:lstStyle/>
          <a:p>
            <a:r>
              <a:rPr lang="en-US"/>
              <a:t>© 2023 NetApp, Inc. All rights reserved.  — NETAPP CONFIDENTIAL — </a:t>
            </a:r>
            <a:endParaRPr lang="en-US" dirty="0"/>
          </a:p>
        </p:txBody>
      </p:sp>
      <p:grpSp>
        <p:nvGrpSpPr>
          <p:cNvPr id="7" name="Group 6">
            <a:extLst>
              <a:ext uri="{FF2B5EF4-FFF2-40B4-BE49-F238E27FC236}">
                <a16:creationId xmlns:a16="http://schemas.microsoft.com/office/drawing/2014/main" id="{911A5A13-41E7-2545-98A6-64F4F87968E9}"/>
              </a:ext>
            </a:extLst>
          </p:cNvPr>
          <p:cNvGrpSpPr/>
          <p:nvPr/>
        </p:nvGrpSpPr>
        <p:grpSpPr>
          <a:xfrm>
            <a:off x="1773596" y="366826"/>
            <a:ext cx="2827171" cy="1542098"/>
            <a:chOff x="1143000" y="972502"/>
            <a:chExt cx="2827171" cy="1542098"/>
          </a:xfrm>
        </p:grpSpPr>
        <p:pic>
          <p:nvPicPr>
            <p:cNvPr id="4" name="image179.png">
              <a:extLst>
                <a:ext uri="{FF2B5EF4-FFF2-40B4-BE49-F238E27FC236}">
                  <a16:creationId xmlns:a16="http://schemas.microsoft.com/office/drawing/2014/main" id="{D1E49CAE-763F-D844-839A-0F70699E4EA2}"/>
                </a:ext>
              </a:extLst>
            </p:cNvPr>
            <p:cNvPicPr/>
            <p:nvPr/>
          </p:nvPicPr>
          <p:blipFill>
            <a:blip r:embed="rId2">
              <a:alphaModFix amt="25000"/>
            </a:blip>
            <a:stretch>
              <a:fillRect/>
            </a:stretch>
          </p:blipFill>
          <p:spPr>
            <a:xfrm>
              <a:off x="1143000" y="972502"/>
              <a:ext cx="2827171" cy="1542098"/>
            </a:xfrm>
            <a:prstGeom prst="rect">
              <a:avLst/>
            </a:prstGeom>
            <a:ln w="12700">
              <a:miter lim="400000"/>
            </a:ln>
          </p:spPr>
        </p:pic>
        <p:sp>
          <p:nvSpPr>
            <p:cNvPr id="6" name="TextBox 5">
              <a:extLst>
                <a:ext uri="{FF2B5EF4-FFF2-40B4-BE49-F238E27FC236}">
                  <a16:creationId xmlns:a16="http://schemas.microsoft.com/office/drawing/2014/main" id="{40C6036F-E723-5B46-9843-65B6A776704F}"/>
                </a:ext>
              </a:extLst>
            </p:cNvPr>
            <p:cNvSpPr txBox="1"/>
            <p:nvPr/>
          </p:nvSpPr>
          <p:spPr>
            <a:xfrm>
              <a:off x="1732391" y="1524000"/>
              <a:ext cx="1725730" cy="578620"/>
            </a:xfrm>
            <a:prstGeom prst="rect">
              <a:avLst/>
            </a:prstGeom>
          </p:spPr>
          <p:txBody>
            <a:bodyPr vert="horz" wrap="none" lIns="91440" tIns="45720" rIns="91440" bIns="45720" rtlCol="0" anchor="t">
              <a:spAutoFit/>
            </a:bodyPr>
            <a:lstStyle/>
            <a:p>
              <a:pPr marR="0" algn="ctr"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PUBLIC / PRIVATE</a:t>
              </a:r>
            </a:p>
            <a:p>
              <a:pPr marR="0" algn="ctr" defTabSz="914400" rtl="0" eaLnBrk="1" fontAlgn="auto" latinLnBrk="0" hangingPunct="1">
                <a:lnSpc>
                  <a:spcPct val="95000"/>
                </a:lnSpc>
                <a:spcBef>
                  <a:spcPts val="400"/>
                </a:spcBef>
                <a:spcAft>
                  <a:spcPts val="200"/>
                </a:spcAft>
                <a:buClr>
                  <a:schemeClr val="accent1"/>
                </a:buClr>
                <a:buSzTx/>
                <a:tabLst/>
              </a:pPr>
              <a:r>
                <a:rPr lang="en-US" sz="1400" dirty="0">
                  <a:solidFill>
                    <a:sysClr val="windowText" lastClr="000000">
                      <a:alpha val="25000"/>
                    </a:sysClr>
                  </a:solidFill>
                </a:rPr>
                <a:t>CLOUD</a:t>
              </a:r>
              <a:endParaRPr kumimoji="0" lang="en-US" sz="1400" b="0" i="0" u="none" strike="noStrike" kern="1200" cap="none" spc="0" normalizeH="0" baseline="0" noProof="0" dirty="0">
                <a:ln>
                  <a:noFill/>
                </a:ln>
                <a:solidFill>
                  <a:sysClr val="windowText" lastClr="000000">
                    <a:alpha val="25000"/>
                  </a:sysClr>
                </a:solidFill>
                <a:effectLst/>
                <a:uLnTx/>
                <a:uFillTx/>
              </a:endParaRPr>
            </a:p>
          </p:txBody>
        </p:sp>
      </p:grpSp>
      <p:grpSp>
        <p:nvGrpSpPr>
          <p:cNvPr id="28" name="Group 27">
            <a:extLst>
              <a:ext uri="{FF2B5EF4-FFF2-40B4-BE49-F238E27FC236}">
                <a16:creationId xmlns:a16="http://schemas.microsoft.com/office/drawing/2014/main" id="{A6026C75-93CE-9A44-8BCA-5F68CDC2C567}"/>
              </a:ext>
            </a:extLst>
          </p:cNvPr>
          <p:cNvGrpSpPr/>
          <p:nvPr/>
        </p:nvGrpSpPr>
        <p:grpSpPr>
          <a:xfrm>
            <a:off x="1006533" y="2438516"/>
            <a:ext cx="1964648" cy="1655332"/>
            <a:chOff x="1174595" y="3228223"/>
            <a:chExt cx="1964648" cy="1655332"/>
          </a:xfrm>
        </p:grpSpPr>
        <p:grpSp>
          <p:nvGrpSpPr>
            <p:cNvPr id="17" name="Group 16">
              <a:extLst>
                <a:ext uri="{FF2B5EF4-FFF2-40B4-BE49-F238E27FC236}">
                  <a16:creationId xmlns:a16="http://schemas.microsoft.com/office/drawing/2014/main" id="{D8DEF369-700F-2C4E-B8FD-25A97EA89673}"/>
                </a:ext>
              </a:extLst>
            </p:cNvPr>
            <p:cNvGrpSpPr/>
            <p:nvPr/>
          </p:nvGrpSpPr>
          <p:grpSpPr>
            <a:xfrm>
              <a:off x="1174595" y="3228223"/>
              <a:ext cx="1964648" cy="1365401"/>
              <a:chOff x="1320858" y="3456571"/>
              <a:chExt cx="1964648" cy="1365401"/>
            </a:xfrm>
          </p:grpSpPr>
          <p:pic>
            <p:nvPicPr>
              <p:cNvPr id="16" name="Graphic 15">
                <a:extLst>
                  <a:ext uri="{FF2B5EF4-FFF2-40B4-BE49-F238E27FC236}">
                    <a16:creationId xmlns:a16="http://schemas.microsoft.com/office/drawing/2014/main" id="{8C478488-B97B-C344-BE1A-F4B14C8077BD}"/>
                  </a:ext>
                </a:extLst>
              </p:cNvPr>
              <p:cNvPicPr>
                <a:picLocks noChangeAspect="1"/>
              </p:cNvPicPr>
              <p:nvPr/>
            </p:nvPicPr>
            <p:blipFill>
              <a:blip r:embed="rId3" cstate="print">
                <a:alphaModFix amt="25000"/>
                <a:extLst>
                  <a:ext uri="{28A0092B-C50C-407E-A947-70E740481C1C}">
                    <a14:useLocalDpi xmlns:a14="http://schemas.microsoft.com/office/drawing/2010/main" val="0"/>
                  </a:ext>
                </a:extLst>
              </a:blip>
              <a:srcRect/>
              <a:stretch/>
            </p:blipFill>
            <p:spPr>
              <a:xfrm>
                <a:off x="1320858" y="3793272"/>
                <a:ext cx="1028700" cy="1028700"/>
              </a:xfrm>
              <a:prstGeom prst="rect">
                <a:avLst/>
              </a:prstGeom>
            </p:spPr>
          </p:pic>
          <p:pic>
            <p:nvPicPr>
              <p:cNvPr id="13" name="Graphic 12">
                <a:extLst>
                  <a:ext uri="{FF2B5EF4-FFF2-40B4-BE49-F238E27FC236}">
                    <a16:creationId xmlns:a16="http://schemas.microsoft.com/office/drawing/2014/main" id="{621FFC67-89C3-EA43-A55A-73794A1A54C9}"/>
                  </a:ext>
                </a:extLst>
              </p:cNvPr>
              <p:cNvPicPr>
                <a:picLocks noChangeAspect="1"/>
              </p:cNvPicPr>
              <p:nvPr/>
            </p:nvPicPr>
            <p:blipFill>
              <a:blip r:embed="rId3" cstate="print">
                <a:alphaModFix amt="25000"/>
                <a:extLst>
                  <a:ext uri="{28A0092B-C50C-407E-A947-70E740481C1C}">
                    <a14:useLocalDpi xmlns:a14="http://schemas.microsoft.com/office/drawing/2010/main" val="0"/>
                  </a:ext>
                </a:extLst>
              </a:blip>
              <a:srcRect/>
              <a:stretch/>
            </p:blipFill>
            <p:spPr>
              <a:xfrm>
                <a:off x="2256806" y="3793272"/>
                <a:ext cx="1028700" cy="1028700"/>
              </a:xfrm>
              <a:prstGeom prst="rect">
                <a:avLst/>
              </a:prstGeom>
            </p:spPr>
          </p:pic>
          <p:pic>
            <p:nvPicPr>
              <p:cNvPr id="12" name="Graphic 11">
                <a:extLst>
                  <a:ext uri="{FF2B5EF4-FFF2-40B4-BE49-F238E27FC236}">
                    <a16:creationId xmlns:a16="http://schemas.microsoft.com/office/drawing/2014/main" id="{D649AB32-64CF-314E-B064-ED7D7238C155}"/>
                  </a:ext>
                </a:extLst>
              </p:cNvPr>
              <p:cNvPicPr>
                <a:picLocks noChangeAspect="1"/>
              </p:cNvPicPr>
              <p:nvPr/>
            </p:nvPicPr>
            <p:blipFill>
              <a:blip r:embed="rId3" cstate="print">
                <a:alphaModFix amt="25000"/>
                <a:extLst>
                  <a:ext uri="{28A0092B-C50C-407E-A947-70E740481C1C}">
                    <a14:useLocalDpi xmlns:a14="http://schemas.microsoft.com/office/drawing/2010/main" val="0"/>
                  </a:ext>
                </a:extLst>
              </a:blip>
              <a:srcRect/>
              <a:stretch/>
            </p:blipFill>
            <p:spPr>
              <a:xfrm>
                <a:off x="1835207" y="3456571"/>
                <a:ext cx="1028700" cy="1028700"/>
              </a:xfrm>
              <a:prstGeom prst="rect">
                <a:avLst/>
              </a:prstGeom>
            </p:spPr>
          </p:pic>
        </p:grpSp>
        <p:sp>
          <p:nvSpPr>
            <p:cNvPr id="18" name="TextBox 17">
              <a:extLst>
                <a:ext uri="{FF2B5EF4-FFF2-40B4-BE49-F238E27FC236}">
                  <a16:creationId xmlns:a16="http://schemas.microsoft.com/office/drawing/2014/main" id="{96F1692F-372C-E542-B4AE-7D7A1D70C622}"/>
                </a:ext>
              </a:extLst>
            </p:cNvPr>
            <p:cNvSpPr txBox="1"/>
            <p:nvPr/>
          </p:nvSpPr>
          <p:spPr>
            <a:xfrm>
              <a:off x="1754757" y="4586551"/>
              <a:ext cx="805029"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alpha val="25000"/>
                    </a:schemeClr>
                  </a:solidFill>
                  <a:effectLst/>
                  <a:uLnTx/>
                  <a:uFillTx/>
                  <a:latin typeface="+mn-lt"/>
                </a:rPr>
                <a:t>USERS</a:t>
              </a:r>
            </a:p>
          </p:txBody>
        </p:sp>
      </p:grpSp>
      <p:grpSp>
        <p:nvGrpSpPr>
          <p:cNvPr id="19" name="Group 18">
            <a:extLst>
              <a:ext uri="{FF2B5EF4-FFF2-40B4-BE49-F238E27FC236}">
                <a16:creationId xmlns:a16="http://schemas.microsoft.com/office/drawing/2014/main" id="{B60C4D44-DAD7-C346-84B1-F72456CCE69A}"/>
              </a:ext>
            </a:extLst>
          </p:cNvPr>
          <p:cNvGrpSpPr/>
          <p:nvPr/>
        </p:nvGrpSpPr>
        <p:grpSpPr>
          <a:xfrm>
            <a:off x="7591233" y="364569"/>
            <a:ext cx="2827171" cy="1542098"/>
            <a:chOff x="1143000" y="972502"/>
            <a:chExt cx="2827171" cy="1542098"/>
          </a:xfrm>
        </p:grpSpPr>
        <p:pic>
          <p:nvPicPr>
            <p:cNvPr id="20" name="image179.png">
              <a:extLst>
                <a:ext uri="{FF2B5EF4-FFF2-40B4-BE49-F238E27FC236}">
                  <a16:creationId xmlns:a16="http://schemas.microsoft.com/office/drawing/2014/main" id="{61AF875F-28AF-0B4F-A311-AEFAD4F7E337}"/>
                </a:ext>
              </a:extLst>
            </p:cNvPr>
            <p:cNvPicPr/>
            <p:nvPr/>
          </p:nvPicPr>
          <p:blipFill>
            <a:blip r:embed="rId2">
              <a:alphaModFix amt="25000"/>
            </a:blip>
            <a:stretch>
              <a:fillRect/>
            </a:stretch>
          </p:blipFill>
          <p:spPr>
            <a:xfrm>
              <a:off x="1143000" y="972502"/>
              <a:ext cx="2827171" cy="1542098"/>
            </a:xfrm>
            <a:prstGeom prst="rect">
              <a:avLst/>
            </a:prstGeom>
            <a:ln w="12700">
              <a:miter lim="400000"/>
            </a:ln>
          </p:spPr>
        </p:pic>
        <p:sp>
          <p:nvSpPr>
            <p:cNvPr id="21" name="TextBox 20">
              <a:extLst>
                <a:ext uri="{FF2B5EF4-FFF2-40B4-BE49-F238E27FC236}">
                  <a16:creationId xmlns:a16="http://schemas.microsoft.com/office/drawing/2014/main" id="{47BBEE76-ABAD-8145-8D70-98D8494DC745}"/>
                </a:ext>
              </a:extLst>
            </p:cNvPr>
            <p:cNvSpPr txBox="1"/>
            <p:nvPr/>
          </p:nvSpPr>
          <p:spPr>
            <a:xfrm>
              <a:off x="1732391" y="1524000"/>
              <a:ext cx="1725730" cy="578620"/>
            </a:xfrm>
            <a:prstGeom prst="rect">
              <a:avLst/>
            </a:prstGeom>
          </p:spPr>
          <p:txBody>
            <a:bodyPr vert="horz" wrap="none" lIns="91440" tIns="45720" rIns="91440" bIns="45720" rtlCol="0" anchor="t">
              <a:spAutoFit/>
            </a:bodyPr>
            <a:lstStyle/>
            <a:p>
              <a:pPr marR="0" algn="ctr"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PUBLIC / PRIVATE</a:t>
              </a:r>
            </a:p>
            <a:p>
              <a:pPr marR="0" algn="ctr" defTabSz="914400" rtl="0" eaLnBrk="1" fontAlgn="auto" latinLnBrk="0" hangingPunct="1">
                <a:lnSpc>
                  <a:spcPct val="95000"/>
                </a:lnSpc>
                <a:spcBef>
                  <a:spcPts val="400"/>
                </a:spcBef>
                <a:spcAft>
                  <a:spcPts val="200"/>
                </a:spcAft>
                <a:buClr>
                  <a:schemeClr val="accent1"/>
                </a:buClr>
                <a:buSzTx/>
                <a:tabLst/>
              </a:pPr>
              <a:r>
                <a:rPr lang="en-US" sz="1400" dirty="0">
                  <a:solidFill>
                    <a:sysClr val="windowText" lastClr="000000">
                      <a:alpha val="25000"/>
                    </a:sysClr>
                  </a:solidFill>
                </a:rPr>
                <a:t>CLOUD</a:t>
              </a:r>
              <a:endParaRPr kumimoji="0" lang="en-US" sz="1400" b="0" i="0" u="none" strike="noStrike" kern="1200" cap="none" spc="0" normalizeH="0" baseline="0" noProof="0" dirty="0">
                <a:ln>
                  <a:noFill/>
                </a:ln>
                <a:solidFill>
                  <a:sysClr val="windowText" lastClr="000000">
                    <a:alpha val="25000"/>
                  </a:sysClr>
                </a:solidFill>
                <a:effectLst/>
                <a:uLnTx/>
                <a:uFillTx/>
              </a:endParaRPr>
            </a:p>
          </p:txBody>
        </p:sp>
      </p:grpSp>
      <p:sp>
        <p:nvSpPr>
          <p:cNvPr id="22" name="Rectangle 21">
            <a:extLst>
              <a:ext uri="{FF2B5EF4-FFF2-40B4-BE49-F238E27FC236}">
                <a16:creationId xmlns:a16="http://schemas.microsoft.com/office/drawing/2014/main" id="{61CEAD2D-7148-A74D-B2A6-6FE6468E1AF9}"/>
              </a:ext>
            </a:extLst>
          </p:cNvPr>
          <p:cNvSpPr/>
          <p:nvPr/>
        </p:nvSpPr>
        <p:spPr>
          <a:xfrm>
            <a:off x="4159683" y="2445360"/>
            <a:ext cx="3536517" cy="3345840"/>
          </a:xfrm>
          <a:prstGeom prst="rect">
            <a:avLst/>
          </a:prstGeom>
          <a:solidFill>
            <a:schemeClr val="accent1">
              <a:alpha val="2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5000"/>
              </a:lnSpc>
            </a:pPr>
            <a:r>
              <a:rPr lang="en-US" dirty="0"/>
              <a:t>   </a:t>
            </a:r>
          </a:p>
        </p:txBody>
      </p:sp>
      <p:sp>
        <p:nvSpPr>
          <p:cNvPr id="23" name="Rectangle 22">
            <a:extLst>
              <a:ext uri="{FF2B5EF4-FFF2-40B4-BE49-F238E27FC236}">
                <a16:creationId xmlns:a16="http://schemas.microsoft.com/office/drawing/2014/main" id="{D554B94C-C066-014D-8C98-FFD68D8C3A71}"/>
              </a:ext>
            </a:extLst>
          </p:cNvPr>
          <p:cNvSpPr/>
          <p:nvPr/>
        </p:nvSpPr>
        <p:spPr>
          <a:xfrm>
            <a:off x="4159683" y="2398487"/>
            <a:ext cx="3536517" cy="715491"/>
          </a:xfrm>
          <a:prstGeom prst="rect">
            <a:avLst/>
          </a:prstGeom>
          <a:solidFill>
            <a:schemeClr val="accent1">
              <a:lumMod val="75000"/>
              <a:alpha val="2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5000"/>
              </a:lnSpc>
            </a:pPr>
            <a:r>
              <a:rPr lang="en-US" sz="1600" dirty="0">
                <a:solidFill>
                  <a:schemeClr val="lt1">
                    <a:alpha val="25000"/>
                  </a:schemeClr>
                </a:solidFill>
              </a:rPr>
              <a:t>ANSIBLE AUTOMATION ENGINE</a:t>
            </a:r>
          </a:p>
        </p:txBody>
      </p:sp>
      <p:grpSp>
        <p:nvGrpSpPr>
          <p:cNvPr id="27" name="Group 26">
            <a:extLst>
              <a:ext uri="{FF2B5EF4-FFF2-40B4-BE49-F238E27FC236}">
                <a16:creationId xmlns:a16="http://schemas.microsoft.com/office/drawing/2014/main" id="{3E7540C4-A138-AE4E-96BB-731A4401B485}"/>
              </a:ext>
            </a:extLst>
          </p:cNvPr>
          <p:cNvGrpSpPr/>
          <p:nvPr/>
        </p:nvGrpSpPr>
        <p:grpSpPr>
          <a:xfrm>
            <a:off x="4566070" y="4476433"/>
            <a:ext cx="1072730" cy="1099959"/>
            <a:chOff x="4394673" y="4104640"/>
            <a:chExt cx="1072730" cy="1099959"/>
          </a:xfrm>
        </p:grpSpPr>
        <p:pic>
          <p:nvPicPr>
            <p:cNvPr id="25" name="Graphic 24">
              <a:extLst>
                <a:ext uri="{FF2B5EF4-FFF2-40B4-BE49-F238E27FC236}">
                  <a16:creationId xmlns:a16="http://schemas.microsoft.com/office/drawing/2014/main" id="{99AFEDB1-3301-3E44-8AD5-2E53DCA549A0}"/>
                </a:ext>
              </a:extLst>
            </p:cNvPr>
            <p:cNvPicPr>
              <a:picLocks noChangeAspect="1"/>
            </p:cNvPicPr>
            <p:nvPr/>
          </p:nvPicPr>
          <p:blipFill>
            <a:blip r:embed="rId4" cstate="print">
              <a:alphaModFix amt="25000"/>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26" name="TextBox 25">
              <a:extLst>
                <a:ext uri="{FF2B5EF4-FFF2-40B4-BE49-F238E27FC236}">
                  <a16:creationId xmlns:a16="http://schemas.microsoft.com/office/drawing/2014/main" id="{48571D0D-EFFB-3947-BDD7-F545B8200B8A}"/>
                </a:ext>
              </a:extLst>
            </p:cNvPr>
            <p:cNvSpPr txBox="1"/>
            <p:nvPr/>
          </p:nvSpPr>
          <p:spPr>
            <a:xfrm>
              <a:off x="4394673" y="4907595"/>
              <a:ext cx="107273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MODULES</a:t>
              </a:r>
            </a:p>
          </p:txBody>
        </p:sp>
      </p:grpSp>
      <p:grpSp>
        <p:nvGrpSpPr>
          <p:cNvPr id="29" name="Group 28">
            <a:extLst>
              <a:ext uri="{FF2B5EF4-FFF2-40B4-BE49-F238E27FC236}">
                <a16:creationId xmlns:a16="http://schemas.microsoft.com/office/drawing/2014/main" id="{0A302B3B-EB34-D446-98B5-C94A08CA37BE}"/>
              </a:ext>
            </a:extLst>
          </p:cNvPr>
          <p:cNvGrpSpPr/>
          <p:nvPr/>
        </p:nvGrpSpPr>
        <p:grpSpPr>
          <a:xfrm>
            <a:off x="6096000" y="3277782"/>
            <a:ext cx="973342" cy="1099959"/>
            <a:chOff x="4394673" y="4104640"/>
            <a:chExt cx="973342" cy="1099959"/>
          </a:xfrm>
        </p:grpSpPr>
        <p:pic>
          <p:nvPicPr>
            <p:cNvPr id="30" name="Graphic 29">
              <a:extLst>
                <a:ext uri="{FF2B5EF4-FFF2-40B4-BE49-F238E27FC236}">
                  <a16:creationId xmlns:a16="http://schemas.microsoft.com/office/drawing/2014/main" id="{968834F6-612C-DE4D-BBED-86E42C7D9730}"/>
                </a:ext>
              </a:extLst>
            </p:cNvPr>
            <p:cNvPicPr>
              <a:picLocks noChangeAspect="1"/>
            </p:cNvPicPr>
            <p:nvPr/>
          </p:nvPicPr>
          <p:blipFill>
            <a:blip r:embed="rId5" cstate="print">
              <a:alphaModFix amt="25000"/>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31" name="TextBox 30">
              <a:extLst>
                <a:ext uri="{FF2B5EF4-FFF2-40B4-BE49-F238E27FC236}">
                  <a16:creationId xmlns:a16="http://schemas.microsoft.com/office/drawing/2014/main" id="{4CC5732C-F0EF-504E-8BAB-843F6A0A4A7D}"/>
                </a:ext>
              </a:extLst>
            </p:cNvPr>
            <p:cNvSpPr txBox="1"/>
            <p:nvPr/>
          </p:nvSpPr>
          <p:spPr>
            <a:xfrm>
              <a:off x="4394673" y="4907595"/>
              <a:ext cx="973342" cy="297004"/>
            </a:xfrm>
            <a:prstGeom prst="rect">
              <a:avLst/>
            </a:prstGeom>
          </p:spPr>
          <p:txBody>
            <a:bodyPr vert="horz" wrap="square" lIns="91440" tIns="45720" rIns="91440" bIns="45720" rtlCol="0" anchor="t">
              <a:spAutoFit/>
            </a:bodyPr>
            <a:lstStyle/>
            <a:p>
              <a:pPr marR="0" algn="ctr"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CLI</a:t>
              </a:r>
            </a:p>
          </p:txBody>
        </p:sp>
      </p:grpSp>
      <p:grpSp>
        <p:nvGrpSpPr>
          <p:cNvPr id="32" name="Group 31">
            <a:extLst>
              <a:ext uri="{FF2B5EF4-FFF2-40B4-BE49-F238E27FC236}">
                <a16:creationId xmlns:a16="http://schemas.microsoft.com/office/drawing/2014/main" id="{E7EED822-6563-154F-A068-00E56D7D06A9}"/>
              </a:ext>
            </a:extLst>
          </p:cNvPr>
          <p:cNvGrpSpPr/>
          <p:nvPr/>
        </p:nvGrpSpPr>
        <p:grpSpPr>
          <a:xfrm>
            <a:off x="4413670" y="3263738"/>
            <a:ext cx="1226490" cy="1099959"/>
            <a:chOff x="4394673" y="4104640"/>
            <a:chExt cx="1226490" cy="1099959"/>
          </a:xfrm>
        </p:grpSpPr>
        <p:pic>
          <p:nvPicPr>
            <p:cNvPr id="33" name="Graphic 32">
              <a:extLst>
                <a:ext uri="{FF2B5EF4-FFF2-40B4-BE49-F238E27FC236}">
                  <a16:creationId xmlns:a16="http://schemas.microsoft.com/office/drawing/2014/main" id="{84908B27-B32A-B745-9C4B-AB175A418EAC}"/>
                </a:ext>
              </a:extLst>
            </p:cNvPr>
            <p:cNvPicPr>
              <a:picLocks noChangeAspect="1"/>
            </p:cNvPicPr>
            <p:nvPr/>
          </p:nvPicPr>
          <p:blipFill>
            <a:blip r:embed="rId6" cstate="print">
              <a:alphaModFix amt="25000"/>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34" name="TextBox 33">
              <a:extLst>
                <a:ext uri="{FF2B5EF4-FFF2-40B4-BE49-F238E27FC236}">
                  <a16:creationId xmlns:a16="http://schemas.microsoft.com/office/drawing/2014/main" id="{6D8AA793-A4BC-4C4A-9A2B-BD5FE588E627}"/>
                </a:ext>
              </a:extLst>
            </p:cNvPr>
            <p:cNvSpPr txBox="1"/>
            <p:nvPr/>
          </p:nvSpPr>
          <p:spPr>
            <a:xfrm>
              <a:off x="4394673" y="4907595"/>
              <a:ext cx="122649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INVENTORY</a:t>
              </a:r>
            </a:p>
          </p:txBody>
        </p:sp>
      </p:grpSp>
      <p:grpSp>
        <p:nvGrpSpPr>
          <p:cNvPr id="35" name="Group 34">
            <a:extLst>
              <a:ext uri="{FF2B5EF4-FFF2-40B4-BE49-F238E27FC236}">
                <a16:creationId xmlns:a16="http://schemas.microsoft.com/office/drawing/2014/main" id="{F21A7AB1-A3F8-0F40-B4A5-536DDF9C1D95}"/>
              </a:ext>
            </a:extLst>
          </p:cNvPr>
          <p:cNvGrpSpPr/>
          <p:nvPr/>
        </p:nvGrpSpPr>
        <p:grpSpPr>
          <a:xfrm>
            <a:off x="6298093" y="4534491"/>
            <a:ext cx="973343" cy="1066371"/>
            <a:chOff x="4444366" y="4104640"/>
            <a:chExt cx="973343" cy="1066371"/>
          </a:xfrm>
        </p:grpSpPr>
        <p:pic>
          <p:nvPicPr>
            <p:cNvPr id="36" name="Graphic 35">
              <a:extLst>
                <a:ext uri="{FF2B5EF4-FFF2-40B4-BE49-F238E27FC236}">
                  <a16:creationId xmlns:a16="http://schemas.microsoft.com/office/drawing/2014/main" id="{800F2CD3-58F8-DC44-B649-F01A77521B8D}"/>
                </a:ext>
              </a:extLst>
            </p:cNvPr>
            <p:cNvPicPr>
              <a:picLocks noChangeAspect="1"/>
            </p:cNvPicPr>
            <p:nvPr/>
          </p:nvPicPr>
          <p:blipFill>
            <a:blip r:embed="rId7" cstate="print">
              <a:alphaModFix amt="25000"/>
              <a:extLst>
                <a:ext uri="{28A0092B-C50C-407E-A947-70E740481C1C}">
                  <a14:useLocalDpi xmlns:a14="http://schemas.microsoft.com/office/drawing/2010/main" val="0"/>
                </a:ext>
              </a:extLst>
            </a:blip>
            <a:srcRect/>
            <a:stretch/>
          </p:blipFill>
          <p:spPr>
            <a:xfrm>
              <a:off x="4550038" y="4104640"/>
              <a:ext cx="762000" cy="762000"/>
            </a:xfrm>
            <a:prstGeom prst="rect">
              <a:avLst/>
            </a:prstGeom>
          </p:spPr>
        </p:pic>
        <p:sp>
          <p:nvSpPr>
            <p:cNvPr id="37" name="TextBox 36">
              <a:extLst>
                <a:ext uri="{FF2B5EF4-FFF2-40B4-BE49-F238E27FC236}">
                  <a16:creationId xmlns:a16="http://schemas.microsoft.com/office/drawing/2014/main" id="{336078FE-46CF-0E48-8DDC-5FA12C8098A7}"/>
                </a:ext>
              </a:extLst>
            </p:cNvPr>
            <p:cNvSpPr txBox="1"/>
            <p:nvPr/>
          </p:nvSpPr>
          <p:spPr>
            <a:xfrm>
              <a:off x="4444366" y="4874007"/>
              <a:ext cx="973343"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ysClr val="windowText" lastClr="000000">
                      <a:alpha val="25000"/>
                    </a:sysClr>
                  </a:solidFill>
                  <a:effectLst/>
                  <a:uLnTx/>
                  <a:uFillTx/>
                  <a:latin typeface="+mn-lt"/>
                </a:rPr>
                <a:t>PLUGINS</a:t>
              </a:r>
            </a:p>
          </p:txBody>
        </p:sp>
      </p:grpSp>
      <p:grpSp>
        <p:nvGrpSpPr>
          <p:cNvPr id="41" name="Group 40">
            <a:extLst>
              <a:ext uri="{FF2B5EF4-FFF2-40B4-BE49-F238E27FC236}">
                <a16:creationId xmlns:a16="http://schemas.microsoft.com/office/drawing/2014/main" id="{140A1856-1E19-9746-810F-AAB1C7FE5F27}"/>
              </a:ext>
            </a:extLst>
          </p:cNvPr>
          <p:cNvGrpSpPr/>
          <p:nvPr/>
        </p:nvGrpSpPr>
        <p:grpSpPr>
          <a:xfrm>
            <a:off x="962341" y="4307227"/>
            <a:ext cx="1960280" cy="1936814"/>
            <a:chOff x="1030730" y="4419600"/>
            <a:chExt cx="1960280" cy="1936814"/>
          </a:xfrm>
        </p:grpSpPr>
        <p:pic>
          <p:nvPicPr>
            <p:cNvPr id="39" name="Graphic 38">
              <a:extLst>
                <a:ext uri="{FF2B5EF4-FFF2-40B4-BE49-F238E27FC236}">
                  <a16:creationId xmlns:a16="http://schemas.microsoft.com/office/drawing/2014/main" id="{9362BCAA-184E-9A40-AA39-D9F53CD58BC5}"/>
                </a:ext>
              </a:extLst>
            </p:cNvPr>
            <p:cNvPicPr>
              <a:picLocks noChangeAspect="1"/>
            </p:cNvPicPr>
            <p:nvPr/>
          </p:nvPicPr>
          <p:blipFill>
            <a:blip r:embed="rId8" cstate="print">
              <a:alphaModFix amt="25000"/>
              <a:extLst>
                <a:ext uri="{28A0092B-C50C-407E-A947-70E740481C1C}">
                  <a14:useLocalDpi xmlns:a14="http://schemas.microsoft.com/office/drawing/2010/main" val="0"/>
                </a:ext>
              </a:extLst>
            </a:blip>
            <a:srcRect/>
            <a:stretch/>
          </p:blipFill>
          <p:spPr>
            <a:xfrm>
              <a:off x="1261047" y="4419600"/>
              <a:ext cx="1593104" cy="1593104"/>
            </a:xfrm>
            <a:prstGeom prst="rect">
              <a:avLst/>
            </a:prstGeom>
          </p:spPr>
        </p:pic>
        <p:sp>
          <p:nvSpPr>
            <p:cNvPr id="40" name="TextBox 39">
              <a:extLst>
                <a:ext uri="{FF2B5EF4-FFF2-40B4-BE49-F238E27FC236}">
                  <a16:creationId xmlns:a16="http://schemas.microsoft.com/office/drawing/2014/main" id="{624C1FD2-636B-784E-8E94-7DAAFE32B589}"/>
                </a:ext>
              </a:extLst>
            </p:cNvPr>
            <p:cNvSpPr txBox="1"/>
            <p:nvPr/>
          </p:nvSpPr>
          <p:spPr>
            <a:xfrm>
              <a:off x="1030730" y="6059410"/>
              <a:ext cx="1960280"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alpha val="25000"/>
                    </a:schemeClr>
                  </a:solidFill>
                  <a:effectLst/>
                  <a:uLnTx/>
                  <a:uFillTx/>
                  <a:latin typeface="+mn-lt"/>
                </a:rPr>
                <a:t>ANSIBLE</a:t>
              </a:r>
              <a:r>
                <a:rPr kumimoji="0" lang="en-US" sz="1400" b="0" i="0" u="none" strike="noStrike" kern="1200" cap="none" spc="0" normalizeH="0" baseline="0" noProof="0" dirty="0">
                  <a:ln>
                    <a:noFill/>
                  </a:ln>
                  <a:solidFill>
                    <a:schemeClr val="bg1"/>
                  </a:solidFill>
                  <a:effectLst/>
                  <a:uLnTx/>
                  <a:uFillTx/>
                  <a:latin typeface="+mn-lt"/>
                </a:rPr>
                <a:t> </a:t>
              </a:r>
              <a:r>
                <a:rPr kumimoji="0" lang="en-US" sz="1400" b="0" i="0" u="none" strike="noStrike" kern="1200" cap="none" spc="0" normalizeH="0" baseline="0" noProof="0" dirty="0">
                  <a:ln>
                    <a:noFill/>
                  </a:ln>
                  <a:solidFill>
                    <a:schemeClr val="bg1">
                      <a:alpha val="25000"/>
                    </a:schemeClr>
                  </a:solidFill>
                  <a:effectLst/>
                  <a:uLnTx/>
                  <a:uFillTx/>
                  <a:latin typeface="+mn-lt"/>
                </a:rPr>
                <a:t>PLAYBOOK</a:t>
              </a:r>
            </a:p>
          </p:txBody>
        </p:sp>
      </p:grpSp>
      <p:grpSp>
        <p:nvGrpSpPr>
          <p:cNvPr id="45" name="Group 44">
            <a:extLst>
              <a:ext uri="{FF2B5EF4-FFF2-40B4-BE49-F238E27FC236}">
                <a16:creationId xmlns:a16="http://schemas.microsoft.com/office/drawing/2014/main" id="{A4B236CD-B8C3-CA47-A6E8-210ABF85E42E}"/>
              </a:ext>
            </a:extLst>
          </p:cNvPr>
          <p:cNvGrpSpPr/>
          <p:nvPr/>
        </p:nvGrpSpPr>
        <p:grpSpPr>
          <a:xfrm>
            <a:off x="5434176" y="758392"/>
            <a:ext cx="1198189" cy="963499"/>
            <a:chOff x="5495423" y="979683"/>
            <a:chExt cx="1198189" cy="963499"/>
          </a:xfrm>
        </p:grpSpPr>
        <p:pic>
          <p:nvPicPr>
            <p:cNvPr id="43" name="image197.png">
              <a:extLst>
                <a:ext uri="{FF2B5EF4-FFF2-40B4-BE49-F238E27FC236}">
                  <a16:creationId xmlns:a16="http://schemas.microsoft.com/office/drawing/2014/main" id="{85ADF2ED-765F-2E42-B6E4-C28D6A6145F4}"/>
                </a:ext>
              </a:extLst>
            </p:cNvPr>
            <p:cNvPicPr/>
            <p:nvPr/>
          </p:nvPicPr>
          <p:blipFill>
            <a:blip r:embed="rId9">
              <a:alphaModFix amt="25000"/>
            </a:blip>
            <a:stretch>
              <a:fillRect/>
            </a:stretch>
          </p:blipFill>
          <p:spPr>
            <a:xfrm>
              <a:off x="5498388" y="1366323"/>
              <a:ext cx="1195224" cy="576859"/>
            </a:xfrm>
            <a:prstGeom prst="rect">
              <a:avLst/>
            </a:prstGeom>
            <a:ln w="12700">
              <a:miter lim="400000"/>
            </a:ln>
          </p:spPr>
        </p:pic>
        <p:pic>
          <p:nvPicPr>
            <p:cNvPr id="44" name="image197.png">
              <a:extLst>
                <a:ext uri="{FF2B5EF4-FFF2-40B4-BE49-F238E27FC236}">
                  <a16:creationId xmlns:a16="http://schemas.microsoft.com/office/drawing/2014/main" id="{2D1B190B-A60E-944F-9D0F-5ED7143675D1}"/>
                </a:ext>
              </a:extLst>
            </p:cNvPr>
            <p:cNvPicPr/>
            <p:nvPr/>
          </p:nvPicPr>
          <p:blipFill>
            <a:blip r:embed="rId9">
              <a:alphaModFix amt="25000"/>
            </a:blip>
            <a:stretch>
              <a:fillRect/>
            </a:stretch>
          </p:blipFill>
          <p:spPr>
            <a:xfrm>
              <a:off x="5495423" y="979683"/>
              <a:ext cx="1195224" cy="576859"/>
            </a:xfrm>
            <a:prstGeom prst="rect">
              <a:avLst/>
            </a:prstGeom>
            <a:ln w="12700">
              <a:miter lim="400000"/>
            </a:ln>
          </p:spPr>
        </p:pic>
      </p:grpSp>
      <p:sp>
        <p:nvSpPr>
          <p:cNvPr id="49" name="TextBox 48">
            <a:extLst>
              <a:ext uri="{FF2B5EF4-FFF2-40B4-BE49-F238E27FC236}">
                <a16:creationId xmlns:a16="http://schemas.microsoft.com/office/drawing/2014/main" id="{E479613C-F27D-B742-80AF-33F5A87AE72C}"/>
              </a:ext>
            </a:extLst>
          </p:cNvPr>
          <p:cNvSpPr txBox="1"/>
          <p:nvPr/>
        </p:nvSpPr>
        <p:spPr>
          <a:xfrm>
            <a:off x="5690108" y="1381881"/>
            <a:ext cx="713657"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alpha val="25000"/>
                  </a:schemeClr>
                </a:solidFill>
              </a:rPr>
              <a:t>CMDB</a:t>
            </a:r>
            <a:endParaRPr kumimoji="0" lang="en-US" sz="1400" b="0" i="0" u="none" strike="noStrike" kern="1200" cap="none" spc="0" normalizeH="0" baseline="0" noProof="0" dirty="0">
              <a:ln>
                <a:noFill/>
              </a:ln>
              <a:solidFill>
                <a:schemeClr val="bg1">
                  <a:alpha val="25000"/>
                </a:schemeClr>
              </a:solidFill>
              <a:effectLst/>
              <a:uLnTx/>
              <a:uFillTx/>
            </a:endParaRPr>
          </a:p>
        </p:txBody>
      </p:sp>
      <p:grpSp>
        <p:nvGrpSpPr>
          <p:cNvPr id="52" name="Group 51">
            <a:extLst>
              <a:ext uri="{FF2B5EF4-FFF2-40B4-BE49-F238E27FC236}">
                <a16:creationId xmlns:a16="http://schemas.microsoft.com/office/drawing/2014/main" id="{1CB42589-770C-004A-BA8D-F8877C5DD0B9}"/>
              </a:ext>
            </a:extLst>
          </p:cNvPr>
          <p:cNvGrpSpPr/>
          <p:nvPr/>
        </p:nvGrpSpPr>
        <p:grpSpPr>
          <a:xfrm>
            <a:off x="9070121" y="4701342"/>
            <a:ext cx="1029900" cy="1074182"/>
            <a:chOff x="9000568" y="4555763"/>
            <a:chExt cx="1029900" cy="1074182"/>
          </a:xfrm>
        </p:grpSpPr>
        <p:pic>
          <p:nvPicPr>
            <p:cNvPr id="50" name="image41.png" descr="OS.png">
              <a:extLst>
                <a:ext uri="{FF2B5EF4-FFF2-40B4-BE49-F238E27FC236}">
                  <a16:creationId xmlns:a16="http://schemas.microsoft.com/office/drawing/2014/main" id="{23EAAC98-E305-6C4F-ABB4-7C22953B2F3A}"/>
                </a:ext>
              </a:extLst>
            </p:cNvPr>
            <p:cNvPicPr/>
            <p:nvPr/>
          </p:nvPicPr>
          <p:blipFill>
            <a:blip r:embed="rId10">
              <a:alphaModFix/>
            </a:blip>
            <a:stretch>
              <a:fillRect/>
            </a:stretch>
          </p:blipFill>
          <p:spPr>
            <a:xfrm>
              <a:off x="9000568" y="4555763"/>
              <a:ext cx="1029900" cy="758279"/>
            </a:xfrm>
            <a:prstGeom prst="rect">
              <a:avLst/>
            </a:prstGeom>
            <a:ln w="12700">
              <a:miter lim="400000"/>
            </a:ln>
          </p:spPr>
        </p:pic>
        <p:sp>
          <p:nvSpPr>
            <p:cNvPr id="51" name="TextBox 50">
              <a:extLst>
                <a:ext uri="{FF2B5EF4-FFF2-40B4-BE49-F238E27FC236}">
                  <a16:creationId xmlns:a16="http://schemas.microsoft.com/office/drawing/2014/main" id="{448B217C-86BA-6549-84E0-8127397621E9}"/>
                </a:ext>
              </a:extLst>
            </p:cNvPr>
            <p:cNvSpPr txBox="1"/>
            <p:nvPr/>
          </p:nvSpPr>
          <p:spPr>
            <a:xfrm>
              <a:off x="9108996" y="5332941"/>
              <a:ext cx="813043" cy="297004"/>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rPr>
                <a:t>OTHER</a:t>
              </a:r>
              <a:endParaRPr kumimoji="0" lang="en-US" sz="1400" b="0" i="0" u="none" strike="noStrike" kern="1200" cap="none" spc="0" normalizeH="0" baseline="0" noProof="0" dirty="0">
                <a:ln>
                  <a:noFill/>
                </a:ln>
                <a:solidFill>
                  <a:schemeClr val="bg1"/>
                </a:solidFill>
                <a:effectLst/>
                <a:uLnTx/>
                <a:uFillTx/>
              </a:endParaRPr>
            </a:p>
          </p:txBody>
        </p:sp>
      </p:grpSp>
      <p:pic>
        <p:nvPicPr>
          <p:cNvPr id="53" name="Picture 52">
            <a:extLst>
              <a:ext uri="{FF2B5EF4-FFF2-40B4-BE49-F238E27FC236}">
                <a16:creationId xmlns:a16="http://schemas.microsoft.com/office/drawing/2014/main" id="{D5D7122E-2772-3C42-BD17-BF0E9C5D2A42}"/>
              </a:ext>
            </a:extLst>
          </p:cNvPr>
          <p:cNvPicPr>
            <a:picLocks noChangeAspect="1"/>
          </p:cNvPicPr>
          <p:nvPr/>
        </p:nvPicPr>
        <p:blipFill>
          <a:blip r:embed="rId11" cstate="print">
            <a:alphaModFix/>
            <a:extLst>
              <a:ext uri="{28A0092B-C50C-407E-A947-70E740481C1C}">
                <a14:useLocalDpi xmlns:a14="http://schemas.microsoft.com/office/drawing/2010/main" val="0"/>
              </a:ext>
            </a:extLst>
          </a:blip>
          <a:stretch>
            <a:fillRect/>
          </a:stretch>
        </p:blipFill>
        <p:spPr>
          <a:xfrm>
            <a:off x="9070121" y="2282320"/>
            <a:ext cx="1029899" cy="1029899"/>
          </a:xfrm>
          <a:prstGeom prst="rect">
            <a:avLst/>
          </a:prstGeom>
        </p:spPr>
      </p:pic>
      <p:pic>
        <p:nvPicPr>
          <p:cNvPr id="54" name="AltaVault-Virtual-VMware.png">
            <a:extLst>
              <a:ext uri="{FF2B5EF4-FFF2-40B4-BE49-F238E27FC236}">
                <a16:creationId xmlns:a16="http://schemas.microsoft.com/office/drawing/2014/main" id="{C4623A4F-250C-8D4A-A7EA-0A84EE60A871}"/>
              </a:ext>
            </a:extLst>
          </p:cNvPr>
          <p:cNvPicPr>
            <a:picLocks noChangeAspect="1"/>
          </p:cNvPicPr>
          <p:nvPr/>
        </p:nvPicPr>
        <p:blipFill>
          <a:blip r:embed="rId12" cstate="print">
            <a:alphaModFix/>
            <a:extLst>
              <a:ext uri="{28A0092B-C50C-407E-A947-70E740481C1C}">
                <a14:useLocalDpi xmlns:a14="http://schemas.microsoft.com/office/drawing/2010/main" val="0"/>
              </a:ext>
            </a:extLst>
          </a:blip>
          <a:stretch>
            <a:fillRect/>
          </a:stretch>
        </p:blipFill>
        <p:spPr>
          <a:xfrm>
            <a:off x="9070828" y="3444895"/>
            <a:ext cx="1052786" cy="1052786"/>
          </a:xfrm>
          <a:prstGeom prst="rect">
            <a:avLst/>
          </a:prstGeom>
          <a:ln w="12700">
            <a:miter lim="400000"/>
          </a:ln>
        </p:spPr>
      </p:pic>
      <p:cxnSp>
        <p:nvCxnSpPr>
          <p:cNvPr id="56" name="Straight Arrow Connector 55">
            <a:extLst>
              <a:ext uri="{FF2B5EF4-FFF2-40B4-BE49-F238E27FC236}">
                <a16:creationId xmlns:a16="http://schemas.microsoft.com/office/drawing/2014/main" id="{5BCDDC35-F3D5-D245-BB50-BDCC8D738E85}"/>
              </a:ext>
            </a:extLst>
          </p:cNvPr>
          <p:cNvCxnSpPr>
            <a:cxnSpLocks/>
            <a:stCxn id="16" idx="2"/>
          </p:cNvCxnSpPr>
          <p:nvPr/>
        </p:nvCxnSpPr>
        <p:spPr>
          <a:xfrm>
            <a:off x="1520883" y="3803917"/>
            <a:ext cx="0" cy="425322"/>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Elbow Connector 60">
            <a:extLst>
              <a:ext uri="{FF2B5EF4-FFF2-40B4-BE49-F238E27FC236}">
                <a16:creationId xmlns:a16="http://schemas.microsoft.com/office/drawing/2014/main" id="{2A9055AB-6566-9543-9154-B7701609BF29}"/>
              </a:ext>
            </a:extLst>
          </p:cNvPr>
          <p:cNvCxnSpPr>
            <a:stCxn id="13" idx="2"/>
          </p:cNvCxnSpPr>
          <p:nvPr/>
        </p:nvCxnSpPr>
        <p:spPr>
          <a:xfrm rot="16200000" flipH="1">
            <a:off x="3224572" y="3036176"/>
            <a:ext cx="167371" cy="1702852"/>
          </a:xfrm>
          <a:prstGeom prst="bentConnector2">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BF78B953-7D34-0E48-88BB-D4783198D0C9}"/>
              </a:ext>
            </a:extLst>
          </p:cNvPr>
          <p:cNvCxnSpPr>
            <a:stCxn id="39" idx="3"/>
          </p:cNvCxnSpPr>
          <p:nvPr/>
        </p:nvCxnSpPr>
        <p:spPr>
          <a:xfrm>
            <a:off x="2785762" y="5103779"/>
            <a:ext cx="1373921" cy="0"/>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22140761-282C-324F-B2BD-368053A1EF50}"/>
              </a:ext>
            </a:extLst>
          </p:cNvPr>
          <p:cNvCxnSpPr/>
          <p:nvPr/>
        </p:nvCxnSpPr>
        <p:spPr>
          <a:xfrm>
            <a:off x="7696200" y="3429000"/>
            <a:ext cx="1219200" cy="0"/>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415331D-AF3B-0747-804F-A4DBA402DA36}"/>
              </a:ext>
            </a:extLst>
          </p:cNvPr>
          <p:cNvCxnSpPr/>
          <p:nvPr/>
        </p:nvCxnSpPr>
        <p:spPr>
          <a:xfrm>
            <a:off x="7696200" y="4836989"/>
            <a:ext cx="1219200" cy="0"/>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Elbow Connector 74">
            <a:extLst>
              <a:ext uri="{FF2B5EF4-FFF2-40B4-BE49-F238E27FC236}">
                <a16:creationId xmlns:a16="http://schemas.microsoft.com/office/drawing/2014/main" id="{23929278-EAD1-AB4E-9A3D-6A4FB0C296BC}"/>
              </a:ext>
            </a:extLst>
          </p:cNvPr>
          <p:cNvCxnSpPr>
            <a:cxnSpLocks/>
            <a:stCxn id="4" idx="2"/>
          </p:cNvCxnSpPr>
          <p:nvPr/>
        </p:nvCxnSpPr>
        <p:spPr>
          <a:xfrm rot="16200000" flipH="1">
            <a:off x="3194945" y="1901160"/>
            <a:ext cx="956974" cy="972501"/>
          </a:xfrm>
          <a:prstGeom prst="bentConnector2">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97BFE155-6FCC-0442-9971-F7EA61B1D965}"/>
              </a:ext>
            </a:extLst>
          </p:cNvPr>
          <p:cNvCxnSpPr/>
          <p:nvPr/>
        </p:nvCxnSpPr>
        <p:spPr>
          <a:xfrm flipV="1">
            <a:off x="9585070" y="1908923"/>
            <a:ext cx="0" cy="223637"/>
          </a:xfrm>
          <a:prstGeom prst="straightConnector1">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Elbow Connector 82">
            <a:extLst>
              <a:ext uri="{FF2B5EF4-FFF2-40B4-BE49-F238E27FC236}">
                <a16:creationId xmlns:a16="http://schemas.microsoft.com/office/drawing/2014/main" id="{CA6074D8-5856-5048-A757-2CE4DFD907D1}"/>
              </a:ext>
            </a:extLst>
          </p:cNvPr>
          <p:cNvCxnSpPr>
            <a:stCxn id="43" idx="2"/>
            <a:endCxn id="23" idx="1"/>
          </p:cNvCxnSpPr>
          <p:nvPr/>
        </p:nvCxnSpPr>
        <p:spPr>
          <a:xfrm rot="5400000">
            <a:off x="4580047" y="1301527"/>
            <a:ext cx="1034342" cy="1875070"/>
          </a:xfrm>
          <a:prstGeom prst="bentConnector4">
            <a:avLst>
              <a:gd name="adj1" fmla="val 32707"/>
              <a:gd name="adj2" fmla="val 112192"/>
            </a:avLst>
          </a:prstGeom>
          <a:ln w="50800">
            <a:solidFill>
              <a:schemeClr val="accent5">
                <a:alpha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 name="Rectangular Callout 4">
            <a:extLst>
              <a:ext uri="{FF2B5EF4-FFF2-40B4-BE49-F238E27FC236}">
                <a16:creationId xmlns:a16="http://schemas.microsoft.com/office/drawing/2014/main" id="{BB485430-FE9D-C54F-8AF6-3A022E31862A}"/>
              </a:ext>
            </a:extLst>
          </p:cNvPr>
          <p:cNvSpPr/>
          <p:nvPr/>
        </p:nvSpPr>
        <p:spPr>
          <a:xfrm>
            <a:off x="3187181" y="4307227"/>
            <a:ext cx="5118619" cy="1468297"/>
          </a:xfrm>
          <a:prstGeom prst="wedgeRectCallout">
            <a:avLst>
              <a:gd name="adj1" fmla="val 63259"/>
              <a:gd name="adj2" fmla="val -101545"/>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b="1" dirty="0"/>
              <a:t>Automate everything</a:t>
            </a:r>
          </a:p>
          <a:p>
            <a:pPr>
              <a:lnSpc>
                <a:spcPct val="95000"/>
              </a:lnSpc>
            </a:pPr>
            <a:r>
              <a:rPr lang="en-US" sz="1600" dirty="0"/>
              <a:t>Connect with SSH, Remote </a:t>
            </a:r>
            <a:r>
              <a:rPr lang="en-US" sz="1600" dirty="0" err="1"/>
              <a:t>Powershell</a:t>
            </a:r>
            <a:r>
              <a:rPr lang="en-US" sz="1600" dirty="0"/>
              <a:t>, REST</a:t>
            </a:r>
          </a:p>
        </p:txBody>
      </p:sp>
      <p:sp>
        <p:nvSpPr>
          <p:cNvPr id="55" name="TextBox 54">
            <a:extLst>
              <a:ext uri="{FF2B5EF4-FFF2-40B4-BE49-F238E27FC236}">
                <a16:creationId xmlns:a16="http://schemas.microsoft.com/office/drawing/2014/main" id="{7E9FF229-64F2-6140-A0B9-6F58A8745A55}"/>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3383914312"/>
      </p:ext>
    </p:extLst>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Automation</a:t>
            </a:r>
          </a:p>
        </p:txBody>
      </p:sp>
      <p:sp>
        <p:nvSpPr>
          <p:cNvPr id="3" name="Content Placeholder 2">
            <a:extLst>
              <a:ext uri="{FF2B5EF4-FFF2-40B4-BE49-F238E27FC236}">
                <a16:creationId xmlns:a16="http://schemas.microsoft.com/office/drawing/2014/main" id="{C226A93C-4492-3D4F-9165-E2F29DBE08DE}"/>
              </a:ext>
            </a:extLst>
          </p:cNvPr>
          <p:cNvSpPr>
            <a:spLocks noGrp="1"/>
          </p:cNvSpPr>
          <p:nvPr>
            <p:ph sz="quarter" idx="14"/>
          </p:nvPr>
        </p:nvSpPr>
        <p:spPr>
          <a:xfrm>
            <a:off x="250626" y="1664670"/>
            <a:ext cx="11661637" cy="4479925"/>
          </a:xfrm>
        </p:spPr>
        <p:txBody>
          <a:bodyPr/>
          <a:lstStyle/>
          <a:p>
            <a:r>
              <a:rPr lang="en-US" dirty="0"/>
              <a:t>Code is run via ZAPI or REST API</a:t>
            </a:r>
          </a:p>
          <a:p>
            <a:pPr lvl="1"/>
            <a:r>
              <a:rPr lang="en-US" dirty="0"/>
              <a:t>&lt;= 9.5 Defaults to ZAPI</a:t>
            </a:r>
          </a:p>
          <a:p>
            <a:pPr lvl="1"/>
            <a:r>
              <a:rPr lang="en-US" dirty="0"/>
              <a:t>&gt;= 9.6 Defaults to REST API (can be overwritten)</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How Ansible ONTAP Automation Works</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pic>
        <p:nvPicPr>
          <p:cNvPr id="7" name="Picture 6">
            <a:extLst>
              <a:ext uri="{FF2B5EF4-FFF2-40B4-BE49-F238E27FC236}">
                <a16:creationId xmlns:a16="http://schemas.microsoft.com/office/drawing/2014/main" id="{1A39BBC1-D71C-5440-A7F8-E65CB6DEE431}"/>
              </a:ext>
            </a:extLst>
          </p:cNvPr>
          <p:cNvPicPr>
            <a:picLocks noChangeAspect="1"/>
          </p:cNvPicPr>
          <p:nvPr/>
        </p:nvPicPr>
        <p:blipFill>
          <a:blip r:embed="rId2"/>
          <a:stretch>
            <a:fillRect/>
          </a:stretch>
        </p:blipFill>
        <p:spPr>
          <a:xfrm>
            <a:off x="0" y="0"/>
            <a:ext cx="12192000" cy="6858000"/>
          </a:xfrm>
          <a:prstGeom prst="rect">
            <a:avLst/>
          </a:prstGeom>
        </p:spPr>
      </p:pic>
      <p:pic>
        <p:nvPicPr>
          <p:cNvPr id="9" name="Picture 8" descr="A close up of a sign&#10;&#10;Description automatically generated">
            <a:extLst>
              <a:ext uri="{FF2B5EF4-FFF2-40B4-BE49-F238E27FC236}">
                <a16:creationId xmlns:a16="http://schemas.microsoft.com/office/drawing/2014/main" id="{385E73E8-9BE6-464E-BABE-E8E0DCC2D4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800" y="950295"/>
            <a:ext cx="5194300" cy="5194300"/>
          </a:xfrm>
          <a:prstGeom prst="rect">
            <a:avLst/>
          </a:prstGeom>
        </p:spPr>
      </p:pic>
    </p:spTree>
    <p:extLst>
      <p:ext uri="{BB962C8B-B14F-4D97-AF65-F5344CB8AC3E}">
        <p14:creationId xmlns:p14="http://schemas.microsoft.com/office/powerpoint/2010/main" val="3573408698"/>
      </p:ext>
    </p:extLst>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1572391" y="4085414"/>
            <a:ext cx="9047153" cy="1096186"/>
          </a:xfrm>
        </p:spPr>
        <p:txBody>
          <a:bodyPr/>
          <a:lstStyle/>
          <a:p>
            <a:r>
              <a:rPr lang="en-US" dirty="0"/>
              <a:t>Ansible inventories</a:t>
            </a:r>
          </a:p>
          <a:p>
            <a:r>
              <a:rPr lang="en-US" dirty="0"/>
              <a:t>Ansible config file</a:t>
            </a:r>
          </a:p>
          <a:p>
            <a:r>
              <a:rPr lang="en-US" dirty="0"/>
              <a:t>Modules and ad-hoc commands</a:t>
            </a:r>
          </a:p>
        </p:txBody>
      </p:sp>
      <p:sp>
        <p:nvSpPr>
          <p:cNvPr id="3" name="Title 2"/>
          <p:cNvSpPr>
            <a:spLocks noGrp="1"/>
          </p:cNvSpPr>
          <p:nvPr>
            <p:ph type="ctrTitle"/>
          </p:nvPr>
        </p:nvSpPr>
        <p:spPr/>
        <p:txBody>
          <a:bodyPr/>
          <a:lstStyle/>
          <a:p>
            <a:r>
              <a:rPr lang="en-US" dirty="0"/>
              <a:t>1.2 Running Commands</a:t>
            </a:r>
          </a:p>
        </p:txBody>
      </p:sp>
      <p:sp>
        <p:nvSpPr>
          <p:cNvPr id="4" name="Footer Placeholder 3"/>
          <p:cNvSpPr>
            <a:spLocks noGrp="1"/>
          </p:cNvSpPr>
          <p:nvPr>
            <p:ph type="ftr" sz="quarter" idx="3"/>
          </p:nvPr>
        </p:nvSpPr>
        <p:spPr/>
        <p:txBody>
          <a:bodyPr/>
          <a:lstStyle/>
          <a:p>
            <a:r>
              <a:rPr lang="en-US"/>
              <a:t>© 2023 NetApp, Inc. All rights reserved.  — NETAPP CONFIDENTIAL — </a:t>
            </a:r>
            <a:endParaRPr dirty="0"/>
          </a:p>
        </p:txBody>
      </p:sp>
    </p:spTree>
    <p:extLst>
      <p:ext uri="{BB962C8B-B14F-4D97-AF65-F5344CB8AC3E}">
        <p14:creationId xmlns:p14="http://schemas.microsoft.com/office/powerpoint/2010/main" val="4045179884"/>
      </p:ext>
    </p:extLst>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Understanding Inventories</a:t>
            </a:r>
          </a:p>
        </p:txBody>
      </p:sp>
      <p:sp>
        <p:nvSpPr>
          <p:cNvPr id="3" name="Content Placeholder 2">
            <a:extLst>
              <a:ext uri="{FF2B5EF4-FFF2-40B4-BE49-F238E27FC236}">
                <a16:creationId xmlns:a16="http://schemas.microsoft.com/office/drawing/2014/main" id="{C226A93C-4492-3D4F-9165-E2F29DBE08DE}"/>
              </a:ext>
            </a:extLst>
          </p:cNvPr>
          <p:cNvSpPr>
            <a:spLocks noGrp="1"/>
          </p:cNvSpPr>
          <p:nvPr>
            <p:ph sz="quarter" idx="14"/>
          </p:nvPr>
        </p:nvSpPr>
        <p:spPr>
          <a:xfrm>
            <a:off x="250626" y="1664670"/>
            <a:ext cx="11661637" cy="4479925"/>
          </a:xfrm>
        </p:spPr>
        <p:txBody>
          <a:bodyPr/>
          <a:lstStyle/>
          <a:p>
            <a:r>
              <a:rPr lang="en-US" dirty="0"/>
              <a:t>Ansible works against multiple systems in an inventory</a:t>
            </a:r>
          </a:p>
          <a:p>
            <a:r>
              <a:rPr lang="en-US" dirty="0"/>
              <a:t>Inventory is usually file based</a:t>
            </a:r>
          </a:p>
          <a:p>
            <a:r>
              <a:rPr lang="en-US" dirty="0"/>
              <a:t>Can have multiple groups</a:t>
            </a:r>
          </a:p>
          <a:p>
            <a:r>
              <a:rPr lang="en-US" dirty="0"/>
              <a:t>Can have variables for each group or even host</a:t>
            </a:r>
          </a:p>
          <a:p>
            <a:r>
              <a:rPr lang="en-US" dirty="0"/>
              <a:t>Formats</a:t>
            </a:r>
          </a:p>
          <a:p>
            <a:pPr lvl="1"/>
            <a:r>
              <a:rPr lang="en-US" dirty="0"/>
              <a:t>- </a:t>
            </a:r>
            <a:r>
              <a:rPr lang="en-US" dirty="0" err="1"/>
              <a:t>ini</a:t>
            </a:r>
            <a:r>
              <a:rPr lang="en-US" dirty="0"/>
              <a:t>-file</a:t>
            </a:r>
          </a:p>
          <a:p>
            <a:pPr lvl="1"/>
            <a:r>
              <a:rPr lang="en-US" dirty="0"/>
              <a:t>- </a:t>
            </a:r>
            <a:r>
              <a:rPr lang="en-US" dirty="0" err="1"/>
              <a:t>yaml</a:t>
            </a:r>
            <a:r>
              <a:rPr lang="en-US" dirty="0"/>
              <a:t>-file</a:t>
            </a:r>
          </a:p>
          <a:p>
            <a:endParaRPr lang="en-US" dirty="0"/>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endParaRPr lang="en-US"/>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Tree>
    <p:extLst>
      <p:ext uri="{BB962C8B-B14F-4D97-AF65-F5344CB8AC3E}">
        <p14:creationId xmlns:p14="http://schemas.microsoft.com/office/powerpoint/2010/main" val="2798626348"/>
      </p:ext>
    </p:extLst>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Understanding Inventories</a:t>
            </a:r>
          </a:p>
        </p:txBody>
      </p:sp>
      <p:sp>
        <p:nvSpPr>
          <p:cNvPr id="3" name="Content Placeholder 2">
            <a:extLst>
              <a:ext uri="{FF2B5EF4-FFF2-40B4-BE49-F238E27FC236}">
                <a16:creationId xmlns:a16="http://schemas.microsoft.com/office/drawing/2014/main" id="{C226A93C-4492-3D4F-9165-E2F29DBE08DE}"/>
              </a:ext>
            </a:extLst>
          </p:cNvPr>
          <p:cNvSpPr>
            <a:spLocks noGrp="1"/>
          </p:cNvSpPr>
          <p:nvPr>
            <p:ph sz="quarter" idx="14"/>
          </p:nvPr>
        </p:nvSpPr>
        <p:spPr>
          <a:xfrm>
            <a:off x="250626" y="1664670"/>
            <a:ext cx="11661637" cy="4479925"/>
          </a:xfrm>
        </p:spPr>
        <p:txBody>
          <a:bodyPr/>
          <a:lstStyle/>
          <a:p>
            <a:pPr lvl="2"/>
            <a:endParaRPr lang="en-US" dirty="0"/>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Basic</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Rectangle 6">
            <a:extLst>
              <a:ext uri="{FF2B5EF4-FFF2-40B4-BE49-F238E27FC236}">
                <a16:creationId xmlns:a16="http://schemas.microsoft.com/office/drawing/2014/main" id="{E8F5AA03-22FB-5E4D-92E6-FC347D6DF9B1}"/>
              </a:ext>
            </a:extLst>
          </p:cNvPr>
          <p:cNvSpPr/>
          <p:nvPr/>
        </p:nvSpPr>
        <p:spPr>
          <a:xfrm>
            <a:off x="294489" y="1664670"/>
            <a:ext cx="11617773" cy="4479925"/>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sz="3200" dirty="0">
                <a:solidFill>
                  <a:schemeClr val="bg1"/>
                </a:solidFill>
                <a:latin typeface="Consolas" panose="020B0609020204030204" pitchFamily="49" charset="0"/>
                <a:cs typeface="Consolas" panose="020B0609020204030204" pitchFamily="49" charset="0"/>
              </a:rPr>
              <a:t># Static inventory example:</a:t>
            </a:r>
          </a:p>
          <a:p>
            <a:pPr>
              <a:lnSpc>
                <a:spcPct val="95000"/>
              </a:lnSpc>
            </a:pPr>
            <a:r>
              <a:rPr lang="en-US" sz="3200" dirty="0">
                <a:solidFill>
                  <a:schemeClr val="bg1"/>
                </a:solidFill>
                <a:latin typeface="Consolas" panose="020B0609020204030204" pitchFamily="49" charset="0"/>
                <a:cs typeface="Consolas" panose="020B0609020204030204" pitchFamily="49" charset="0"/>
              </a:rPr>
              <a:t>[</a:t>
            </a:r>
            <a:r>
              <a:rPr lang="en-US" sz="3200" dirty="0" err="1">
                <a:solidFill>
                  <a:schemeClr val="bg1"/>
                </a:solidFill>
                <a:latin typeface="Consolas" panose="020B0609020204030204" pitchFamily="49" charset="0"/>
                <a:cs typeface="Consolas" panose="020B0609020204030204" pitchFamily="49" charset="0"/>
              </a:rPr>
              <a:t>myservers</a:t>
            </a:r>
            <a:r>
              <a:rPr lang="en-US" sz="3200" dirty="0">
                <a:solidFill>
                  <a:schemeClr val="bg1"/>
                </a:solidFill>
                <a:latin typeface="Consolas" panose="020B0609020204030204" pitchFamily="49" charset="0"/>
                <a:cs typeface="Consolas" panose="020B0609020204030204" pitchFamily="49" charset="0"/>
              </a:rPr>
              <a:t>]</a:t>
            </a:r>
          </a:p>
          <a:p>
            <a:pPr>
              <a:lnSpc>
                <a:spcPct val="95000"/>
              </a:lnSpc>
            </a:pPr>
            <a:r>
              <a:rPr lang="en-US" sz="3200" dirty="0">
                <a:solidFill>
                  <a:schemeClr val="bg1"/>
                </a:solidFill>
                <a:latin typeface="Consolas" panose="020B0609020204030204" pitchFamily="49" charset="0"/>
                <a:cs typeface="Consolas" panose="020B0609020204030204" pitchFamily="49" charset="0"/>
              </a:rPr>
              <a:t>10.42.0.2</a:t>
            </a:r>
          </a:p>
          <a:p>
            <a:pPr>
              <a:lnSpc>
                <a:spcPct val="95000"/>
              </a:lnSpc>
            </a:pPr>
            <a:r>
              <a:rPr lang="en-US" sz="3200" dirty="0">
                <a:solidFill>
                  <a:schemeClr val="bg1"/>
                </a:solidFill>
                <a:latin typeface="Consolas" panose="020B0609020204030204" pitchFamily="49" charset="0"/>
                <a:cs typeface="Consolas" panose="020B0609020204030204" pitchFamily="49" charset="0"/>
              </a:rPr>
              <a:t>10.42.0.6</a:t>
            </a:r>
          </a:p>
          <a:p>
            <a:pPr>
              <a:lnSpc>
                <a:spcPct val="95000"/>
              </a:lnSpc>
            </a:pPr>
            <a:r>
              <a:rPr lang="en-US" sz="3200" dirty="0">
                <a:solidFill>
                  <a:schemeClr val="bg1"/>
                </a:solidFill>
                <a:latin typeface="Consolas" panose="020B0609020204030204" pitchFamily="49" charset="0"/>
                <a:cs typeface="Consolas" panose="020B0609020204030204" pitchFamily="49" charset="0"/>
              </a:rPr>
              <a:t>10.42.0.7</a:t>
            </a:r>
          </a:p>
          <a:p>
            <a:pPr>
              <a:lnSpc>
                <a:spcPct val="95000"/>
              </a:lnSpc>
            </a:pPr>
            <a:r>
              <a:rPr lang="en-US" sz="3200" dirty="0">
                <a:solidFill>
                  <a:schemeClr val="bg1"/>
                </a:solidFill>
                <a:latin typeface="Consolas" panose="020B0609020204030204" pitchFamily="49" charset="0"/>
                <a:cs typeface="Consolas" panose="020B0609020204030204" pitchFamily="49" charset="0"/>
              </a:rPr>
              <a:t>10.42.0.100</a:t>
            </a:r>
          </a:p>
          <a:p>
            <a:pPr>
              <a:lnSpc>
                <a:spcPct val="95000"/>
              </a:lnSpc>
            </a:pPr>
            <a:r>
              <a:rPr lang="en-US" sz="3200" dirty="0" err="1">
                <a:solidFill>
                  <a:schemeClr val="bg1"/>
                </a:solidFill>
                <a:latin typeface="Consolas" panose="020B0609020204030204" pitchFamily="49" charset="0"/>
                <a:cs typeface="Consolas" panose="020B0609020204030204" pitchFamily="49" charset="0"/>
              </a:rPr>
              <a:t>host.example.com</a:t>
            </a:r>
            <a:endParaRPr lang="en-US" sz="3200" dirty="0">
              <a:solidFill>
                <a:schemeClr val="bg1"/>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079907039"/>
      </p:ext>
    </p:extLst>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Understanding Inventories</a:t>
            </a:r>
          </a:p>
        </p:txBody>
      </p:sp>
      <p:sp>
        <p:nvSpPr>
          <p:cNvPr id="3" name="Content Placeholder 2">
            <a:extLst>
              <a:ext uri="{FF2B5EF4-FFF2-40B4-BE49-F238E27FC236}">
                <a16:creationId xmlns:a16="http://schemas.microsoft.com/office/drawing/2014/main" id="{C226A93C-4492-3D4F-9165-E2F29DBE08DE}"/>
              </a:ext>
            </a:extLst>
          </p:cNvPr>
          <p:cNvSpPr>
            <a:spLocks noGrp="1"/>
          </p:cNvSpPr>
          <p:nvPr>
            <p:ph sz="quarter" idx="14"/>
          </p:nvPr>
        </p:nvSpPr>
        <p:spPr>
          <a:xfrm>
            <a:off x="250626" y="1664670"/>
            <a:ext cx="11661637" cy="4479925"/>
          </a:xfrm>
        </p:spPr>
        <p:txBody>
          <a:bodyPr/>
          <a:lstStyle/>
          <a:p>
            <a:pPr lvl="2"/>
            <a:endParaRPr lang="en-US" dirty="0"/>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Basic</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Rectangle 6">
            <a:extLst>
              <a:ext uri="{FF2B5EF4-FFF2-40B4-BE49-F238E27FC236}">
                <a16:creationId xmlns:a16="http://schemas.microsoft.com/office/drawing/2014/main" id="{E8F5AA03-22FB-5E4D-92E6-FC347D6DF9B1}"/>
              </a:ext>
            </a:extLst>
          </p:cNvPr>
          <p:cNvSpPr/>
          <p:nvPr/>
        </p:nvSpPr>
        <p:spPr>
          <a:xfrm>
            <a:off x="294489" y="1664670"/>
            <a:ext cx="11617773" cy="4479925"/>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sz="3200" dirty="0">
                <a:solidFill>
                  <a:schemeClr val="bg1"/>
                </a:solidFill>
                <a:latin typeface="Consolas" panose="020B0609020204030204" pitchFamily="49" charset="0"/>
                <a:cs typeface="Consolas" panose="020B0609020204030204" pitchFamily="49" charset="0"/>
              </a:rPr>
              <a:t># Static inventory example:</a:t>
            </a:r>
          </a:p>
          <a:p>
            <a:pPr>
              <a:lnSpc>
                <a:spcPct val="95000"/>
              </a:lnSpc>
            </a:pPr>
            <a:r>
              <a:rPr lang="en-US" sz="3200" dirty="0" err="1">
                <a:solidFill>
                  <a:schemeClr val="bg1"/>
                </a:solidFill>
                <a:latin typeface="Consolas" panose="020B0609020204030204" pitchFamily="49" charset="0"/>
                <a:cs typeface="Consolas" panose="020B0609020204030204" pitchFamily="49" charset="0"/>
              </a:rPr>
              <a:t>myservers</a:t>
            </a:r>
            <a:r>
              <a:rPr lang="en-US" sz="3200" dirty="0">
                <a:solidFill>
                  <a:schemeClr val="bg1"/>
                </a:solidFill>
                <a:latin typeface="Consolas" panose="020B0609020204030204" pitchFamily="49" charset="0"/>
                <a:cs typeface="Consolas" panose="020B0609020204030204" pitchFamily="49" charset="0"/>
              </a:rPr>
              <a:t>:</a:t>
            </a:r>
          </a:p>
          <a:p>
            <a:pPr>
              <a:lnSpc>
                <a:spcPct val="95000"/>
              </a:lnSpc>
            </a:pPr>
            <a:r>
              <a:rPr lang="en-US" sz="3200" dirty="0">
                <a:solidFill>
                  <a:schemeClr val="bg1"/>
                </a:solidFill>
                <a:latin typeface="Consolas" panose="020B0609020204030204" pitchFamily="49" charset="0"/>
                <a:cs typeface="Consolas" panose="020B0609020204030204" pitchFamily="49" charset="0"/>
              </a:rPr>
              <a:t>  hosts:</a:t>
            </a:r>
          </a:p>
          <a:p>
            <a:pPr lvl="2">
              <a:lnSpc>
                <a:spcPct val="95000"/>
              </a:lnSpc>
            </a:pPr>
            <a:r>
              <a:rPr lang="en-US" sz="3200" dirty="0">
                <a:solidFill>
                  <a:schemeClr val="bg1"/>
                </a:solidFill>
                <a:latin typeface="Consolas" panose="020B0609020204030204" pitchFamily="49" charset="0"/>
                <a:cs typeface="Consolas" panose="020B0609020204030204" pitchFamily="49" charset="0"/>
              </a:rPr>
              <a:t>10.42.0.2:</a:t>
            </a:r>
          </a:p>
          <a:p>
            <a:pPr lvl="2">
              <a:lnSpc>
                <a:spcPct val="95000"/>
              </a:lnSpc>
            </a:pPr>
            <a:r>
              <a:rPr lang="en-US" sz="3200" dirty="0">
                <a:solidFill>
                  <a:schemeClr val="bg1"/>
                </a:solidFill>
                <a:latin typeface="Consolas" panose="020B0609020204030204" pitchFamily="49" charset="0"/>
                <a:cs typeface="Consolas" panose="020B0609020204030204" pitchFamily="49" charset="0"/>
              </a:rPr>
              <a:t>10.42.0.6:</a:t>
            </a:r>
          </a:p>
          <a:p>
            <a:pPr lvl="2">
              <a:lnSpc>
                <a:spcPct val="95000"/>
              </a:lnSpc>
            </a:pPr>
            <a:r>
              <a:rPr lang="en-US" sz="3200" dirty="0">
                <a:solidFill>
                  <a:schemeClr val="bg1"/>
                </a:solidFill>
                <a:latin typeface="Consolas" panose="020B0609020204030204" pitchFamily="49" charset="0"/>
                <a:cs typeface="Consolas" panose="020B0609020204030204" pitchFamily="49" charset="0"/>
              </a:rPr>
              <a:t>10.42.0.7:</a:t>
            </a:r>
          </a:p>
          <a:p>
            <a:pPr lvl="2">
              <a:lnSpc>
                <a:spcPct val="95000"/>
              </a:lnSpc>
            </a:pPr>
            <a:r>
              <a:rPr lang="en-US" sz="3200" dirty="0">
                <a:solidFill>
                  <a:schemeClr val="bg1"/>
                </a:solidFill>
                <a:latin typeface="Consolas" panose="020B0609020204030204" pitchFamily="49" charset="0"/>
                <a:cs typeface="Consolas" panose="020B0609020204030204" pitchFamily="49" charset="0"/>
              </a:rPr>
              <a:t>10.42.0.100:</a:t>
            </a:r>
          </a:p>
          <a:p>
            <a:pPr lvl="2">
              <a:lnSpc>
                <a:spcPct val="95000"/>
              </a:lnSpc>
            </a:pPr>
            <a:r>
              <a:rPr lang="en-US" sz="3200" dirty="0">
                <a:solidFill>
                  <a:schemeClr val="bg1"/>
                </a:solidFill>
                <a:latin typeface="Consolas" panose="020B0609020204030204" pitchFamily="49" charset="0"/>
                <a:cs typeface="Consolas" panose="020B0609020204030204" pitchFamily="49" charset="0"/>
              </a:rPr>
              <a:t>host.example.com:</a:t>
            </a:r>
          </a:p>
        </p:txBody>
      </p:sp>
    </p:spTree>
    <p:extLst>
      <p:ext uri="{BB962C8B-B14F-4D97-AF65-F5344CB8AC3E}">
        <p14:creationId xmlns:p14="http://schemas.microsoft.com/office/powerpoint/2010/main" val="3881209598"/>
      </p:ext>
    </p:extLst>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Understanding Inventories</a:t>
            </a:r>
          </a:p>
        </p:txBody>
      </p:sp>
      <p:sp>
        <p:nvSpPr>
          <p:cNvPr id="3" name="Content Placeholder 2">
            <a:extLst>
              <a:ext uri="{FF2B5EF4-FFF2-40B4-BE49-F238E27FC236}">
                <a16:creationId xmlns:a16="http://schemas.microsoft.com/office/drawing/2014/main" id="{C226A93C-4492-3D4F-9165-E2F29DBE08DE}"/>
              </a:ext>
            </a:extLst>
          </p:cNvPr>
          <p:cNvSpPr>
            <a:spLocks noGrp="1"/>
          </p:cNvSpPr>
          <p:nvPr>
            <p:ph sz="quarter" idx="14"/>
          </p:nvPr>
        </p:nvSpPr>
        <p:spPr>
          <a:xfrm>
            <a:off x="250626" y="1664670"/>
            <a:ext cx="11661637" cy="4479925"/>
          </a:xfrm>
        </p:spPr>
        <p:txBody>
          <a:bodyPr/>
          <a:lstStyle/>
          <a:p>
            <a:pPr lvl="2"/>
            <a:endParaRPr lang="en-US" dirty="0"/>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Variables</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Rectangle 6">
            <a:extLst>
              <a:ext uri="{FF2B5EF4-FFF2-40B4-BE49-F238E27FC236}">
                <a16:creationId xmlns:a16="http://schemas.microsoft.com/office/drawing/2014/main" id="{E8F5AA03-22FB-5E4D-92E6-FC347D6DF9B1}"/>
              </a:ext>
            </a:extLst>
          </p:cNvPr>
          <p:cNvSpPr/>
          <p:nvPr/>
        </p:nvSpPr>
        <p:spPr>
          <a:xfrm>
            <a:off x="294489" y="1664670"/>
            <a:ext cx="11617773" cy="4479924"/>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sz="2000" dirty="0">
                <a:solidFill>
                  <a:schemeClr val="bg1"/>
                </a:solidFill>
                <a:latin typeface="Consolas" panose="020B0609020204030204" pitchFamily="49" charset="0"/>
                <a:cs typeface="Consolas" panose="020B0609020204030204" pitchFamily="49" charset="0"/>
              </a:rPr>
              <a:t>[app1srv]</a:t>
            </a:r>
          </a:p>
          <a:p>
            <a:pPr>
              <a:lnSpc>
                <a:spcPct val="95000"/>
              </a:lnSpc>
            </a:pPr>
            <a:r>
              <a:rPr lang="en-US" sz="2000" dirty="0">
                <a:solidFill>
                  <a:schemeClr val="bg1"/>
                </a:solidFill>
                <a:latin typeface="Consolas" panose="020B0609020204030204" pitchFamily="49" charset="0"/>
                <a:cs typeface="Consolas" panose="020B0609020204030204" pitchFamily="49" charset="0"/>
              </a:rPr>
              <a:t>appserver01 </a:t>
            </a:r>
            <a:r>
              <a:rPr lang="en-US" sz="2000" dirty="0" err="1">
                <a:solidFill>
                  <a:schemeClr val="accent3"/>
                </a:solidFill>
                <a:latin typeface="Consolas" panose="020B0609020204030204" pitchFamily="49" charset="0"/>
                <a:cs typeface="Consolas" panose="020B0609020204030204" pitchFamily="49" charset="0"/>
              </a:rPr>
              <a:t>ansible_host</a:t>
            </a:r>
            <a:r>
              <a:rPr lang="en-US" sz="2000" dirty="0">
                <a:solidFill>
                  <a:schemeClr val="accent3"/>
                </a:solidFill>
                <a:latin typeface="Consolas" panose="020B0609020204030204" pitchFamily="49" charset="0"/>
                <a:cs typeface="Consolas" panose="020B0609020204030204" pitchFamily="49" charset="0"/>
              </a:rPr>
              <a:t>=10.42.0.2</a:t>
            </a:r>
          </a:p>
          <a:p>
            <a:pPr>
              <a:lnSpc>
                <a:spcPct val="95000"/>
              </a:lnSpc>
            </a:pPr>
            <a:r>
              <a:rPr lang="en-US" sz="2000" dirty="0">
                <a:solidFill>
                  <a:schemeClr val="bg1"/>
                </a:solidFill>
                <a:latin typeface="Consolas" panose="020B0609020204030204" pitchFamily="49" charset="0"/>
                <a:cs typeface="Consolas" panose="020B0609020204030204" pitchFamily="49" charset="0"/>
              </a:rPr>
              <a:t>appserver02 </a:t>
            </a:r>
            <a:r>
              <a:rPr lang="en-US" sz="2000" dirty="0" err="1">
                <a:solidFill>
                  <a:schemeClr val="accent3"/>
                </a:solidFill>
                <a:latin typeface="Consolas" panose="020B0609020204030204" pitchFamily="49" charset="0"/>
                <a:cs typeface="Consolas" panose="020B0609020204030204" pitchFamily="49" charset="0"/>
              </a:rPr>
              <a:t>ansible_host</a:t>
            </a:r>
            <a:r>
              <a:rPr lang="en-US" sz="2000" dirty="0">
                <a:solidFill>
                  <a:schemeClr val="accent3"/>
                </a:solidFill>
                <a:latin typeface="Consolas" panose="020B0609020204030204" pitchFamily="49" charset="0"/>
                <a:cs typeface="Consolas" panose="020B0609020204030204" pitchFamily="49" charset="0"/>
              </a:rPr>
              <a:t>=10.42.0.3</a:t>
            </a:r>
          </a:p>
          <a:p>
            <a:pPr>
              <a:lnSpc>
                <a:spcPct val="95000"/>
              </a:lnSpc>
            </a:pPr>
            <a:endParaRPr lang="en-US" sz="2000" dirty="0">
              <a:solidFill>
                <a:schemeClr val="bg1"/>
              </a:solidFill>
              <a:latin typeface="Consolas" panose="020B0609020204030204" pitchFamily="49" charset="0"/>
              <a:cs typeface="Consolas" panose="020B0609020204030204" pitchFamily="49" charset="0"/>
            </a:endParaRPr>
          </a:p>
          <a:p>
            <a:pPr>
              <a:lnSpc>
                <a:spcPct val="95000"/>
              </a:lnSpc>
            </a:pPr>
            <a:r>
              <a:rPr lang="en-US" sz="2000" dirty="0">
                <a:solidFill>
                  <a:schemeClr val="bg1"/>
                </a:solidFill>
                <a:latin typeface="Consolas" panose="020B0609020204030204" pitchFamily="49" charset="0"/>
                <a:cs typeface="Consolas" panose="020B0609020204030204" pitchFamily="49" charset="0"/>
              </a:rPr>
              <a:t>[web]</a:t>
            </a:r>
          </a:p>
          <a:p>
            <a:pPr>
              <a:lnSpc>
                <a:spcPct val="95000"/>
              </a:lnSpc>
            </a:pPr>
            <a:r>
              <a:rPr lang="en-US" sz="2000" dirty="0">
                <a:solidFill>
                  <a:schemeClr val="bg1"/>
                </a:solidFill>
                <a:latin typeface="Consolas" panose="020B0609020204030204" pitchFamily="49" charset="0"/>
                <a:cs typeface="Consolas" panose="020B0609020204030204" pitchFamily="49" charset="0"/>
              </a:rPr>
              <a:t>Node-[1:30] </a:t>
            </a:r>
            <a:r>
              <a:rPr lang="en-US" sz="2000" dirty="0" err="1">
                <a:solidFill>
                  <a:schemeClr val="accent3"/>
                </a:solidFill>
                <a:latin typeface="Consolas" panose="020B0609020204030204" pitchFamily="49" charset="0"/>
                <a:cs typeface="Consolas" panose="020B0609020204030204" pitchFamily="49" charset="0"/>
              </a:rPr>
              <a:t>ansible_host</a:t>
            </a:r>
            <a:r>
              <a:rPr lang="en-US" sz="2000" dirty="0">
                <a:solidFill>
                  <a:schemeClr val="accent3"/>
                </a:solidFill>
                <a:latin typeface="Consolas" panose="020B0609020204030204" pitchFamily="49" charset="0"/>
                <a:cs typeface="Consolas" panose="020B0609020204030204" pitchFamily="49" charset="0"/>
              </a:rPr>
              <a:t>=10.42.0.[31:60]</a:t>
            </a:r>
          </a:p>
          <a:p>
            <a:pPr>
              <a:lnSpc>
                <a:spcPct val="95000"/>
              </a:lnSpc>
            </a:pPr>
            <a:endParaRPr lang="en-US" sz="2000" dirty="0">
              <a:solidFill>
                <a:schemeClr val="bg1"/>
              </a:solidFill>
              <a:latin typeface="Consolas" panose="020B0609020204030204" pitchFamily="49" charset="0"/>
              <a:cs typeface="Consolas" panose="020B0609020204030204" pitchFamily="49" charset="0"/>
            </a:endParaRPr>
          </a:p>
          <a:p>
            <a:pPr>
              <a:lnSpc>
                <a:spcPct val="95000"/>
              </a:lnSpc>
            </a:pPr>
            <a:r>
              <a:rPr lang="en-US" sz="2000" dirty="0">
                <a:solidFill>
                  <a:schemeClr val="bg1"/>
                </a:solidFill>
                <a:latin typeface="Consolas" panose="020B0609020204030204" pitchFamily="49" charset="0"/>
                <a:cs typeface="Consolas" panose="020B0609020204030204" pitchFamily="49" charset="0"/>
              </a:rPr>
              <a:t>[</a:t>
            </a:r>
            <a:r>
              <a:rPr lang="en-US" sz="2000" dirty="0" err="1">
                <a:solidFill>
                  <a:schemeClr val="bg1"/>
                </a:solidFill>
                <a:latin typeface="Consolas" panose="020B0609020204030204" pitchFamily="49" charset="0"/>
                <a:cs typeface="Consolas" panose="020B0609020204030204" pitchFamily="49" charset="0"/>
              </a:rPr>
              <a:t>web:vars</a:t>
            </a:r>
            <a:r>
              <a:rPr lang="en-US" sz="2000" dirty="0">
                <a:solidFill>
                  <a:schemeClr val="bg1"/>
                </a:solidFill>
                <a:latin typeface="Consolas" panose="020B0609020204030204" pitchFamily="49" charset="0"/>
                <a:cs typeface="Consolas" panose="020B0609020204030204" pitchFamily="49" charset="0"/>
              </a:rPr>
              <a:t>]</a:t>
            </a:r>
          </a:p>
          <a:p>
            <a:pPr>
              <a:lnSpc>
                <a:spcPct val="95000"/>
              </a:lnSpc>
            </a:pPr>
            <a:r>
              <a:rPr lang="en-US" sz="2000" dirty="0" err="1">
                <a:solidFill>
                  <a:schemeClr val="accent3"/>
                </a:solidFill>
                <a:latin typeface="Consolas" panose="020B0609020204030204" pitchFamily="49" charset="0"/>
                <a:cs typeface="Consolas" panose="020B0609020204030204" pitchFamily="49" charset="0"/>
              </a:rPr>
              <a:t>apache_listen_port</a:t>
            </a:r>
            <a:r>
              <a:rPr lang="en-US" sz="2000" dirty="0">
                <a:solidFill>
                  <a:schemeClr val="accent3"/>
                </a:solidFill>
                <a:latin typeface="Consolas" panose="020B0609020204030204" pitchFamily="49" charset="0"/>
                <a:cs typeface="Consolas" panose="020B0609020204030204" pitchFamily="49" charset="0"/>
              </a:rPr>
              <a:t>=8080</a:t>
            </a:r>
          </a:p>
          <a:p>
            <a:pPr>
              <a:lnSpc>
                <a:spcPct val="95000"/>
              </a:lnSpc>
            </a:pPr>
            <a:r>
              <a:rPr lang="en-US" sz="2000" dirty="0" err="1">
                <a:solidFill>
                  <a:schemeClr val="accent3"/>
                </a:solidFill>
                <a:latin typeface="Consolas" panose="020B0609020204030204" pitchFamily="49" charset="0"/>
                <a:cs typeface="Consolas" panose="020B0609020204030204" pitchFamily="49" charset="0"/>
              </a:rPr>
              <a:t>apache_root_path</a:t>
            </a:r>
            <a:r>
              <a:rPr lang="en-US" sz="2000" dirty="0">
                <a:solidFill>
                  <a:schemeClr val="accent3"/>
                </a:solidFill>
                <a:latin typeface="Consolas" panose="020B0609020204030204" pitchFamily="49" charset="0"/>
                <a:cs typeface="Consolas" panose="020B0609020204030204" pitchFamily="49" charset="0"/>
              </a:rPr>
              <a:t>=/var/www/</a:t>
            </a:r>
            <a:r>
              <a:rPr lang="en-US" sz="2000" dirty="0" err="1">
                <a:solidFill>
                  <a:schemeClr val="accent3"/>
                </a:solidFill>
                <a:latin typeface="Consolas" panose="020B0609020204030204" pitchFamily="49" charset="0"/>
                <a:cs typeface="Consolas" panose="020B0609020204030204" pitchFamily="49" charset="0"/>
              </a:rPr>
              <a:t>mywebdocs</a:t>
            </a:r>
            <a:r>
              <a:rPr lang="en-US" sz="2000" dirty="0">
                <a:solidFill>
                  <a:schemeClr val="accent3"/>
                </a:solidFill>
                <a:latin typeface="Consolas" panose="020B0609020204030204" pitchFamily="49" charset="0"/>
                <a:cs typeface="Consolas" panose="020B0609020204030204" pitchFamily="49" charset="0"/>
              </a:rPr>
              <a:t>/</a:t>
            </a:r>
          </a:p>
          <a:p>
            <a:pPr>
              <a:lnSpc>
                <a:spcPct val="95000"/>
              </a:lnSpc>
            </a:pPr>
            <a:endParaRPr lang="en-US" sz="2000" dirty="0">
              <a:solidFill>
                <a:schemeClr val="bg1"/>
              </a:solidFill>
              <a:latin typeface="Consolas" panose="020B0609020204030204" pitchFamily="49" charset="0"/>
              <a:cs typeface="Consolas" panose="020B0609020204030204" pitchFamily="49" charset="0"/>
            </a:endParaRPr>
          </a:p>
          <a:p>
            <a:pPr>
              <a:lnSpc>
                <a:spcPct val="95000"/>
              </a:lnSpc>
            </a:pPr>
            <a:r>
              <a:rPr lang="en-US" sz="2000" dirty="0">
                <a:solidFill>
                  <a:schemeClr val="bg1"/>
                </a:solidFill>
                <a:latin typeface="Consolas" panose="020B0609020204030204" pitchFamily="49" charset="0"/>
                <a:cs typeface="Consolas" panose="020B0609020204030204" pitchFamily="49" charset="0"/>
              </a:rPr>
              <a:t>[</a:t>
            </a:r>
            <a:r>
              <a:rPr lang="en-US" sz="2000" dirty="0" err="1">
                <a:solidFill>
                  <a:schemeClr val="bg1"/>
                </a:solidFill>
                <a:latin typeface="Consolas" panose="020B0609020204030204" pitchFamily="49" charset="0"/>
                <a:cs typeface="Consolas" panose="020B0609020204030204" pitchFamily="49" charset="0"/>
              </a:rPr>
              <a:t>all:vars</a:t>
            </a:r>
            <a:r>
              <a:rPr lang="en-US" sz="2000" dirty="0">
                <a:solidFill>
                  <a:schemeClr val="bg1"/>
                </a:solidFill>
                <a:latin typeface="Consolas" panose="020B0609020204030204" pitchFamily="49" charset="0"/>
                <a:cs typeface="Consolas" panose="020B0609020204030204" pitchFamily="49" charset="0"/>
              </a:rPr>
              <a:t>]</a:t>
            </a:r>
          </a:p>
          <a:p>
            <a:pPr>
              <a:lnSpc>
                <a:spcPct val="95000"/>
              </a:lnSpc>
            </a:pPr>
            <a:r>
              <a:rPr lang="en-US" sz="2000" dirty="0" err="1">
                <a:solidFill>
                  <a:schemeClr val="accent3"/>
                </a:solidFill>
                <a:latin typeface="Consolas" panose="020B0609020204030204" pitchFamily="49" charset="0"/>
                <a:cs typeface="Consolas" panose="020B0609020204030204" pitchFamily="49" charset="0"/>
              </a:rPr>
              <a:t>ansible_user</a:t>
            </a:r>
            <a:r>
              <a:rPr lang="en-US" sz="2000" dirty="0">
                <a:solidFill>
                  <a:schemeClr val="accent3"/>
                </a:solidFill>
                <a:latin typeface="Consolas" panose="020B0609020204030204" pitchFamily="49" charset="0"/>
                <a:cs typeface="Consolas" panose="020B0609020204030204" pitchFamily="49" charset="0"/>
              </a:rPr>
              <a:t>=</a:t>
            </a:r>
            <a:r>
              <a:rPr lang="en-US" sz="2000" dirty="0" err="1">
                <a:solidFill>
                  <a:schemeClr val="accent3"/>
                </a:solidFill>
                <a:latin typeface="Consolas" panose="020B0609020204030204" pitchFamily="49" charset="0"/>
                <a:cs typeface="Consolas" panose="020B0609020204030204" pitchFamily="49" charset="0"/>
              </a:rPr>
              <a:t>kev</a:t>
            </a:r>
            <a:endParaRPr lang="en-US" sz="2000" dirty="0">
              <a:solidFill>
                <a:schemeClr val="accent3"/>
              </a:solidFill>
              <a:latin typeface="Consolas" panose="020B0609020204030204" pitchFamily="49" charset="0"/>
              <a:cs typeface="Consolas" panose="020B0609020204030204" pitchFamily="49" charset="0"/>
            </a:endParaRPr>
          </a:p>
          <a:p>
            <a:pPr>
              <a:lnSpc>
                <a:spcPct val="95000"/>
              </a:lnSpc>
            </a:pPr>
            <a:r>
              <a:rPr lang="en-US" sz="2000" dirty="0" err="1">
                <a:solidFill>
                  <a:schemeClr val="accent3"/>
                </a:solidFill>
                <a:latin typeface="Consolas" panose="020B0609020204030204" pitchFamily="49" charset="0"/>
                <a:cs typeface="Consolas" panose="020B0609020204030204" pitchFamily="49" charset="0"/>
              </a:rPr>
              <a:t>ansible_ssh_private_key_file</a:t>
            </a:r>
            <a:r>
              <a:rPr lang="en-US" sz="2000" dirty="0">
                <a:solidFill>
                  <a:schemeClr val="accent3"/>
                </a:solidFill>
                <a:latin typeface="Consolas" panose="020B0609020204030204" pitchFamily="49" charset="0"/>
                <a:cs typeface="Consolas" panose="020B0609020204030204" pitchFamily="49" charset="0"/>
              </a:rPr>
              <a:t>=/home/</a:t>
            </a:r>
            <a:r>
              <a:rPr lang="en-US" sz="2000" dirty="0" err="1">
                <a:solidFill>
                  <a:schemeClr val="accent3"/>
                </a:solidFill>
                <a:latin typeface="Consolas" panose="020B0609020204030204" pitchFamily="49" charset="0"/>
                <a:cs typeface="Consolas" panose="020B0609020204030204" pitchFamily="49" charset="0"/>
              </a:rPr>
              <a:t>kev</a:t>
            </a:r>
            <a:r>
              <a:rPr lang="en-US" sz="2000" dirty="0">
                <a:solidFill>
                  <a:schemeClr val="accent3"/>
                </a:solidFill>
                <a:latin typeface="Consolas" panose="020B0609020204030204" pitchFamily="49" charset="0"/>
                <a:cs typeface="Consolas" panose="020B0609020204030204" pitchFamily="49" charset="0"/>
              </a:rPr>
              <a:t>/.</a:t>
            </a:r>
            <a:r>
              <a:rPr lang="en-US" sz="2000" dirty="0" err="1">
                <a:solidFill>
                  <a:schemeClr val="accent3"/>
                </a:solidFill>
                <a:latin typeface="Consolas" panose="020B0609020204030204" pitchFamily="49" charset="0"/>
                <a:cs typeface="Consolas" panose="020B0609020204030204" pitchFamily="49" charset="0"/>
              </a:rPr>
              <a:t>ssh</a:t>
            </a:r>
            <a:r>
              <a:rPr lang="en-US" sz="2000" dirty="0">
                <a:solidFill>
                  <a:schemeClr val="accent3"/>
                </a:solidFill>
                <a:latin typeface="Consolas" panose="020B0609020204030204" pitchFamily="49" charset="0"/>
                <a:cs typeface="Consolas" panose="020B0609020204030204" pitchFamily="49" charset="0"/>
              </a:rPr>
              <a:t>/</a:t>
            </a:r>
            <a:r>
              <a:rPr lang="en-US" sz="2000" dirty="0" err="1">
                <a:solidFill>
                  <a:schemeClr val="accent3"/>
                </a:solidFill>
                <a:latin typeface="Consolas" panose="020B0609020204030204" pitchFamily="49" charset="0"/>
                <a:cs typeface="Consolas" panose="020B0609020204030204" pitchFamily="49" charset="0"/>
              </a:rPr>
              <a:t>id_rsa</a:t>
            </a:r>
            <a:endParaRPr lang="en-US" sz="2000" dirty="0">
              <a:solidFill>
                <a:schemeClr val="accent3"/>
              </a:solidFill>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72481736-01EB-F54E-AC8E-F682E680C415}"/>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147804492"/>
      </p:ext>
    </p:extLst>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Understanding Inventories</a:t>
            </a:r>
          </a:p>
        </p:txBody>
      </p:sp>
      <p:sp>
        <p:nvSpPr>
          <p:cNvPr id="3" name="Content Placeholder 2">
            <a:extLst>
              <a:ext uri="{FF2B5EF4-FFF2-40B4-BE49-F238E27FC236}">
                <a16:creationId xmlns:a16="http://schemas.microsoft.com/office/drawing/2014/main" id="{C226A93C-4492-3D4F-9165-E2F29DBE08DE}"/>
              </a:ext>
            </a:extLst>
          </p:cNvPr>
          <p:cNvSpPr>
            <a:spLocks noGrp="1"/>
          </p:cNvSpPr>
          <p:nvPr>
            <p:ph sz="quarter" idx="14"/>
          </p:nvPr>
        </p:nvSpPr>
        <p:spPr>
          <a:xfrm>
            <a:off x="250626" y="1664670"/>
            <a:ext cx="11661637" cy="4479925"/>
          </a:xfrm>
        </p:spPr>
        <p:txBody>
          <a:bodyPr/>
          <a:lstStyle/>
          <a:p>
            <a:pPr lvl="2"/>
            <a:endParaRPr lang="en-US" dirty="0"/>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Variable Precedence</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Rectangle 6">
            <a:extLst>
              <a:ext uri="{FF2B5EF4-FFF2-40B4-BE49-F238E27FC236}">
                <a16:creationId xmlns:a16="http://schemas.microsoft.com/office/drawing/2014/main" id="{E8F5AA03-22FB-5E4D-92E6-FC347D6DF9B1}"/>
              </a:ext>
            </a:extLst>
          </p:cNvPr>
          <p:cNvSpPr/>
          <p:nvPr/>
        </p:nvSpPr>
        <p:spPr>
          <a:xfrm>
            <a:off x="294489" y="1664670"/>
            <a:ext cx="11617773" cy="4479924"/>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sz="2000" dirty="0">
                <a:solidFill>
                  <a:schemeClr val="bg1"/>
                </a:solidFill>
                <a:latin typeface="Consolas" panose="020B0609020204030204" pitchFamily="49" charset="0"/>
                <a:cs typeface="Consolas" panose="020B0609020204030204" pitchFamily="49" charset="0"/>
              </a:rPr>
              <a:t>[app1srv]</a:t>
            </a:r>
          </a:p>
          <a:p>
            <a:pPr>
              <a:lnSpc>
                <a:spcPct val="95000"/>
              </a:lnSpc>
            </a:pPr>
            <a:r>
              <a:rPr lang="en-US" sz="2000" dirty="0">
                <a:solidFill>
                  <a:schemeClr val="bg1"/>
                </a:solidFill>
                <a:latin typeface="Consolas" panose="020B0609020204030204" pitchFamily="49" charset="0"/>
                <a:cs typeface="Consolas" panose="020B0609020204030204" pitchFamily="49" charset="0"/>
              </a:rPr>
              <a:t>appserver01 </a:t>
            </a:r>
            <a:r>
              <a:rPr lang="en-US" sz="2000" dirty="0" err="1">
                <a:solidFill>
                  <a:schemeClr val="accent3"/>
                </a:solidFill>
                <a:latin typeface="Consolas" panose="020B0609020204030204" pitchFamily="49" charset="0"/>
                <a:cs typeface="Consolas" panose="020B0609020204030204" pitchFamily="49" charset="0"/>
              </a:rPr>
              <a:t>ansible_host</a:t>
            </a:r>
            <a:r>
              <a:rPr lang="en-US" sz="2000" dirty="0">
                <a:solidFill>
                  <a:schemeClr val="accent3"/>
                </a:solidFill>
                <a:latin typeface="Consolas" panose="020B0609020204030204" pitchFamily="49" charset="0"/>
                <a:cs typeface="Consolas" panose="020B0609020204030204" pitchFamily="49" charset="0"/>
              </a:rPr>
              <a:t>=10.42.0.2 </a:t>
            </a:r>
            <a:r>
              <a:rPr lang="en-US" sz="2000" dirty="0" err="1">
                <a:solidFill>
                  <a:schemeClr val="accent3"/>
                </a:solidFill>
                <a:latin typeface="Consolas" panose="020B0609020204030204" pitchFamily="49" charset="0"/>
                <a:cs typeface="Consolas" panose="020B0609020204030204" pitchFamily="49" charset="0"/>
              </a:rPr>
              <a:t>tmp_dir</a:t>
            </a:r>
            <a:r>
              <a:rPr lang="en-US" sz="2000" dirty="0">
                <a:solidFill>
                  <a:schemeClr val="accent3"/>
                </a:solidFill>
                <a:latin typeface="Consolas" panose="020B0609020204030204" pitchFamily="49" charset="0"/>
                <a:cs typeface="Consolas" panose="020B0609020204030204" pitchFamily="49" charset="0"/>
              </a:rPr>
              <a:t>=/</a:t>
            </a:r>
            <a:r>
              <a:rPr lang="en-US" sz="2000" dirty="0" err="1">
                <a:solidFill>
                  <a:schemeClr val="accent3"/>
                </a:solidFill>
                <a:latin typeface="Consolas" panose="020B0609020204030204" pitchFamily="49" charset="0"/>
                <a:cs typeface="Consolas" panose="020B0609020204030204" pitchFamily="49" charset="0"/>
              </a:rPr>
              <a:t>tempdir</a:t>
            </a:r>
            <a:endParaRPr lang="en-US" sz="2000" dirty="0">
              <a:solidFill>
                <a:schemeClr val="accent3"/>
              </a:solidFill>
              <a:latin typeface="Consolas" panose="020B0609020204030204" pitchFamily="49" charset="0"/>
              <a:cs typeface="Consolas" panose="020B0609020204030204" pitchFamily="49" charset="0"/>
            </a:endParaRPr>
          </a:p>
          <a:p>
            <a:pPr>
              <a:lnSpc>
                <a:spcPct val="95000"/>
              </a:lnSpc>
            </a:pPr>
            <a:r>
              <a:rPr lang="en-US" sz="2000" dirty="0">
                <a:solidFill>
                  <a:schemeClr val="bg1"/>
                </a:solidFill>
                <a:latin typeface="Consolas" panose="020B0609020204030204" pitchFamily="49" charset="0"/>
                <a:cs typeface="Consolas" panose="020B0609020204030204" pitchFamily="49" charset="0"/>
              </a:rPr>
              <a:t>appserver02 </a:t>
            </a:r>
            <a:r>
              <a:rPr lang="en-US" sz="2000" dirty="0" err="1">
                <a:solidFill>
                  <a:schemeClr val="accent3"/>
                </a:solidFill>
                <a:latin typeface="Consolas" panose="020B0609020204030204" pitchFamily="49" charset="0"/>
                <a:cs typeface="Consolas" panose="020B0609020204030204" pitchFamily="49" charset="0"/>
              </a:rPr>
              <a:t>ansible_host</a:t>
            </a:r>
            <a:r>
              <a:rPr lang="en-US" sz="2000" dirty="0">
                <a:solidFill>
                  <a:schemeClr val="accent3"/>
                </a:solidFill>
                <a:latin typeface="Consolas" panose="020B0609020204030204" pitchFamily="49" charset="0"/>
                <a:cs typeface="Consolas" panose="020B0609020204030204" pitchFamily="49" charset="0"/>
              </a:rPr>
              <a:t>=10.42.0.3 </a:t>
            </a:r>
            <a:r>
              <a:rPr lang="en-US" sz="2000" dirty="0" err="1">
                <a:solidFill>
                  <a:schemeClr val="accent3"/>
                </a:solidFill>
                <a:latin typeface="Consolas" panose="020B0609020204030204" pitchFamily="49" charset="0"/>
                <a:cs typeface="Consolas" panose="020B0609020204030204" pitchFamily="49" charset="0"/>
              </a:rPr>
              <a:t>tmp_dir</a:t>
            </a:r>
            <a:r>
              <a:rPr lang="en-US" sz="2000" dirty="0">
                <a:solidFill>
                  <a:schemeClr val="accent3"/>
                </a:solidFill>
                <a:latin typeface="Consolas" panose="020B0609020204030204" pitchFamily="49" charset="0"/>
                <a:cs typeface="Consolas" panose="020B0609020204030204" pitchFamily="49" charset="0"/>
              </a:rPr>
              <a:t>=/</a:t>
            </a:r>
            <a:r>
              <a:rPr lang="en-US" sz="2000" dirty="0" err="1">
                <a:solidFill>
                  <a:schemeClr val="accent3"/>
                </a:solidFill>
                <a:latin typeface="Consolas" panose="020B0609020204030204" pitchFamily="49" charset="0"/>
                <a:cs typeface="Consolas" panose="020B0609020204030204" pitchFamily="49" charset="0"/>
              </a:rPr>
              <a:t>tmpwsdir</a:t>
            </a:r>
            <a:endParaRPr lang="en-US" sz="2000" dirty="0">
              <a:solidFill>
                <a:schemeClr val="accent3"/>
              </a:solidFill>
              <a:latin typeface="Consolas" panose="020B0609020204030204" pitchFamily="49" charset="0"/>
              <a:cs typeface="Consolas" panose="020B0609020204030204" pitchFamily="49" charset="0"/>
            </a:endParaRPr>
          </a:p>
          <a:p>
            <a:pPr>
              <a:lnSpc>
                <a:spcPct val="95000"/>
              </a:lnSpc>
            </a:pPr>
            <a:endParaRPr lang="en-US" sz="2000" dirty="0">
              <a:solidFill>
                <a:schemeClr val="bg1"/>
              </a:solidFill>
              <a:latin typeface="Consolas" panose="020B0609020204030204" pitchFamily="49" charset="0"/>
              <a:cs typeface="Consolas" panose="020B0609020204030204" pitchFamily="49" charset="0"/>
            </a:endParaRPr>
          </a:p>
          <a:p>
            <a:pPr>
              <a:lnSpc>
                <a:spcPct val="95000"/>
              </a:lnSpc>
            </a:pPr>
            <a:r>
              <a:rPr lang="en-US" sz="2000" dirty="0">
                <a:solidFill>
                  <a:schemeClr val="bg1"/>
                </a:solidFill>
                <a:latin typeface="Consolas" panose="020B0609020204030204" pitchFamily="49" charset="0"/>
                <a:cs typeface="Consolas" panose="020B0609020204030204" pitchFamily="49" charset="0"/>
              </a:rPr>
              <a:t>[web]</a:t>
            </a:r>
          </a:p>
          <a:p>
            <a:pPr>
              <a:lnSpc>
                <a:spcPct val="95000"/>
              </a:lnSpc>
            </a:pPr>
            <a:r>
              <a:rPr lang="en-US" sz="2000" dirty="0">
                <a:solidFill>
                  <a:schemeClr val="bg1"/>
                </a:solidFill>
                <a:latin typeface="Consolas" panose="020B0609020204030204" pitchFamily="49" charset="0"/>
                <a:cs typeface="Consolas" panose="020B0609020204030204" pitchFamily="49" charset="0"/>
              </a:rPr>
              <a:t>Node-[1:30] </a:t>
            </a:r>
            <a:r>
              <a:rPr lang="en-US" sz="2000" dirty="0" err="1">
                <a:solidFill>
                  <a:schemeClr val="tx1"/>
                </a:solidFill>
                <a:latin typeface="Consolas" panose="020B0609020204030204" pitchFamily="49" charset="0"/>
                <a:cs typeface="Consolas" panose="020B0609020204030204" pitchFamily="49" charset="0"/>
              </a:rPr>
              <a:t>ansible_host</a:t>
            </a:r>
            <a:r>
              <a:rPr lang="en-US" sz="2000" dirty="0">
                <a:solidFill>
                  <a:schemeClr val="tx1"/>
                </a:solidFill>
                <a:latin typeface="Consolas" panose="020B0609020204030204" pitchFamily="49" charset="0"/>
                <a:cs typeface="Consolas" panose="020B0609020204030204" pitchFamily="49" charset="0"/>
              </a:rPr>
              <a:t>=10.42.0.[31:60]</a:t>
            </a:r>
          </a:p>
          <a:p>
            <a:pPr>
              <a:lnSpc>
                <a:spcPct val="95000"/>
              </a:lnSpc>
            </a:pPr>
            <a:endParaRPr lang="en-US" sz="2000" dirty="0">
              <a:solidFill>
                <a:schemeClr val="accent3"/>
              </a:solidFill>
              <a:latin typeface="Consolas" panose="020B0609020204030204" pitchFamily="49" charset="0"/>
              <a:cs typeface="Consolas" panose="020B0609020204030204" pitchFamily="49" charset="0"/>
            </a:endParaRPr>
          </a:p>
          <a:p>
            <a:pPr>
              <a:lnSpc>
                <a:spcPct val="95000"/>
              </a:lnSpc>
            </a:pPr>
            <a:r>
              <a:rPr lang="en-US" sz="2000" dirty="0">
                <a:solidFill>
                  <a:schemeClr val="bg1"/>
                </a:solidFill>
                <a:latin typeface="Consolas" panose="020B0609020204030204" pitchFamily="49" charset="0"/>
                <a:cs typeface="Consolas" panose="020B0609020204030204" pitchFamily="49" charset="0"/>
              </a:rPr>
              <a:t>[</a:t>
            </a:r>
            <a:r>
              <a:rPr lang="en-US" sz="2000" dirty="0" err="1">
                <a:solidFill>
                  <a:schemeClr val="bg1"/>
                </a:solidFill>
                <a:latin typeface="Consolas" panose="020B0609020204030204" pitchFamily="49" charset="0"/>
                <a:cs typeface="Consolas" panose="020B0609020204030204" pitchFamily="49" charset="0"/>
              </a:rPr>
              <a:t>web:vars</a:t>
            </a:r>
            <a:r>
              <a:rPr lang="en-US" sz="2000" dirty="0">
                <a:solidFill>
                  <a:schemeClr val="bg1"/>
                </a:solidFill>
                <a:latin typeface="Consolas" panose="020B0609020204030204" pitchFamily="49" charset="0"/>
                <a:cs typeface="Consolas" panose="020B0609020204030204" pitchFamily="49" charset="0"/>
              </a:rPr>
              <a:t>]</a:t>
            </a:r>
          </a:p>
          <a:p>
            <a:pPr>
              <a:lnSpc>
                <a:spcPct val="95000"/>
              </a:lnSpc>
            </a:pPr>
            <a:r>
              <a:rPr lang="en-US" sz="2000" dirty="0" err="1">
                <a:solidFill>
                  <a:schemeClr val="accent3"/>
                </a:solidFill>
                <a:latin typeface="Consolas" panose="020B0609020204030204" pitchFamily="49" charset="0"/>
                <a:cs typeface="Consolas" panose="020B0609020204030204" pitchFamily="49" charset="0"/>
              </a:rPr>
              <a:t>apache_listen_port</a:t>
            </a:r>
            <a:r>
              <a:rPr lang="en-US" sz="2000" dirty="0">
                <a:solidFill>
                  <a:schemeClr val="accent3"/>
                </a:solidFill>
                <a:latin typeface="Consolas" panose="020B0609020204030204" pitchFamily="49" charset="0"/>
                <a:cs typeface="Consolas" panose="020B0609020204030204" pitchFamily="49" charset="0"/>
              </a:rPr>
              <a:t>=8080</a:t>
            </a:r>
          </a:p>
          <a:p>
            <a:pPr>
              <a:lnSpc>
                <a:spcPct val="95000"/>
              </a:lnSpc>
            </a:pPr>
            <a:r>
              <a:rPr lang="en-US" sz="2000" dirty="0" err="1">
                <a:solidFill>
                  <a:schemeClr val="accent3"/>
                </a:solidFill>
                <a:latin typeface="Consolas" panose="020B0609020204030204" pitchFamily="49" charset="0"/>
                <a:cs typeface="Consolas" panose="020B0609020204030204" pitchFamily="49" charset="0"/>
              </a:rPr>
              <a:t>apache_root_path</a:t>
            </a:r>
            <a:r>
              <a:rPr lang="en-US" sz="2000" dirty="0">
                <a:solidFill>
                  <a:schemeClr val="accent3"/>
                </a:solidFill>
                <a:latin typeface="Consolas" panose="020B0609020204030204" pitchFamily="49" charset="0"/>
                <a:cs typeface="Consolas" panose="020B0609020204030204" pitchFamily="49" charset="0"/>
              </a:rPr>
              <a:t>=/var/www/</a:t>
            </a:r>
            <a:r>
              <a:rPr lang="en-US" sz="2000" dirty="0" err="1">
                <a:solidFill>
                  <a:schemeClr val="accent3"/>
                </a:solidFill>
                <a:latin typeface="Consolas" panose="020B0609020204030204" pitchFamily="49" charset="0"/>
                <a:cs typeface="Consolas" panose="020B0609020204030204" pitchFamily="49" charset="0"/>
              </a:rPr>
              <a:t>mywebdocs</a:t>
            </a:r>
            <a:r>
              <a:rPr lang="en-US" sz="2000" dirty="0">
                <a:solidFill>
                  <a:schemeClr val="accent3"/>
                </a:solidFill>
                <a:latin typeface="Consolas" panose="020B0609020204030204" pitchFamily="49" charset="0"/>
                <a:cs typeface="Consolas" panose="020B0609020204030204" pitchFamily="49" charset="0"/>
              </a:rPr>
              <a:t>/</a:t>
            </a:r>
          </a:p>
          <a:p>
            <a:pPr>
              <a:lnSpc>
                <a:spcPct val="95000"/>
              </a:lnSpc>
            </a:pPr>
            <a:endParaRPr lang="en-US" sz="2000" dirty="0">
              <a:solidFill>
                <a:schemeClr val="bg1"/>
              </a:solidFill>
              <a:latin typeface="Consolas" panose="020B0609020204030204" pitchFamily="49" charset="0"/>
              <a:cs typeface="Consolas" panose="020B0609020204030204" pitchFamily="49" charset="0"/>
            </a:endParaRPr>
          </a:p>
          <a:p>
            <a:pPr>
              <a:lnSpc>
                <a:spcPct val="95000"/>
              </a:lnSpc>
            </a:pPr>
            <a:r>
              <a:rPr lang="en-US" sz="2000" dirty="0">
                <a:solidFill>
                  <a:schemeClr val="bg1"/>
                </a:solidFill>
                <a:latin typeface="Consolas" panose="020B0609020204030204" pitchFamily="49" charset="0"/>
                <a:cs typeface="Consolas" panose="020B0609020204030204" pitchFamily="49" charset="0"/>
              </a:rPr>
              <a:t>[</a:t>
            </a:r>
            <a:r>
              <a:rPr lang="en-US" sz="2000" dirty="0" err="1">
                <a:solidFill>
                  <a:schemeClr val="bg1"/>
                </a:solidFill>
                <a:latin typeface="Consolas" panose="020B0609020204030204" pitchFamily="49" charset="0"/>
                <a:cs typeface="Consolas" panose="020B0609020204030204" pitchFamily="49" charset="0"/>
              </a:rPr>
              <a:t>all:vars</a:t>
            </a:r>
            <a:r>
              <a:rPr lang="en-US" sz="2000" dirty="0">
                <a:solidFill>
                  <a:schemeClr val="bg1"/>
                </a:solidFill>
                <a:latin typeface="Consolas" panose="020B0609020204030204" pitchFamily="49" charset="0"/>
                <a:cs typeface="Consolas" panose="020B0609020204030204" pitchFamily="49" charset="0"/>
              </a:rPr>
              <a:t>]</a:t>
            </a:r>
          </a:p>
          <a:p>
            <a:pPr>
              <a:lnSpc>
                <a:spcPct val="95000"/>
              </a:lnSpc>
            </a:pPr>
            <a:r>
              <a:rPr lang="en-US" sz="2000" dirty="0" err="1">
                <a:solidFill>
                  <a:schemeClr val="accent3"/>
                </a:solidFill>
                <a:latin typeface="Consolas" panose="020B0609020204030204" pitchFamily="49" charset="0"/>
                <a:cs typeface="Consolas" panose="020B0609020204030204" pitchFamily="49" charset="0"/>
              </a:rPr>
              <a:t>ansible_user</a:t>
            </a:r>
            <a:r>
              <a:rPr lang="en-US" sz="2000" dirty="0">
                <a:solidFill>
                  <a:schemeClr val="accent3"/>
                </a:solidFill>
                <a:latin typeface="Consolas" panose="020B0609020204030204" pitchFamily="49" charset="0"/>
                <a:cs typeface="Consolas" panose="020B0609020204030204" pitchFamily="49" charset="0"/>
              </a:rPr>
              <a:t>=</a:t>
            </a:r>
            <a:r>
              <a:rPr lang="en-US" sz="2000" dirty="0" err="1">
                <a:solidFill>
                  <a:schemeClr val="accent3"/>
                </a:solidFill>
                <a:latin typeface="Consolas" panose="020B0609020204030204" pitchFamily="49" charset="0"/>
                <a:cs typeface="Consolas" panose="020B0609020204030204" pitchFamily="49" charset="0"/>
              </a:rPr>
              <a:t>mirko</a:t>
            </a:r>
            <a:endParaRPr lang="en-US" sz="2000" dirty="0">
              <a:solidFill>
                <a:schemeClr val="accent3"/>
              </a:solidFill>
              <a:latin typeface="Consolas" panose="020B0609020204030204" pitchFamily="49" charset="0"/>
              <a:cs typeface="Consolas" panose="020B0609020204030204" pitchFamily="49" charset="0"/>
            </a:endParaRPr>
          </a:p>
          <a:p>
            <a:pPr>
              <a:lnSpc>
                <a:spcPct val="95000"/>
              </a:lnSpc>
            </a:pPr>
            <a:r>
              <a:rPr lang="en-US" sz="2000" dirty="0" err="1">
                <a:solidFill>
                  <a:schemeClr val="accent3"/>
                </a:solidFill>
                <a:latin typeface="Consolas" panose="020B0609020204030204" pitchFamily="49" charset="0"/>
                <a:cs typeface="Consolas" panose="020B0609020204030204" pitchFamily="49" charset="0"/>
              </a:rPr>
              <a:t>ansible_ssh_private_key_file</a:t>
            </a:r>
            <a:r>
              <a:rPr lang="en-US" sz="2000" dirty="0">
                <a:solidFill>
                  <a:schemeClr val="accent3"/>
                </a:solidFill>
                <a:latin typeface="Consolas" panose="020B0609020204030204" pitchFamily="49" charset="0"/>
                <a:cs typeface="Consolas" panose="020B0609020204030204" pitchFamily="49" charset="0"/>
              </a:rPr>
              <a:t>=/home/</a:t>
            </a:r>
            <a:r>
              <a:rPr lang="en-US" sz="2000" dirty="0" err="1">
                <a:solidFill>
                  <a:schemeClr val="accent3"/>
                </a:solidFill>
                <a:latin typeface="Consolas" panose="020B0609020204030204" pitchFamily="49" charset="0"/>
                <a:cs typeface="Consolas" panose="020B0609020204030204" pitchFamily="49" charset="0"/>
              </a:rPr>
              <a:t>mirko</a:t>
            </a:r>
            <a:r>
              <a:rPr lang="en-US" sz="2000" dirty="0">
                <a:solidFill>
                  <a:schemeClr val="accent3"/>
                </a:solidFill>
                <a:latin typeface="Consolas" panose="020B0609020204030204" pitchFamily="49" charset="0"/>
                <a:cs typeface="Consolas" panose="020B0609020204030204" pitchFamily="49" charset="0"/>
              </a:rPr>
              <a:t>/.ssh/</a:t>
            </a:r>
            <a:r>
              <a:rPr lang="en-US" sz="2000" dirty="0" err="1">
                <a:solidFill>
                  <a:schemeClr val="accent3"/>
                </a:solidFill>
                <a:latin typeface="Consolas" panose="020B0609020204030204" pitchFamily="49" charset="0"/>
                <a:cs typeface="Consolas" panose="020B0609020204030204" pitchFamily="49" charset="0"/>
              </a:rPr>
              <a:t>id_rsa</a:t>
            </a:r>
            <a:endParaRPr lang="en-US" sz="2000" dirty="0">
              <a:solidFill>
                <a:schemeClr val="accent3"/>
              </a:solidFill>
              <a:latin typeface="Consolas" panose="020B0609020204030204" pitchFamily="49" charset="0"/>
              <a:cs typeface="Consolas" panose="020B0609020204030204" pitchFamily="49" charset="0"/>
            </a:endParaRPr>
          </a:p>
        </p:txBody>
      </p:sp>
      <p:sp>
        <p:nvSpPr>
          <p:cNvPr id="8" name="Rectangular Callout 7">
            <a:extLst>
              <a:ext uri="{FF2B5EF4-FFF2-40B4-BE49-F238E27FC236}">
                <a16:creationId xmlns:a16="http://schemas.microsoft.com/office/drawing/2014/main" id="{B262224F-75E6-EA48-9317-1011CA006F95}"/>
              </a:ext>
            </a:extLst>
          </p:cNvPr>
          <p:cNvSpPr/>
          <p:nvPr/>
        </p:nvSpPr>
        <p:spPr>
          <a:xfrm>
            <a:off x="7848600" y="560152"/>
            <a:ext cx="3301663" cy="1115395"/>
          </a:xfrm>
          <a:prstGeom prst="wedgeRectCallout">
            <a:avLst>
              <a:gd name="adj1" fmla="val -56165"/>
              <a:gd name="adj2" fmla="val 98491"/>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dirty="0"/>
              <a:t>Host variables apply to the host and override group vars</a:t>
            </a:r>
          </a:p>
        </p:txBody>
      </p:sp>
      <p:sp>
        <p:nvSpPr>
          <p:cNvPr id="9" name="Rectangular Callout 8">
            <a:extLst>
              <a:ext uri="{FF2B5EF4-FFF2-40B4-BE49-F238E27FC236}">
                <a16:creationId xmlns:a16="http://schemas.microsoft.com/office/drawing/2014/main" id="{BCE8647B-559E-1D48-A263-D19EA3EDC5D3}"/>
              </a:ext>
            </a:extLst>
          </p:cNvPr>
          <p:cNvSpPr/>
          <p:nvPr/>
        </p:nvSpPr>
        <p:spPr>
          <a:xfrm>
            <a:off x="6424455" y="3733800"/>
            <a:ext cx="3657600" cy="674070"/>
          </a:xfrm>
          <a:prstGeom prst="wedgeRectCallout">
            <a:avLst>
              <a:gd name="adj1" fmla="val -101016"/>
              <a:gd name="adj2" fmla="val 50920"/>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dirty="0"/>
              <a:t>Group variables apply for all devices in that group</a:t>
            </a:r>
          </a:p>
        </p:txBody>
      </p:sp>
      <p:sp>
        <p:nvSpPr>
          <p:cNvPr id="10" name="TextBox 9">
            <a:extLst>
              <a:ext uri="{FF2B5EF4-FFF2-40B4-BE49-F238E27FC236}">
                <a16:creationId xmlns:a16="http://schemas.microsoft.com/office/drawing/2014/main" id="{17D303E3-3C95-FB42-B1FE-4FCCDA4C5F47}"/>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1135500537"/>
      </p:ext>
    </p:extLst>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Understanding Inventories</a:t>
            </a:r>
          </a:p>
        </p:txBody>
      </p:sp>
      <p:sp>
        <p:nvSpPr>
          <p:cNvPr id="3" name="Content Placeholder 2">
            <a:extLst>
              <a:ext uri="{FF2B5EF4-FFF2-40B4-BE49-F238E27FC236}">
                <a16:creationId xmlns:a16="http://schemas.microsoft.com/office/drawing/2014/main" id="{C226A93C-4492-3D4F-9165-E2F29DBE08DE}"/>
              </a:ext>
            </a:extLst>
          </p:cNvPr>
          <p:cNvSpPr>
            <a:spLocks noGrp="1"/>
          </p:cNvSpPr>
          <p:nvPr>
            <p:ph sz="quarter" idx="14"/>
          </p:nvPr>
        </p:nvSpPr>
        <p:spPr>
          <a:xfrm>
            <a:off x="250626" y="1664670"/>
            <a:ext cx="11661637" cy="4479925"/>
          </a:xfrm>
        </p:spPr>
        <p:txBody>
          <a:bodyPr/>
          <a:lstStyle/>
          <a:p>
            <a:pPr lvl="2"/>
            <a:endParaRPr lang="en-US" dirty="0"/>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Variables</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Rectangle 6">
            <a:extLst>
              <a:ext uri="{FF2B5EF4-FFF2-40B4-BE49-F238E27FC236}">
                <a16:creationId xmlns:a16="http://schemas.microsoft.com/office/drawing/2014/main" id="{E8F5AA03-22FB-5E4D-92E6-FC347D6DF9B1}"/>
              </a:ext>
            </a:extLst>
          </p:cNvPr>
          <p:cNvSpPr/>
          <p:nvPr/>
        </p:nvSpPr>
        <p:spPr>
          <a:xfrm>
            <a:off x="294489" y="1664670"/>
            <a:ext cx="11617773" cy="4479924"/>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sz="2000" dirty="0">
                <a:solidFill>
                  <a:schemeClr val="bg1"/>
                </a:solidFill>
                <a:latin typeface="Consolas" panose="020B0609020204030204" pitchFamily="49" charset="0"/>
                <a:cs typeface="Consolas" panose="020B0609020204030204" pitchFamily="49" charset="0"/>
              </a:rPr>
              <a:t>app1srv:</a:t>
            </a:r>
          </a:p>
          <a:p>
            <a:pPr>
              <a:lnSpc>
                <a:spcPct val="95000"/>
              </a:lnSpc>
            </a:pPr>
            <a:r>
              <a:rPr lang="en-US" sz="2000" dirty="0">
                <a:solidFill>
                  <a:schemeClr val="bg1"/>
                </a:solidFill>
                <a:latin typeface="Consolas" panose="020B0609020204030204" pitchFamily="49" charset="0"/>
                <a:cs typeface="Consolas" panose="020B0609020204030204" pitchFamily="49" charset="0"/>
              </a:rPr>
              <a:t>  hosts:</a:t>
            </a:r>
          </a:p>
          <a:p>
            <a:pPr>
              <a:lnSpc>
                <a:spcPct val="95000"/>
              </a:lnSpc>
            </a:pPr>
            <a:r>
              <a:rPr lang="en-US" sz="2000" dirty="0">
                <a:solidFill>
                  <a:schemeClr val="bg1"/>
                </a:solidFill>
                <a:latin typeface="Consolas" panose="020B0609020204030204" pitchFamily="49" charset="0"/>
                <a:cs typeface="Consolas" panose="020B0609020204030204" pitchFamily="49" charset="0"/>
              </a:rPr>
              <a:t>    appserver01:</a:t>
            </a:r>
          </a:p>
          <a:p>
            <a:pPr>
              <a:lnSpc>
                <a:spcPct val="95000"/>
              </a:lnSpc>
            </a:pPr>
            <a:r>
              <a:rPr lang="en-US" sz="2000" dirty="0">
                <a:solidFill>
                  <a:schemeClr val="accent3"/>
                </a:solidFill>
                <a:latin typeface="Consolas" panose="020B0609020204030204" pitchFamily="49" charset="0"/>
                <a:cs typeface="Consolas" panose="020B0609020204030204" pitchFamily="49" charset="0"/>
              </a:rPr>
              <a:t>	</a:t>
            </a:r>
            <a:r>
              <a:rPr lang="en-US" sz="2000" dirty="0" err="1">
                <a:solidFill>
                  <a:schemeClr val="accent3"/>
                </a:solidFill>
                <a:latin typeface="Consolas" panose="020B0609020204030204" pitchFamily="49" charset="0"/>
                <a:cs typeface="Consolas" panose="020B0609020204030204" pitchFamily="49" charset="0"/>
              </a:rPr>
              <a:t>ansible_host</a:t>
            </a:r>
            <a:r>
              <a:rPr lang="en-US" sz="2000" dirty="0">
                <a:solidFill>
                  <a:schemeClr val="accent3"/>
                </a:solidFill>
                <a:latin typeface="Consolas" panose="020B0609020204030204" pitchFamily="49" charset="0"/>
                <a:cs typeface="Consolas" panose="020B0609020204030204" pitchFamily="49" charset="0"/>
              </a:rPr>
              <a:t>: 10.42.0.2</a:t>
            </a:r>
          </a:p>
          <a:p>
            <a:pPr>
              <a:lnSpc>
                <a:spcPct val="95000"/>
              </a:lnSpc>
            </a:pPr>
            <a:r>
              <a:rPr lang="en-US" sz="2000" dirty="0">
                <a:solidFill>
                  <a:schemeClr val="bg1"/>
                </a:solidFill>
                <a:latin typeface="Consolas" panose="020B0609020204030204" pitchFamily="49" charset="0"/>
                <a:cs typeface="Consolas" panose="020B0609020204030204" pitchFamily="49" charset="0"/>
              </a:rPr>
              <a:t>    appserver02:</a:t>
            </a:r>
          </a:p>
          <a:p>
            <a:pPr>
              <a:lnSpc>
                <a:spcPct val="95000"/>
              </a:lnSpc>
            </a:pPr>
            <a:r>
              <a:rPr lang="en-US" sz="2000" dirty="0">
                <a:solidFill>
                  <a:schemeClr val="bg1"/>
                </a:solidFill>
                <a:latin typeface="Consolas" panose="020B0609020204030204" pitchFamily="49" charset="0"/>
                <a:cs typeface="Consolas" panose="020B0609020204030204" pitchFamily="49" charset="0"/>
              </a:rPr>
              <a:t>	</a:t>
            </a:r>
            <a:r>
              <a:rPr lang="en-US" sz="2000" dirty="0" err="1">
                <a:solidFill>
                  <a:schemeClr val="accent3"/>
                </a:solidFill>
                <a:latin typeface="Consolas" panose="020B0609020204030204" pitchFamily="49" charset="0"/>
                <a:cs typeface="Consolas" panose="020B0609020204030204" pitchFamily="49" charset="0"/>
              </a:rPr>
              <a:t>ansible_host</a:t>
            </a:r>
            <a:r>
              <a:rPr lang="en-US" sz="2000" dirty="0">
                <a:solidFill>
                  <a:schemeClr val="accent3"/>
                </a:solidFill>
                <a:latin typeface="Consolas" panose="020B0609020204030204" pitchFamily="49" charset="0"/>
                <a:cs typeface="Consolas" panose="020B0609020204030204" pitchFamily="49" charset="0"/>
              </a:rPr>
              <a:t>: 10.42.0.3</a:t>
            </a:r>
          </a:p>
          <a:p>
            <a:pPr>
              <a:lnSpc>
                <a:spcPct val="95000"/>
              </a:lnSpc>
            </a:pPr>
            <a:endParaRPr lang="en-US" sz="2000" dirty="0">
              <a:solidFill>
                <a:schemeClr val="bg1"/>
              </a:solidFill>
              <a:latin typeface="Consolas" panose="020B0609020204030204" pitchFamily="49" charset="0"/>
              <a:cs typeface="Consolas" panose="020B0609020204030204" pitchFamily="49" charset="0"/>
            </a:endParaRPr>
          </a:p>
          <a:p>
            <a:pPr>
              <a:lnSpc>
                <a:spcPct val="95000"/>
              </a:lnSpc>
            </a:pPr>
            <a:r>
              <a:rPr lang="en-US" sz="2000" dirty="0">
                <a:solidFill>
                  <a:schemeClr val="bg1"/>
                </a:solidFill>
                <a:latin typeface="Consolas" panose="020B0609020204030204" pitchFamily="49" charset="0"/>
                <a:cs typeface="Consolas" panose="020B0609020204030204" pitchFamily="49" charset="0"/>
              </a:rPr>
              <a:t>web:</a:t>
            </a:r>
          </a:p>
          <a:p>
            <a:pPr>
              <a:lnSpc>
                <a:spcPct val="95000"/>
              </a:lnSpc>
            </a:pPr>
            <a:r>
              <a:rPr lang="en-US" sz="2000" dirty="0">
                <a:solidFill>
                  <a:schemeClr val="bg1"/>
                </a:solidFill>
                <a:latin typeface="Consolas" panose="020B0609020204030204" pitchFamily="49" charset="0"/>
                <a:cs typeface="Consolas" panose="020B0609020204030204" pitchFamily="49" charset="0"/>
              </a:rPr>
              <a:t>  hosts:</a:t>
            </a:r>
          </a:p>
          <a:p>
            <a:pPr>
              <a:lnSpc>
                <a:spcPct val="95000"/>
              </a:lnSpc>
            </a:pPr>
            <a:r>
              <a:rPr lang="en-US" sz="2000" dirty="0">
                <a:solidFill>
                  <a:schemeClr val="bg1"/>
                </a:solidFill>
                <a:latin typeface="Consolas" panose="020B0609020204030204" pitchFamily="49" charset="0"/>
                <a:cs typeface="Consolas" panose="020B0609020204030204" pitchFamily="49" charset="0"/>
              </a:rPr>
              <a:t>    Node-[1:30]: </a:t>
            </a:r>
            <a:r>
              <a:rPr lang="en-US" sz="2000" dirty="0" err="1">
                <a:solidFill>
                  <a:schemeClr val="accent3"/>
                </a:solidFill>
                <a:latin typeface="Consolas" panose="020B0609020204030204" pitchFamily="49" charset="0"/>
                <a:cs typeface="Consolas" panose="020B0609020204030204" pitchFamily="49" charset="0"/>
              </a:rPr>
              <a:t>ansible_host</a:t>
            </a:r>
            <a:r>
              <a:rPr lang="en-US" sz="2000" dirty="0">
                <a:solidFill>
                  <a:schemeClr val="accent3"/>
                </a:solidFill>
                <a:latin typeface="Consolas" panose="020B0609020204030204" pitchFamily="49" charset="0"/>
                <a:cs typeface="Consolas" panose="020B0609020204030204" pitchFamily="49" charset="0"/>
              </a:rPr>
              <a:t>=10.42.0.[31:60]</a:t>
            </a:r>
          </a:p>
          <a:p>
            <a:pPr>
              <a:lnSpc>
                <a:spcPct val="95000"/>
              </a:lnSpc>
            </a:pPr>
            <a:r>
              <a:rPr lang="en-US" sz="2000" dirty="0">
                <a:solidFill>
                  <a:schemeClr val="bg1"/>
                </a:solidFill>
                <a:latin typeface="Consolas" panose="020B0609020204030204" pitchFamily="49" charset="0"/>
                <a:cs typeface="Consolas" panose="020B0609020204030204" pitchFamily="49" charset="0"/>
              </a:rPr>
              <a:t>  vars:</a:t>
            </a:r>
          </a:p>
          <a:p>
            <a:pPr>
              <a:lnSpc>
                <a:spcPct val="95000"/>
              </a:lnSpc>
            </a:pPr>
            <a:r>
              <a:rPr lang="en-US" sz="2000" dirty="0">
                <a:solidFill>
                  <a:schemeClr val="tx1"/>
                </a:solidFill>
                <a:latin typeface="Consolas" panose="020B0609020204030204" pitchFamily="49" charset="0"/>
                <a:cs typeface="Consolas" panose="020B0609020204030204" pitchFamily="49" charset="0"/>
              </a:rPr>
              <a:t>    </a:t>
            </a:r>
            <a:r>
              <a:rPr lang="en-US" sz="2000" dirty="0" err="1">
                <a:solidFill>
                  <a:schemeClr val="accent3"/>
                </a:solidFill>
                <a:latin typeface="Consolas" panose="020B0609020204030204" pitchFamily="49" charset="0"/>
                <a:cs typeface="Consolas" panose="020B0609020204030204" pitchFamily="49" charset="0"/>
              </a:rPr>
              <a:t>apache_listen_port</a:t>
            </a:r>
            <a:r>
              <a:rPr lang="en-US" sz="2000" dirty="0">
                <a:solidFill>
                  <a:schemeClr val="accent3"/>
                </a:solidFill>
                <a:latin typeface="Consolas" panose="020B0609020204030204" pitchFamily="49" charset="0"/>
                <a:cs typeface="Consolas" panose="020B0609020204030204" pitchFamily="49" charset="0"/>
              </a:rPr>
              <a:t>: 8080</a:t>
            </a:r>
          </a:p>
          <a:p>
            <a:pPr>
              <a:lnSpc>
                <a:spcPct val="95000"/>
              </a:lnSpc>
            </a:pPr>
            <a:r>
              <a:rPr lang="en-US" sz="2000" dirty="0">
                <a:solidFill>
                  <a:schemeClr val="accent3"/>
                </a:solidFill>
                <a:latin typeface="Consolas" panose="020B0609020204030204" pitchFamily="49" charset="0"/>
                <a:cs typeface="Consolas" panose="020B0609020204030204" pitchFamily="49" charset="0"/>
              </a:rPr>
              <a:t>    </a:t>
            </a:r>
            <a:r>
              <a:rPr lang="en-US" sz="2000" dirty="0" err="1">
                <a:solidFill>
                  <a:schemeClr val="accent3"/>
                </a:solidFill>
                <a:latin typeface="Consolas" panose="020B0609020204030204" pitchFamily="49" charset="0"/>
                <a:cs typeface="Consolas" panose="020B0609020204030204" pitchFamily="49" charset="0"/>
              </a:rPr>
              <a:t>apache_root_path</a:t>
            </a:r>
            <a:r>
              <a:rPr lang="en-US" sz="2000" dirty="0">
                <a:solidFill>
                  <a:schemeClr val="accent3"/>
                </a:solidFill>
                <a:latin typeface="Consolas" panose="020B0609020204030204" pitchFamily="49" charset="0"/>
                <a:cs typeface="Consolas" panose="020B0609020204030204" pitchFamily="49" charset="0"/>
              </a:rPr>
              <a:t>: /var/www/</a:t>
            </a:r>
            <a:r>
              <a:rPr lang="en-US" sz="2000" dirty="0" err="1">
                <a:solidFill>
                  <a:schemeClr val="accent3"/>
                </a:solidFill>
                <a:latin typeface="Consolas" panose="020B0609020204030204" pitchFamily="49" charset="0"/>
                <a:cs typeface="Consolas" panose="020B0609020204030204" pitchFamily="49" charset="0"/>
              </a:rPr>
              <a:t>mywebdocs</a:t>
            </a:r>
            <a:r>
              <a:rPr lang="en-US" sz="2000" dirty="0">
                <a:solidFill>
                  <a:schemeClr val="accent3"/>
                </a:solidFill>
                <a:latin typeface="Consolas" panose="020B0609020204030204" pitchFamily="49" charset="0"/>
                <a:cs typeface="Consolas" panose="020B0609020204030204" pitchFamily="49" charset="0"/>
              </a:rPr>
              <a:t>/</a:t>
            </a:r>
          </a:p>
          <a:p>
            <a:pPr>
              <a:lnSpc>
                <a:spcPct val="95000"/>
              </a:lnSpc>
            </a:pPr>
            <a:endParaRPr lang="en-US" sz="2000" dirty="0">
              <a:solidFill>
                <a:schemeClr val="bg1"/>
              </a:solidFill>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72481736-01EB-F54E-AC8E-F682E680C415}"/>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4242695924"/>
      </p:ext>
    </p:extLst>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Understanding Inventories</a:t>
            </a:r>
          </a:p>
        </p:txBody>
      </p:sp>
      <p:sp>
        <p:nvSpPr>
          <p:cNvPr id="3" name="Content Placeholder 2">
            <a:extLst>
              <a:ext uri="{FF2B5EF4-FFF2-40B4-BE49-F238E27FC236}">
                <a16:creationId xmlns:a16="http://schemas.microsoft.com/office/drawing/2014/main" id="{C226A93C-4492-3D4F-9165-E2F29DBE08DE}"/>
              </a:ext>
            </a:extLst>
          </p:cNvPr>
          <p:cNvSpPr>
            <a:spLocks noGrp="1"/>
          </p:cNvSpPr>
          <p:nvPr>
            <p:ph sz="quarter" idx="14"/>
          </p:nvPr>
        </p:nvSpPr>
        <p:spPr>
          <a:xfrm>
            <a:off x="250626" y="1664670"/>
            <a:ext cx="11661637" cy="4479925"/>
          </a:xfrm>
        </p:spPr>
        <p:txBody>
          <a:bodyPr/>
          <a:lstStyle/>
          <a:p>
            <a:pPr lvl="2"/>
            <a:endParaRPr lang="en-US" dirty="0"/>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Variable Precedence</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Rectangle 6">
            <a:extLst>
              <a:ext uri="{FF2B5EF4-FFF2-40B4-BE49-F238E27FC236}">
                <a16:creationId xmlns:a16="http://schemas.microsoft.com/office/drawing/2014/main" id="{E8F5AA03-22FB-5E4D-92E6-FC347D6DF9B1}"/>
              </a:ext>
            </a:extLst>
          </p:cNvPr>
          <p:cNvSpPr/>
          <p:nvPr/>
        </p:nvSpPr>
        <p:spPr>
          <a:xfrm>
            <a:off x="294489" y="1664670"/>
            <a:ext cx="11617773" cy="4479924"/>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sz="2000" dirty="0">
                <a:solidFill>
                  <a:schemeClr val="bg1"/>
                </a:solidFill>
                <a:latin typeface="Consolas" panose="020B0609020204030204" pitchFamily="49" charset="0"/>
                <a:cs typeface="Consolas" panose="020B0609020204030204" pitchFamily="49" charset="0"/>
              </a:rPr>
              <a:t>app1srv:</a:t>
            </a:r>
          </a:p>
          <a:p>
            <a:pPr>
              <a:lnSpc>
                <a:spcPct val="95000"/>
              </a:lnSpc>
            </a:pPr>
            <a:r>
              <a:rPr lang="en-US" sz="2000" dirty="0">
                <a:solidFill>
                  <a:schemeClr val="bg1"/>
                </a:solidFill>
                <a:latin typeface="Consolas" panose="020B0609020204030204" pitchFamily="49" charset="0"/>
                <a:cs typeface="Consolas" panose="020B0609020204030204" pitchFamily="49" charset="0"/>
              </a:rPr>
              <a:t>  hosts:</a:t>
            </a:r>
          </a:p>
          <a:p>
            <a:pPr>
              <a:lnSpc>
                <a:spcPct val="95000"/>
              </a:lnSpc>
            </a:pPr>
            <a:r>
              <a:rPr lang="en-US" sz="2000" dirty="0">
                <a:solidFill>
                  <a:schemeClr val="bg1"/>
                </a:solidFill>
                <a:latin typeface="Consolas" panose="020B0609020204030204" pitchFamily="49" charset="0"/>
                <a:cs typeface="Consolas" panose="020B0609020204030204" pitchFamily="49" charset="0"/>
              </a:rPr>
              <a:t>    appserver01:</a:t>
            </a:r>
          </a:p>
          <a:p>
            <a:pPr>
              <a:lnSpc>
                <a:spcPct val="95000"/>
              </a:lnSpc>
            </a:pPr>
            <a:r>
              <a:rPr lang="en-US" sz="2000" dirty="0">
                <a:solidFill>
                  <a:schemeClr val="bg1"/>
                </a:solidFill>
                <a:latin typeface="Consolas" panose="020B0609020204030204" pitchFamily="49" charset="0"/>
                <a:cs typeface="Consolas" panose="020B0609020204030204" pitchFamily="49" charset="0"/>
              </a:rPr>
              <a:t>	</a:t>
            </a:r>
            <a:r>
              <a:rPr lang="en-US" sz="2000" dirty="0" err="1">
                <a:solidFill>
                  <a:schemeClr val="accent3"/>
                </a:solidFill>
                <a:latin typeface="Consolas" panose="020B0609020204030204" pitchFamily="49" charset="0"/>
                <a:cs typeface="Consolas" panose="020B0609020204030204" pitchFamily="49" charset="0"/>
              </a:rPr>
              <a:t>ansible_host</a:t>
            </a:r>
            <a:r>
              <a:rPr lang="en-US" sz="2000" dirty="0">
                <a:solidFill>
                  <a:schemeClr val="accent3"/>
                </a:solidFill>
                <a:latin typeface="Consolas" panose="020B0609020204030204" pitchFamily="49" charset="0"/>
                <a:cs typeface="Consolas" panose="020B0609020204030204" pitchFamily="49" charset="0"/>
              </a:rPr>
              <a:t>: 10.42.0.2</a:t>
            </a:r>
          </a:p>
          <a:p>
            <a:pPr>
              <a:lnSpc>
                <a:spcPct val="95000"/>
              </a:lnSpc>
            </a:pPr>
            <a:r>
              <a:rPr lang="en-US" sz="2000" dirty="0">
                <a:solidFill>
                  <a:schemeClr val="bg1"/>
                </a:solidFill>
                <a:latin typeface="Consolas" panose="020B0609020204030204" pitchFamily="49" charset="0"/>
                <a:cs typeface="Consolas" panose="020B0609020204030204" pitchFamily="49" charset="0"/>
              </a:rPr>
              <a:t>    appserver02:</a:t>
            </a:r>
          </a:p>
          <a:p>
            <a:pPr>
              <a:lnSpc>
                <a:spcPct val="95000"/>
              </a:lnSpc>
            </a:pPr>
            <a:r>
              <a:rPr lang="en-US" sz="2000" dirty="0">
                <a:solidFill>
                  <a:schemeClr val="bg1"/>
                </a:solidFill>
                <a:latin typeface="Consolas" panose="020B0609020204030204" pitchFamily="49" charset="0"/>
                <a:cs typeface="Consolas" panose="020B0609020204030204" pitchFamily="49" charset="0"/>
              </a:rPr>
              <a:t>	</a:t>
            </a:r>
            <a:r>
              <a:rPr lang="en-US" sz="2000" dirty="0" err="1">
                <a:solidFill>
                  <a:schemeClr val="accent3"/>
                </a:solidFill>
                <a:latin typeface="Consolas" panose="020B0609020204030204" pitchFamily="49" charset="0"/>
                <a:cs typeface="Consolas" panose="020B0609020204030204" pitchFamily="49" charset="0"/>
              </a:rPr>
              <a:t>ansible_host</a:t>
            </a:r>
            <a:r>
              <a:rPr lang="en-US" sz="2000" dirty="0">
                <a:solidFill>
                  <a:schemeClr val="accent3"/>
                </a:solidFill>
                <a:latin typeface="Consolas" panose="020B0609020204030204" pitchFamily="49" charset="0"/>
                <a:cs typeface="Consolas" panose="020B0609020204030204" pitchFamily="49" charset="0"/>
              </a:rPr>
              <a:t>: 10.42.0.3</a:t>
            </a:r>
          </a:p>
          <a:p>
            <a:pPr>
              <a:lnSpc>
                <a:spcPct val="95000"/>
              </a:lnSpc>
            </a:pPr>
            <a:endParaRPr lang="en-US" sz="2000" dirty="0">
              <a:solidFill>
                <a:schemeClr val="bg1"/>
              </a:solidFill>
              <a:latin typeface="Consolas" panose="020B0609020204030204" pitchFamily="49" charset="0"/>
              <a:cs typeface="Consolas" panose="020B0609020204030204" pitchFamily="49" charset="0"/>
            </a:endParaRPr>
          </a:p>
          <a:p>
            <a:pPr>
              <a:lnSpc>
                <a:spcPct val="95000"/>
              </a:lnSpc>
            </a:pPr>
            <a:r>
              <a:rPr lang="en-US" sz="2000" dirty="0">
                <a:solidFill>
                  <a:schemeClr val="bg1"/>
                </a:solidFill>
                <a:latin typeface="Consolas" panose="020B0609020204030204" pitchFamily="49" charset="0"/>
                <a:cs typeface="Consolas" panose="020B0609020204030204" pitchFamily="49" charset="0"/>
              </a:rPr>
              <a:t>web:</a:t>
            </a:r>
          </a:p>
          <a:p>
            <a:pPr>
              <a:lnSpc>
                <a:spcPct val="95000"/>
              </a:lnSpc>
            </a:pPr>
            <a:r>
              <a:rPr lang="en-US" sz="2000" dirty="0">
                <a:solidFill>
                  <a:schemeClr val="bg1"/>
                </a:solidFill>
                <a:latin typeface="Consolas" panose="020B0609020204030204" pitchFamily="49" charset="0"/>
                <a:cs typeface="Consolas" panose="020B0609020204030204" pitchFamily="49" charset="0"/>
              </a:rPr>
              <a:t>  hosts:</a:t>
            </a:r>
          </a:p>
          <a:p>
            <a:pPr>
              <a:lnSpc>
                <a:spcPct val="95000"/>
              </a:lnSpc>
            </a:pPr>
            <a:r>
              <a:rPr lang="en-US" sz="2000" dirty="0">
                <a:solidFill>
                  <a:schemeClr val="bg1"/>
                </a:solidFill>
                <a:latin typeface="Consolas" panose="020B0609020204030204" pitchFamily="49" charset="0"/>
                <a:cs typeface="Consolas" panose="020B0609020204030204" pitchFamily="49" charset="0"/>
              </a:rPr>
              <a:t>    Node-[1:30]: </a:t>
            </a:r>
            <a:r>
              <a:rPr lang="en-US" sz="2000" dirty="0" err="1">
                <a:solidFill>
                  <a:schemeClr val="accent3"/>
                </a:solidFill>
                <a:latin typeface="Consolas" panose="020B0609020204030204" pitchFamily="49" charset="0"/>
                <a:cs typeface="Consolas" panose="020B0609020204030204" pitchFamily="49" charset="0"/>
              </a:rPr>
              <a:t>ansible_host</a:t>
            </a:r>
            <a:r>
              <a:rPr lang="en-US" sz="2000" dirty="0">
                <a:solidFill>
                  <a:schemeClr val="accent3"/>
                </a:solidFill>
                <a:latin typeface="Consolas" panose="020B0609020204030204" pitchFamily="49" charset="0"/>
                <a:cs typeface="Consolas" panose="020B0609020204030204" pitchFamily="49" charset="0"/>
              </a:rPr>
              <a:t>=10.42.0.[31:60]</a:t>
            </a:r>
          </a:p>
          <a:p>
            <a:pPr>
              <a:lnSpc>
                <a:spcPct val="95000"/>
              </a:lnSpc>
            </a:pPr>
            <a:r>
              <a:rPr lang="en-US" sz="2000" dirty="0">
                <a:solidFill>
                  <a:schemeClr val="bg1"/>
                </a:solidFill>
                <a:latin typeface="Consolas" panose="020B0609020204030204" pitchFamily="49" charset="0"/>
                <a:cs typeface="Consolas" panose="020B0609020204030204" pitchFamily="49" charset="0"/>
              </a:rPr>
              <a:t>  vars:</a:t>
            </a:r>
          </a:p>
          <a:p>
            <a:pPr>
              <a:lnSpc>
                <a:spcPct val="95000"/>
              </a:lnSpc>
            </a:pPr>
            <a:r>
              <a:rPr lang="en-US" sz="2000" dirty="0">
                <a:solidFill>
                  <a:schemeClr val="tx1"/>
                </a:solidFill>
                <a:latin typeface="Consolas" panose="020B0609020204030204" pitchFamily="49" charset="0"/>
                <a:cs typeface="Consolas" panose="020B0609020204030204" pitchFamily="49" charset="0"/>
              </a:rPr>
              <a:t>    </a:t>
            </a:r>
            <a:r>
              <a:rPr lang="en-US" sz="2000" dirty="0" err="1">
                <a:solidFill>
                  <a:schemeClr val="accent3"/>
                </a:solidFill>
                <a:latin typeface="Consolas" panose="020B0609020204030204" pitchFamily="49" charset="0"/>
                <a:cs typeface="Consolas" panose="020B0609020204030204" pitchFamily="49" charset="0"/>
              </a:rPr>
              <a:t>apache_listen_port</a:t>
            </a:r>
            <a:r>
              <a:rPr lang="en-US" sz="2000" dirty="0">
                <a:solidFill>
                  <a:schemeClr val="accent3"/>
                </a:solidFill>
                <a:latin typeface="Consolas" panose="020B0609020204030204" pitchFamily="49" charset="0"/>
                <a:cs typeface="Consolas" panose="020B0609020204030204" pitchFamily="49" charset="0"/>
              </a:rPr>
              <a:t>: 8080</a:t>
            </a:r>
          </a:p>
          <a:p>
            <a:pPr>
              <a:lnSpc>
                <a:spcPct val="95000"/>
              </a:lnSpc>
            </a:pPr>
            <a:r>
              <a:rPr lang="en-US" sz="2000" dirty="0">
                <a:solidFill>
                  <a:schemeClr val="accent3"/>
                </a:solidFill>
                <a:latin typeface="Consolas" panose="020B0609020204030204" pitchFamily="49" charset="0"/>
                <a:cs typeface="Consolas" panose="020B0609020204030204" pitchFamily="49" charset="0"/>
              </a:rPr>
              <a:t>    </a:t>
            </a:r>
            <a:r>
              <a:rPr lang="en-US" sz="2000" dirty="0" err="1">
                <a:solidFill>
                  <a:schemeClr val="accent3"/>
                </a:solidFill>
                <a:latin typeface="Consolas" panose="020B0609020204030204" pitchFamily="49" charset="0"/>
                <a:cs typeface="Consolas" panose="020B0609020204030204" pitchFamily="49" charset="0"/>
              </a:rPr>
              <a:t>apache_root_path</a:t>
            </a:r>
            <a:r>
              <a:rPr lang="en-US" sz="2000" dirty="0">
                <a:solidFill>
                  <a:schemeClr val="accent3"/>
                </a:solidFill>
                <a:latin typeface="Consolas" panose="020B0609020204030204" pitchFamily="49" charset="0"/>
                <a:cs typeface="Consolas" panose="020B0609020204030204" pitchFamily="49" charset="0"/>
              </a:rPr>
              <a:t>: /var/www/</a:t>
            </a:r>
            <a:r>
              <a:rPr lang="en-US" sz="2000" dirty="0" err="1">
                <a:solidFill>
                  <a:schemeClr val="accent3"/>
                </a:solidFill>
                <a:latin typeface="Consolas" panose="020B0609020204030204" pitchFamily="49" charset="0"/>
                <a:cs typeface="Consolas" panose="020B0609020204030204" pitchFamily="49" charset="0"/>
              </a:rPr>
              <a:t>mywebdocs</a:t>
            </a:r>
            <a:r>
              <a:rPr lang="en-US" sz="2000" dirty="0">
                <a:solidFill>
                  <a:schemeClr val="accent3"/>
                </a:solidFill>
                <a:latin typeface="Consolas" panose="020B0609020204030204" pitchFamily="49" charset="0"/>
                <a:cs typeface="Consolas" panose="020B0609020204030204" pitchFamily="49" charset="0"/>
              </a:rPr>
              <a:t>/</a:t>
            </a:r>
          </a:p>
          <a:p>
            <a:pPr>
              <a:lnSpc>
                <a:spcPct val="95000"/>
              </a:lnSpc>
            </a:pPr>
            <a:endParaRPr lang="en-US" sz="2000" dirty="0">
              <a:solidFill>
                <a:schemeClr val="bg1"/>
              </a:solidFill>
              <a:latin typeface="Consolas" panose="020B0609020204030204" pitchFamily="49" charset="0"/>
              <a:cs typeface="Consolas" panose="020B0609020204030204" pitchFamily="49" charset="0"/>
            </a:endParaRPr>
          </a:p>
          <a:p>
            <a:pPr>
              <a:lnSpc>
                <a:spcPct val="95000"/>
              </a:lnSpc>
            </a:pPr>
            <a:endParaRPr lang="en-US" sz="2000" dirty="0">
              <a:solidFill>
                <a:schemeClr val="tx1"/>
              </a:solidFill>
              <a:highlight>
                <a:srgbClr val="FFFF00"/>
              </a:highlight>
              <a:latin typeface="Consolas" panose="020B0609020204030204" pitchFamily="49" charset="0"/>
              <a:cs typeface="Consolas" panose="020B0609020204030204" pitchFamily="49" charset="0"/>
            </a:endParaRPr>
          </a:p>
        </p:txBody>
      </p:sp>
      <p:sp>
        <p:nvSpPr>
          <p:cNvPr id="8" name="Rectangular Callout 7">
            <a:extLst>
              <a:ext uri="{FF2B5EF4-FFF2-40B4-BE49-F238E27FC236}">
                <a16:creationId xmlns:a16="http://schemas.microsoft.com/office/drawing/2014/main" id="{B262224F-75E6-EA48-9317-1011CA006F95}"/>
              </a:ext>
            </a:extLst>
          </p:cNvPr>
          <p:cNvSpPr/>
          <p:nvPr/>
        </p:nvSpPr>
        <p:spPr>
          <a:xfrm>
            <a:off x="7848600" y="560152"/>
            <a:ext cx="3301663" cy="1115395"/>
          </a:xfrm>
          <a:prstGeom prst="wedgeRectCallout">
            <a:avLst>
              <a:gd name="adj1" fmla="val -56165"/>
              <a:gd name="adj2" fmla="val 98491"/>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dirty="0"/>
              <a:t>Host variables apply to the host and override group vars</a:t>
            </a:r>
          </a:p>
        </p:txBody>
      </p:sp>
      <p:sp>
        <p:nvSpPr>
          <p:cNvPr id="9" name="Rectangular Callout 8">
            <a:extLst>
              <a:ext uri="{FF2B5EF4-FFF2-40B4-BE49-F238E27FC236}">
                <a16:creationId xmlns:a16="http://schemas.microsoft.com/office/drawing/2014/main" id="{BCE8647B-559E-1D48-A263-D19EA3EDC5D3}"/>
              </a:ext>
            </a:extLst>
          </p:cNvPr>
          <p:cNvSpPr/>
          <p:nvPr/>
        </p:nvSpPr>
        <p:spPr>
          <a:xfrm>
            <a:off x="6424455" y="3733800"/>
            <a:ext cx="3657600" cy="674070"/>
          </a:xfrm>
          <a:prstGeom prst="wedgeRectCallout">
            <a:avLst>
              <a:gd name="adj1" fmla="val -101016"/>
              <a:gd name="adj2" fmla="val 50920"/>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dirty="0"/>
              <a:t>Group variables apply for all devices in that group</a:t>
            </a:r>
          </a:p>
        </p:txBody>
      </p:sp>
      <p:sp>
        <p:nvSpPr>
          <p:cNvPr id="10" name="TextBox 9">
            <a:extLst>
              <a:ext uri="{FF2B5EF4-FFF2-40B4-BE49-F238E27FC236}">
                <a16:creationId xmlns:a16="http://schemas.microsoft.com/office/drawing/2014/main" id="{17D303E3-3C95-FB42-B1FE-4FCCDA4C5F47}"/>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2062580629"/>
      </p:ext>
    </p:extLst>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Understanding Inventories</a:t>
            </a:r>
          </a:p>
        </p:txBody>
      </p:sp>
      <p:sp>
        <p:nvSpPr>
          <p:cNvPr id="3" name="Content Placeholder 2">
            <a:extLst>
              <a:ext uri="{FF2B5EF4-FFF2-40B4-BE49-F238E27FC236}">
                <a16:creationId xmlns:a16="http://schemas.microsoft.com/office/drawing/2014/main" id="{C226A93C-4492-3D4F-9165-E2F29DBE08DE}"/>
              </a:ext>
            </a:extLst>
          </p:cNvPr>
          <p:cNvSpPr>
            <a:spLocks noGrp="1"/>
          </p:cNvSpPr>
          <p:nvPr>
            <p:ph sz="quarter" idx="14"/>
          </p:nvPr>
        </p:nvSpPr>
        <p:spPr>
          <a:xfrm>
            <a:off x="250626" y="1664670"/>
            <a:ext cx="11661637" cy="4479925"/>
          </a:xfrm>
        </p:spPr>
        <p:txBody>
          <a:bodyPr/>
          <a:lstStyle/>
          <a:p>
            <a:pPr lvl="2"/>
            <a:endParaRPr lang="en-US" dirty="0"/>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Managing Variables in Files</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Rectangle 6">
            <a:extLst>
              <a:ext uri="{FF2B5EF4-FFF2-40B4-BE49-F238E27FC236}">
                <a16:creationId xmlns:a16="http://schemas.microsoft.com/office/drawing/2014/main" id="{E8F5AA03-22FB-5E4D-92E6-FC347D6DF9B1}"/>
              </a:ext>
            </a:extLst>
          </p:cNvPr>
          <p:cNvSpPr/>
          <p:nvPr/>
        </p:nvSpPr>
        <p:spPr>
          <a:xfrm>
            <a:off x="250627" y="1664670"/>
            <a:ext cx="5769174" cy="4479924"/>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sz="2000" dirty="0">
                <a:solidFill>
                  <a:schemeClr val="bg1"/>
                </a:solidFill>
                <a:latin typeface="Consolas" panose="020B0609020204030204" pitchFamily="49" charset="0"/>
                <a:cs typeface="Consolas" panose="020B0609020204030204" pitchFamily="49" charset="0"/>
              </a:rPr>
              <a:t>[</a:t>
            </a:r>
            <a:r>
              <a:rPr lang="en-US" sz="2000" dirty="0" err="1">
                <a:solidFill>
                  <a:schemeClr val="bg1"/>
                </a:solidFill>
                <a:latin typeface="Consolas" panose="020B0609020204030204" pitchFamily="49" charset="0"/>
                <a:cs typeface="Consolas" panose="020B0609020204030204" pitchFamily="49" charset="0"/>
              </a:rPr>
              <a:t>user@ansible</a:t>
            </a:r>
            <a:r>
              <a:rPr lang="en-US" sz="2000" dirty="0">
                <a:solidFill>
                  <a:schemeClr val="bg1"/>
                </a:solidFill>
                <a:latin typeface="Consolas" panose="020B0609020204030204" pitchFamily="49" charset="0"/>
                <a:cs typeface="Consolas" panose="020B0609020204030204" pitchFamily="49" charset="0"/>
              </a:rPr>
              <a:t> ~]$ tree /</a:t>
            </a:r>
            <a:r>
              <a:rPr lang="en-US" sz="2000" dirty="0" err="1">
                <a:solidFill>
                  <a:schemeClr val="bg1"/>
                </a:solidFill>
                <a:latin typeface="Consolas" panose="020B0609020204030204" pitchFamily="49" charset="0"/>
                <a:cs typeface="Consolas" panose="020B0609020204030204" pitchFamily="49" charset="0"/>
              </a:rPr>
              <a:t>somedir</a:t>
            </a:r>
            <a:endParaRPr lang="en-US" sz="2000" dirty="0">
              <a:solidFill>
                <a:schemeClr val="bg1"/>
              </a:solidFill>
              <a:latin typeface="Consolas" panose="020B0609020204030204" pitchFamily="49" charset="0"/>
              <a:cs typeface="Consolas" panose="020B0609020204030204" pitchFamily="49" charset="0"/>
            </a:endParaRPr>
          </a:p>
          <a:p>
            <a:pPr>
              <a:lnSpc>
                <a:spcPct val="95000"/>
              </a:lnSpc>
            </a:pPr>
            <a:endParaRPr lang="en-US" sz="2000" dirty="0">
              <a:solidFill>
                <a:schemeClr val="bg1"/>
              </a:solidFill>
              <a:latin typeface="Consolas" panose="020B0609020204030204" pitchFamily="49" charset="0"/>
              <a:cs typeface="Consolas" panose="020B0609020204030204" pitchFamily="49" charset="0"/>
            </a:endParaRPr>
          </a:p>
          <a:p>
            <a:pPr>
              <a:lnSpc>
                <a:spcPct val="95000"/>
              </a:lnSpc>
            </a:pPr>
            <a:r>
              <a:rPr lang="en-US" sz="2000" dirty="0">
                <a:solidFill>
                  <a:schemeClr val="bg1"/>
                </a:solidFill>
                <a:latin typeface="Consolas" panose="020B0609020204030204" pitchFamily="49" charset="0"/>
                <a:cs typeface="Consolas" panose="020B0609020204030204" pitchFamily="49" charset="0"/>
              </a:rPr>
              <a:t>/</a:t>
            </a:r>
            <a:r>
              <a:rPr lang="en-US" sz="2000" dirty="0" err="1">
                <a:solidFill>
                  <a:schemeClr val="bg1"/>
                </a:solidFill>
                <a:latin typeface="Consolas" panose="020B0609020204030204" pitchFamily="49" charset="0"/>
                <a:cs typeface="Consolas" panose="020B0609020204030204" pitchFamily="49" charset="0"/>
              </a:rPr>
              <a:t>somedir</a:t>
            </a:r>
            <a:endParaRPr lang="en-US" sz="2000" dirty="0">
              <a:solidFill>
                <a:schemeClr val="bg1"/>
              </a:solidFill>
              <a:latin typeface="Consolas" panose="020B0609020204030204" pitchFamily="49" charset="0"/>
              <a:cs typeface="Consolas" panose="020B0609020204030204" pitchFamily="49" charset="0"/>
            </a:endParaRPr>
          </a:p>
          <a:p>
            <a:pPr>
              <a:lnSpc>
                <a:spcPct val="95000"/>
              </a:lnSpc>
            </a:pPr>
            <a:r>
              <a:rPr lang="en-US" sz="2000" dirty="0">
                <a:solidFill>
                  <a:schemeClr val="bg1"/>
                </a:solidFill>
                <a:latin typeface="Consolas" panose="020B0609020204030204" pitchFamily="49" charset="0"/>
                <a:cs typeface="Consolas" panose="020B0609020204030204" pitchFamily="49" charset="0"/>
              </a:rPr>
              <a:t>|--</a:t>
            </a:r>
            <a:r>
              <a:rPr lang="en-US" sz="2000" dirty="0" err="1">
                <a:solidFill>
                  <a:schemeClr val="accent3"/>
                </a:solidFill>
                <a:latin typeface="Consolas" panose="020B0609020204030204" pitchFamily="49" charset="0"/>
                <a:cs typeface="Consolas" panose="020B0609020204030204" pitchFamily="49" charset="0"/>
              </a:rPr>
              <a:t>group_vars</a:t>
            </a:r>
            <a:endParaRPr lang="en-US" sz="2000" dirty="0">
              <a:solidFill>
                <a:schemeClr val="accent3"/>
              </a:solidFill>
              <a:latin typeface="Consolas" panose="020B0609020204030204" pitchFamily="49" charset="0"/>
              <a:cs typeface="Consolas" panose="020B0609020204030204" pitchFamily="49" charset="0"/>
            </a:endParaRPr>
          </a:p>
          <a:p>
            <a:pPr>
              <a:lnSpc>
                <a:spcPct val="95000"/>
              </a:lnSpc>
            </a:pPr>
            <a:r>
              <a:rPr lang="en-US" sz="2000" dirty="0">
                <a:solidFill>
                  <a:schemeClr val="bg1"/>
                </a:solidFill>
                <a:latin typeface="Consolas" panose="020B0609020204030204" pitchFamily="49" charset="0"/>
                <a:cs typeface="Consolas" panose="020B0609020204030204" pitchFamily="49" charset="0"/>
              </a:rPr>
              <a:t>|    --app1srv</a:t>
            </a:r>
          </a:p>
          <a:p>
            <a:pPr>
              <a:lnSpc>
                <a:spcPct val="95000"/>
              </a:lnSpc>
            </a:pPr>
            <a:r>
              <a:rPr lang="en-US" sz="2000" dirty="0">
                <a:solidFill>
                  <a:schemeClr val="bg1"/>
                </a:solidFill>
                <a:latin typeface="Consolas" panose="020B0609020204030204" pitchFamily="49" charset="0"/>
                <a:cs typeface="Consolas" panose="020B0609020204030204" pitchFamily="49" charset="0"/>
              </a:rPr>
              <a:t>|    --</a:t>
            </a:r>
            <a:r>
              <a:rPr lang="en-US" sz="2000" dirty="0" err="1">
                <a:solidFill>
                  <a:schemeClr val="bg1"/>
                </a:solidFill>
                <a:latin typeface="Consolas" panose="020B0609020204030204" pitchFamily="49" charset="0"/>
                <a:cs typeface="Consolas" panose="020B0609020204030204" pitchFamily="49" charset="0"/>
              </a:rPr>
              <a:t>db</a:t>
            </a:r>
            <a:endParaRPr lang="en-US" sz="2000" dirty="0">
              <a:solidFill>
                <a:schemeClr val="bg1"/>
              </a:solidFill>
              <a:latin typeface="Consolas" panose="020B0609020204030204" pitchFamily="49" charset="0"/>
              <a:cs typeface="Consolas" panose="020B0609020204030204" pitchFamily="49" charset="0"/>
            </a:endParaRPr>
          </a:p>
          <a:p>
            <a:pPr>
              <a:lnSpc>
                <a:spcPct val="95000"/>
              </a:lnSpc>
            </a:pPr>
            <a:r>
              <a:rPr lang="en-US" sz="2000" dirty="0">
                <a:solidFill>
                  <a:schemeClr val="bg1"/>
                </a:solidFill>
                <a:latin typeface="Consolas" panose="020B0609020204030204" pitchFamily="49" charset="0"/>
                <a:cs typeface="Consolas" panose="020B0609020204030204" pitchFamily="49" charset="0"/>
              </a:rPr>
              <a:t>|    --web</a:t>
            </a:r>
          </a:p>
          <a:p>
            <a:pPr>
              <a:lnSpc>
                <a:spcPct val="95000"/>
              </a:lnSpc>
            </a:pPr>
            <a:r>
              <a:rPr lang="en-US" sz="2000" dirty="0">
                <a:solidFill>
                  <a:schemeClr val="bg1"/>
                </a:solidFill>
                <a:latin typeface="Consolas" panose="020B0609020204030204" pitchFamily="49" charset="0"/>
                <a:cs typeface="Consolas" panose="020B0609020204030204" pitchFamily="49" charset="0"/>
              </a:rPr>
              <a:t>|--</a:t>
            </a:r>
            <a:r>
              <a:rPr lang="en-US" sz="2000" dirty="0">
                <a:solidFill>
                  <a:srgbClr val="00B0F0"/>
                </a:solidFill>
                <a:latin typeface="Consolas" panose="020B0609020204030204" pitchFamily="49" charset="0"/>
                <a:cs typeface="Consolas" panose="020B0609020204030204" pitchFamily="49" charset="0"/>
              </a:rPr>
              <a:t>inventory</a:t>
            </a:r>
          </a:p>
          <a:p>
            <a:pPr>
              <a:lnSpc>
                <a:spcPct val="95000"/>
              </a:lnSpc>
            </a:pPr>
            <a:r>
              <a:rPr lang="en-US" sz="2000" dirty="0">
                <a:solidFill>
                  <a:schemeClr val="bg1"/>
                </a:solidFill>
                <a:latin typeface="Consolas" panose="020B0609020204030204" pitchFamily="49" charset="0"/>
                <a:cs typeface="Consolas" panose="020B0609020204030204" pitchFamily="49" charset="0"/>
              </a:rPr>
              <a:t>|--</a:t>
            </a:r>
            <a:r>
              <a:rPr lang="en-US" sz="2000" dirty="0" err="1">
                <a:solidFill>
                  <a:srgbClr val="92D050"/>
                </a:solidFill>
                <a:latin typeface="Consolas" panose="020B0609020204030204" pitchFamily="49" charset="0"/>
                <a:cs typeface="Consolas" panose="020B0609020204030204" pitchFamily="49" charset="0"/>
              </a:rPr>
              <a:t>host_vars</a:t>
            </a:r>
            <a:endParaRPr lang="en-US" sz="2000" dirty="0">
              <a:solidFill>
                <a:srgbClr val="92D050"/>
              </a:solidFill>
              <a:latin typeface="Consolas" panose="020B0609020204030204" pitchFamily="49" charset="0"/>
              <a:cs typeface="Consolas" panose="020B0609020204030204" pitchFamily="49" charset="0"/>
            </a:endParaRPr>
          </a:p>
          <a:p>
            <a:pPr>
              <a:lnSpc>
                <a:spcPct val="95000"/>
              </a:lnSpc>
            </a:pPr>
            <a:r>
              <a:rPr lang="en-US" sz="2000" dirty="0">
                <a:solidFill>
                  <a:schemeClr val="bg1"/>
                </a:solidFill>
                <a:latin typeface="Consolas" panose="020B0609020204030204" pitchFamily="49" charset="0"/>
                <a:cs typeface="Consolas" panose="020B0609020204030204" pitchFamily="49" charset="0"/>
              </a:rPr>
              <a:t>    --app01</a:t>
            </a:r>
          </a:p>
          <a:p>
            <a:pPr>
              <a:lnSpc>
                <a:spcPct val="95000"/>
              </a:lnSpc>
            </a:pPr>
            <a:r>
              <a:rPr lang="en-US" sz="2000" dirty="0">
                <a:solidFill>
                  <a:schemeClr val="bg1"/>
                </a:solidFill>
                <a:latin typeface="Consolas" panose="020B0609020204030204" pitchFamily="49" charset="0"/>
                <a:cs typeface="Consolas" panose="020B0609020204030204" pitchFamily="49" charset="0"/>
              </a:rPr>
              <a:t>    --app02</a:t>
            </a:r>
          </a:p>
          <a:p>
            <a:pPr>
              <a:lnSpc>
                <a:spcPct val="95000"/>
              </a:lnSpc>
            </a:pPr>
            <a:r>
              <a:rPr lang="en-US" sz="2000" dirty="0">
                <a:solidFill>
                  <a:schemeClr val="bg1"/>
                </a:solidFill>
                <a:latin typeface="Consolas" panose="020B0609020204030204" pitchFamily="49" charset="0"/>
                <a:cs typeface="Consolas" panose="020B0609020204030204" pitchFamily="49" charset="0"/>
              </a:rPr>
              <a:t>    --app03</a:t>
            </a:r>
          </a:p>
        </p:txBody>
      </p:sp>
      <p:sp>
        <p:nvSpPr>
          <p:cNvPr id="8" name="Rectangle 7">
            <a:extLst>
              <a:ext uri="{FF2B5EF4-FFF2-40B4-BE49-F238E27FC236}">
                <a16:creationId xmlns:a16="http://schemas.microsoft.com/office/drawing/2014/main" id="{F8A5590F-C7B5-CA42-BFEA-A9A05B455076}"/>
              </a:ext>
            </a:extLst>
          </p:cNvPr>
          <p:cNvSpPr/>
          <p:nvPr/>
        </p:nvSpPr>
        <p:spPr>
          <a:xfrm>
            <a:off x="6157644" y="1664670"/>
            <a:ext cx="5767023" cy="1840531"/>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sz="1400" dirty="0">
                <a:latin typeface="Consolas" panose="020B0609020204030204" pitchFamily="49" charset="0"/>
              </a:rPr>
              <a:t>[ </a:t>
            </a:r>
            <a:r>
              <a:rPr lang="en-US" sz="1400" dirty="0" err="1">
                <a:latin typeface="Consolas" panose="020B0609020204030204" pitchFamily="49" charset="0"/>
              </a:rPr>
              <a:t>user@ansible</a:t>
            </a:r>
            <a:r>
              <a:rPr lang="en-US" sz="1400" dirty="0">
                <a:latin typeface="Consolas" panose="020B0609020204030204" pitchFamily="49" charset="0"/>
              </a:rPr>
              <a:t> ~] cat /</a:t>
            </a:r>
            <a:r>
              <a:rPr lang="en-US" sz="1400" dirty="0" err="1">
                <a:latin typeface="Consolas" panose="020B0609020204030204" pitchFamily="49" charset="0"/>
              </a:rPr>
              <a:t>somedir</a:t>
            </a:r>
            <a:r>
              <a:rPr lang="en-US" sz="1400" dirty="0">
                <a:latin typeface="Consolas" panose="020B0609020204030204" pitchFamily="49" charset="0"/>
              </a:rPr>
              <a:t>/</a:t>
            </a:r>
            <a:r>
              <a:rPr lang="en-US" sz="1400" dirty="0">
                <a:solidFill>
                  <a:srgbClr val="00B0F0"/>
                </a:solidFill>
                <a:latin typeface="Consolas" panose="020B0609020204030204" pitchFamily="49" charset="0"/>
              </a:rPr>
              <a:t>inventory</a:t>
            </a:r>
          </a:p>
          <a:p>
            <a:pPr>
              <a:lnSpc>
                <a:spcPct val="95000"/>
              </a:lnSpc>
            </a:pPr>
            <a:endParaRPr lang="en-US" sz="1400" dirty="0">
              <a:latin typeface="Consolas" panose="020B0609020204030204" pitchFamily="49" charset="0"/>
            </a:endParaRPr>
          </a:p>
          <a:p>
            <a:pPr>
              <a:lnSpc>
                <a:spcPct val="95000"/>
              </a:lnSpc>
            </a:pPr>
            <a:r>
              <a:rPr lang="en-US" sz="1400" dirty="0">
                <a:solidFill>
                  <a:schemeClr val="bg1"/>
                </a:solidFill>
                <a:latin typeface="Consolas" panose="020B0609020204030204" pitchFamily="49" charset="0"/>
              </a:rPr>
              <a:t>[web]</a:t>
            </a:r>
          </a:p>
          <a:p>
            <a:pPr>
              <a:lnSpc>
                <a:spcPct val="95000"/>
              </a:lnSpc>
            </a:pPr>
            <a:r>
              <a:rPr lang="en-US" sz="1400" dirty="0">
                <a:solidFill>
                  <a:schemeClr val="bg1"/>
                </a:solidFill>
                <a:latin typeface="Consolas" panose="020B0609020204030204" pitchFamily="49" charset="0"/>
              </a:rPr>
              <a:t>node-[1:30] </a:t>
            </a:r>
            <a:r>
              <a:rPr lang="en-US" sz="1400" dirty="0" err="1">
                <a:solidFill>
                  <a:schemeClr val="bg1"/>
                </a:solidFill>
                <a:latin typeface="Consolas" panose="020B0609020204030204" pitchFamily="49" charset="0"/>
              </a:rPr>
              <a:t>ansible_host</a:t>
            </a:r>
            <a:r>
              <a:rPr lang="en-US" sz="1400" dirty="0">
                <a:solidFill>
                  <a:schemeClr val="bg1"/>
                </a:solidFill>
                <a:latin typeface="Consolas" panose="020B0609020204030204" pitchFamily="49" charset="0"/>
              </a:rPr>
              <a:t>=10.42.0.[31:60]</a:t>
            </a:r>
          </a:p>
          <a:p>
            <a:pPr>
              <a:lnSpc>
                <a:spcPct val="95000"/>
              </a:lnSpc>
            </a:pPr>
            <a:endParaRPr lang="en-US" sz="1400" dirty="0">
              <a:solidFill>
                <a:schemeClr val="bg1"/>
              </a:solidFill>
              <a:latin typeface="Consolas" panose="020B0609020204030204" pitchFamily="49" charset="0"/>
            </a:endParaRPr>
          </a:p>
          <a:p>
            <a:pPr>
              <a:lnSpc>
                <a:spcPct val="95000"/>
              </a:lnSpc>
            </a:pPr>
            <a:r>
              <a:rPr lang="en-US" sz="1400" dirty="0">
                <a:solidFill>
                  <a:schemeClr val="bg1"/>
                </a:solidFill>
                <a:latin typeface="Consolas" panose="020B0609020204030204" pitchFamily="49" charset="0"/>
              </a:rPr>
              <a:t>[</a:t>
            </a:r>
            <a:r>
              <a:rPr lang="en-US" sz="1400" dirty="0" err="1">
                <a:solidFill>
                  <a:schemeClr val="bg1"/>
                </a:solidFill>
                <a:latin typeface="Consolas" panose="020B0609020204030204" pitchFamily="49" charset="0"/>
              </a:rPr>
              <a:t>appxsrv</a:t>
            </a:r>
            <a:r>
              <a:rPr lang="en-US" sz="1400" dirty="0">
                <a:solidFill>
                  <a:schemeClr val="bg1"/>
                </a:solidFill>
                <a:latin typeface="Consolas" panose="020B0609020204030204" pitchFamily="49" charset="0"/>
              </a:rPr>
              <a:t>]</a:t>
            </a:r>
          </a:p>
          <a:p>
            <a:pPr>
              <a:lnSpc>
                <a:spcPct val="95000"/>
              </a:lnSpc>
            </a:pPr>
            <a:r>
              <a:rPr lang="en-US" sz="1400" dirty="0">
                <a:solidFill>
                  <a:schemeClr val="bg1"/>
                </a:solidFill>
                <a:latin typeface="Consolas" panose="020B0609020204030204" pitchFamily="49" charset="0"/>
              </a:rPr>
              <a:t>app01</a:t>
            </a:r>
          </a:p>
          <a:p>
            <a:pPr>
              <a:lnSpc>
                <a:spcPct val="95000"/>
              </a:lnSpc>
            </a:pPr>
            <a:r>
              <a:rPr lang="en-US" sz="1400" dirty="0">
                <a:solidFill>
                  <a:schemeClr val="bg1"/>
                </a:solidFill>
                <a:latin typeface="Consolas" panose="020B0609020204030204" pitchFamily="49" charset="0"/>
              </a:rPr>
              <a:t>app02</a:t>
            </a:r>
          </a:p>
          <a:p>
            <a:pPr>
              <a:lnSpc>
                <a:spcPct val="95000"/>
              </a:lnSpc>
            </a:pPr>
            <a:r>
              <a:rPr lang="en-US" sz="1400" dirty="0">
                <a:solidFill>
                  <a:schemeClr val="bg1"/>
                </a:solidFill>
                <a:latin typeface="Consolas" panose="020B0609020204030204" pitchFamily="49" charset="0"/>
              </a:rPr>
              <a:t>app03</a:t>
            </a:r>
          </a:p>
        </p:txBody>
      </p:sp>
      <p:sp>
        <p:nvSpPr>
          <p:cNvPr id="9" name="Rectangle 8">
            <a:extLst>
              <a:ext uri="{FF2B5EF4-FFF2-40B4-BE49-F238E27FC236}">
                <a16:creationId xmlns:a16="http://schemas.microsoft.com/office/drawing/2014/main" id="{C07AF08A-85DF-6242-A45D-78B5B5F78CDC}"/>
              </a:ext>
            </a:extLst>
          </p:cNvPr>
          <p:cNvSpPr/>
          <p:nvPr/>
        </p:nvSpPr>
        <p:spPr>
          <a:xfrm>
            <a:off x="6155494" y="3581400"/>
            <a:ext cx="5769174" cy="1066800"/>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sz="1400" dirty="0">
                <a:latin typeface="Consolas" panose="020B0609020204030204" pitchFamily="49" charset="0"/>
              </a:rPr>
              <a:t>[ </a:t>
            </a:r>
            <a:r>
              <a:rPr lang="en-US" sz="1400" dirty="0" err="1">
                <a:latin typeface="Consolas" panose="020B0609020204030204" pitchFamily="49" charset="0"/>
              </a:rPr>
              <a:t>user@ansible</a:t>
            </a:r>
            <a:r>
              <a:rPr lang="en-US" sz="1400" dirty="0">
                <a:latin typeface="Consolas" panose="020B0609020204030204" pitchFamily="49" charset="0"/>
              </a:rPr>
              <a:t> ~] cat /</a:t>
            </a:r>
            <a:r>
              <a:rPr lang="en-US" sz="1400" dirty="0" err="1">
                <a:latin typeface="Consolas" panose="020B0609020204030204" pitchFamily="49" charset="0"/>
              </a:rPr>
              <a:t>somedir</a:t>
            </a:r>
            <a:r>
              <a:rPr lang="en-US" sz="1400" dirty="0">
                <a:latin typeface="Consolas" panose="020B0609020204030204" pitchFamily="49" charset="0"/>
              </a:rPr>
              <a:t>/</a:t>
            </a:r>
            <a:r>
              <a:rPr lang="en-US" sz="1400" dirty="0" err="1">
                <a:solidFill>
                  <a:schemeClr val="accent3"/>
                </a:solidFill>
                <a:latin typeface="Consolas" panose="020B0609020204030204" pitchFamily="49" charset="0"/>
              </a:rPr>
              <a:t>group_vars</a:t>
            </a:r>
            <a:r>
              <a:rPr lang="en-US" sz="1400" dirty="0">
                <a:latin typeface="Consolas" panose="020B0609020204030204" pitchFamily="49" charset="0"/>
              </a:rPr>
              <a:t>/</a:t>
            </a:r>
            <a:r>
              <a:rPr lang="en-US" sz="1400" dirty="0">
                <a:solidFill>
                  <a:schemeClr val="bg1"/>
                </a:solidFill>
                <a:latin typeface="Consolas" panose="020B0609020204030204" pitchFamily="49" charset="0"/>
              </a:rPr>
              <a:t>web</a:t>
            </a:r>
          </a:p>
          <a:p>
            <a:pPr>
              <a:lnSpc>
                <a:spcPct val="95000"/>
              </a:lnSpc>
            </a:pPr>
            <a:endParaRPr lang="en-US" sz="1400" dirty="0">
              <a:solidFill>
                <a:schemeClr val="bg1"/>
              </a:solidFill>
              <a:latin typeface="Consolas" panose="020B0609020204030204" pitchFamily="49" charset="0"/>
            </a:endParaRPr>
          </a:p>
          <a:p>
            <a:pPr>
              <a:lnSpc>
                <a:spcPct val="95000"/>
              </a:lnSpc>
            </a:pPr>
            <a:r>
              <a:rPr lang="en-US" sz="1400" dirty="0" err="1">
                <a:solidFill>
                  <a:schemeClr val="bg1"/>
                </a:solidFill>
                <a:latin typeface="Consolas" panose="020B0609020204030204" pitchFamily="49" charset="0"/>
              </a:rPr>
              <a:t>apache_listen_port</a:t>
            </a:r>
            <a:r>
              <a:rPr lang="en-US" sz="1400" dirty="0">
                <a:solidFill>
                  <a:schemeClr val="bg1"/>
                </a:solidFill>
                <a:latin typeface="Consolas" panose="020B0609020204030204" pitchFamily="49" charset="0"/>
              </a:rPr>
              <a:t>: 8080</a:t>
            </a:r>
          </a:p>
          <a:p>
            <a:pPr>
              <a:lnSpc>
                <a:spcPct val="95000"/>
              </a:lnSpc>
            </a:pPr>
            <a:r>
              <a:rPr lang="en-US" sz="1400" dirty="0" err="1">
                <a:solidFill>
                  <a:schemeClr val="bg1"/>
                </a:solidFill>
                <a:latin typeface="Consolas" panose="020B0609020204030204" pitchFamily="49" charset="0"/>
              </a:rPr>
              <a:t>apache_root_path</a:t>
            </a:r>
            <a:r>
              <a:rPr lang="en-US" sz="1400" dirty="0">
                <a:solidFill>
                  <a:schemeClr val="bg1"/>
                </a:solidFill>
                <a:latin typeface="Consolas" panose="020B0609020204030204" pitchFamily="49" charset="0"/>
              </a:rPr>
              <a:t>: /var/www/</a:t>
            </a:r>
            <a:r>
              <a:rPr lang="en-US" sz="1400" dirty="0" err="1">
                <a:solidFill>
                  <a:schemeClr val="bg1"/>
                </a:solidFill>
                <a:latin typeface="Consolas" panose="020B0609020204030204" pitchFamily="49" charset="0"/>
              </a:rPr>
              <a:t>mywebdocs</a:t>
            </a:r>
            <a:r>
              <a:rPr lang="en-US" sz="1400" dirty="0">
                <a:solidFill>
                  <a:schemeClr val="bg1"/>
                </a:solidFill>
                <a:latin typeface="Consolas" panose="020B0609020204030204" pitchFamily="49" charset="0"/>
              </a:rPr>
              <a:t>/</a:t>
            </a:r>
          </a:p>
        </p:txBody>
      </p:sp>
      <p:sp>
        <p:nvSpPr>
          <p:cNvPr id="10" name="Rectangle 9">
            <a:extLst>
              <a:ext uri="{FF2B5EF4-FFF2-40B4-BE49-F238E27FC236}">
                <a16:creationId xmlns:a16="http://schemas.microsoft.com/office/drawing/2014/main" id="{C711C517-E5CD-114F-BB4C-9B85E3DB6FB6}"/>
              </a:ext>
            </a:extLst>
          </p:cNvPr>
          <p:cNvSpPr/>
          <p:nvPr/>
        </p:nvSpPr>
        <p:spPr>
          <a:xfrm>
            <a:off x="6172201" y="4724398"/>
            <a:ext cx="5740062" cy="1420195"/>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sz="1400" dirty="0">
                <a:latin typeface="Consolas" panose="020B0609020204030204" pitchFamily="49" charset="0"/>
              </a:rPr>
              <a:t>[ </a:t>
            </a:r>
            <a:r>
              <a:rPr lang="en-US" sz="1400" dirty="0" err="1">
                <a:latin typeface="Consolas" panose="020B0609020204030204" pitchFamily="49" charset="0"/>
              </a:rPr>
              <a:t>user@ansible</a:t>
            </a:r>
            <a:r>
              <a:rPr lang="en-US" sz="1400" dirty="0">
                <a:latin typeface="Consolas" panose="020B0609020204030204" pitchFamily="49" charset="0"/>
              </a:rPr>
              <a:t> ~] cat /</a:t>
            </a:r>
            <a:r>
              <a:rPr lang="en-US" sz="1400" dirty="0" err="1">
                <a:latin typeface="Consolas" panose="020B0609020204030204" pitchFamily="49" charset="0"/>
              </a:rPr>
              <a:t>somedir</a:t>
            </a:r>
            <a:r>
              <a:rPr lang="en-US" sz="1400" dirty="0">
                <a:latin typeface="Consolas" panose="020B0609020204030204" pitchFamily="49" charset="0"/>
              </a:rPr>
              <a:t>/</a:t>
            </a:r>
            <a:r>
              <a:rPr lang="en-US" sz="1400" dirty="0" err="1">
                <a:solidFill>
                  <a:srgbClr val="92D050"/>
                </a:solidFill>
                <a:latin typeface="Consolas" panose="020B0609020204030204" pitchFamily="49" charset="0"/>
              </a:rPr>
              <a:t>host_vars</a:t>
            </a:r>
            <a:r>
              <a:rPr lang="en-US" sz="1400" dirty="0">
                <a:latin typeface="Consolas" panose="020B0609020204030204" pitchFamily="49" charset="0"/>
              </a:rPr>
              <a:t>/</a:t>
            </a:r>
            <a:r>
              <a:rPr lang="en-US" sz="1400" dirty="0">
                <a:solidFill>
                  <a:schemeClr val="bg1"/>
                </a:solidFill>
                <a:latin typeface="Consolas" panose="020B0609020204030204" pitchFamily="49" charset="0"/>
              </a:rPr>
              <a:t>app01</a:t>
            </a:r>
          </a:p>
          <a:p>
            <a:pPr>
              <a:lnSpc>
                <a:spcPct val="95000"/>
              </a:lnSpc>
            </a:pPr>
            <a:endParaRPr lang="en-US" sz="1400" dirty="0">
              <a:solidFill>
                <a:schemeClr val="bg1"/>
              </a:solidFill>
              <a:latin typeface="Consolas" panose="020B0609020204030204" pitchFamily="49" charset="0"/>
            </a:endParaRPr>
          </a:p>
          <a:p>
            <a:pPr>
              <a:lnSpc>
                <a:spcPct val="95000"/>
              </a:lnSpc>
            </a:pPr>
            <a:r>
              <a:rPr lang="en-US" sz="1400" dirty="0" err="1">
                <a:solidFill>
                  <a:schemeClr val="bg1"/>
                </a:solidFill>
                <a:latin typeface="Consolas" panose="020B0609020204030204" pitchFamily="49" charset="0"/>
              </a:rPr>
              <a:t>owner_name</a:t>
            </a:r>
            <a:r>
              <a:rPr lang="en-US" sz="1400" dirty="0">
                <a:solidFill>
                  <a:schemeClr val="bg1"/>
                </a:solidFill>
                <a:latin typeface="Consolas" panose="020B0609020204030204" pitchFamily="49" charset="0"/>
              </a:rPr>
              <a:t>: Chris P. Bacon</a:t>
            </a:r>
          </a:p>
          <a:p>
            <a:pPr>
              <a:lnSpc>
                <a:spcPct val="95000"/>
              </a:lnSpc>
            </a:pPr>
            <a:r>
              <a:rPr lang="en-US" sz="1400" dirty="0" err="1">
                <a:solidFill>
                  <a:schemeClr val="bg1"/>
                </a:solidFill>
                <a:latin typeface="Consolas" panose="020B0609020204030204" pitchFamily="49" charset="0"/>
              </a:rPr>
              <a:t>owner_contact</a:t>
            </a:r>
            <a:r>
              <a:rPr lang="en-US" sz="1400" dirty="0">
                <a:solidFill>
                  <a:schemeClr val="bg1"/>
                </a:solidFill>
                <a:latin typeface="Consolas" panose="020B0609020204030204" pitchFamily="49" charset="0"/>
              </a:rPr>
              <a:t>: ‘</a:t>
            </a:r>
            <a:r>
              <a:rPr lang="en-US" sz="1400" dirty="0" err="1">
                <a:solidFill>
                  <a:schemeClr val="bg1"/>
                </a:solidFill>
                <a:latin typeface="Consolas" panose="020B0609020204030204" pitchFamily="49" charset="0"/>
              </a:rPr>
              <a:t>cbacon@mydomain.tld</a:t>
            </a:r>
            <a:r>
              <a:rPr lang="en-US" sz="1400" dirty="0">
                <a:solidFill>
                  <a:schemeClr val="bg1"/>
                </a:solidFill>
                <a:latin typeface="Consolas" panose="020B0609020204030204" pitchFamily="49" charset="0"/>
              </a:rPr>
              <a:t>’</a:t>
            </a:r>
          </a:p>
          <a:p>
            <a:pPr>
              <a:lnSpc>
                <a:spcPct val="95000"/>
              </a:lnSpc>
            </a:pPr>
            <a:r>
              <a:rPr lang="en-US" sz="1400" dirty="0" err="1">
                <a:solidFill>
                  <a:schemeClr val="bg1"/>
                </a:solidFill>
                <a:latin typeface="Consolas" panose="020B0609020204030204" pitchFamily="49" charset="0"/>
              </a:rPr>
              <a:t>server_purpose</a:t>
            </a:r>
            <a:r>
              <a:rPr lang="en-US" sz="1400" dirty="0">
                <a:solidFill>
                  <a:schemeClr val="bg1"/>
                </a:solidFill>
                <a:latin typeface="Consolas" panose="020B0609020204030204" pitchFamily="49" charset="0"/>
              </a:rPr>
              <a:t>: Application X</a:t>
            </a:r>
          </a:p>
          <a:p>
            <a:pPr algn="ctr">
              <a:lnSpc>
                <a:spcPct val="95000"/>
              </a:lnSpc>
            </a:pPr>
            <a:endParaRPr lang="en-US" dirty="0" err="1">
              <a:latin typeface="Consolas" panose="020B0609020204030204" pitchFamily="49" charset="0"/>
            </a:endParaRPr>
          </a:p>
        </p:txBody>
      </p:sp>
      <p:sp>
        <p:nvSpPr>
          <p:cNvPr id="11" name="TextBox 10">
            <a:extLst>
              <a:ext uri="{FF2B5EF4-FFF2-40B4-BE49-F238E27FC236}">
                <a16:creationId xmlns:a16="http://schemas.microsoft.com/office/drawing/2014/main" id="{2F4CF79F-A6E8-6F4D-9902-F33D86A8150B}"/>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4090835904"/>
      </p:ext>
    </p:extLst>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Understanding Inventories</a:t>
            </a:r>
          </a:p>
        </p:txBody>
      </p:sp>
      <p:sp>
        <p:nvSpPr>
          <p:cNvPr id="3" name="Content Placeholder 2">
            <a:extLst>
              <a:ext uri="{FF2B5EF4-FFF2-40B4-BE49-F238E27FC236}">
                <a16:creationId xmlns:a16="http://schemas.microsoft.com/office/drawing/2014/main" id="{C226A93C-4492-3D4F-9165-E2F29DBE08DE}"/>
              </a:ext>
            </a:extLst>
          </p:cNvPr>
          <p:cNvSpPr>
            <a:spLocks noGrp="1"/>
          </p:cNvSpPr>
          <p:nvPr>
            <p:ph sz="quarter" idx="14"/>
          </p:nvPr>
        </p:nvSpPr>
        <p:spPr>
          <a:xfrm>
            <a:off x="250626" y="1664670"/>
            <a:ext cx="11661637" cy="4479925"/>
          </a:xfrm>
        </p:spPr>
        <p:txBody>
          <a:bodyPr/>
          <a:lstStyle/>
          <a:p>
            <a:pPr lvl="2"/>
            <a:endParaRPr lang="en-US" dirty="0"/>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Groups</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Rectangle 6">
            <a:extLst>
              <a:ext uri="{FF2B5EF4-FFF2-40B4-BE49-F238E27FC236}">
                <a16:creationId xmlns:a16="http://schemas.microsoft.com/office/drawing/2014/main" id="{E8F5AA03-22FB-5E4D-92E6-FC347D6DF9B1}"/>
              </a:ext>
            </a:extLst>
          </p:cNvPr>
          <p:cNvSpPr/>
          <p:nvPr/>
        </p:nvSpPr>
        <p:spPr>
          <a:xfrm>
            <a:off x="294489" y="1664670"/>
            <a:ext cx="11617773" cy="4479925"/>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sz="2000" dirty="0">
                <a:solidFill>
                  <a:schemeClr val="bg1"/>
                </a:solidFill>
                <a:latin typeface="Consolas" panose="020B0609020204030204" pitchFamily="49" charset="0"/>
                <a:cs typeface="Consolas" panose="020B0609020204030204" pitchFamily="49" charset="0"/>
              </a:rPr>
              <a:t>[</a:t>
            </a:r>
            <a:r>
              <a:rPr lang="en-US" sz="2000" dirty="0" err="1">
                <a:solidFill>
                  <a:schemeClr val="accent3"/>
                </a:solidFill>
                <a:latin typeface="Consolas" panose="020B0609020204030204" pitchFamily="49" charset="0"/>
                <a:cs typeface="Consolas" panose="020B0609020204030204" pitchFamily="49" charset="0"/>
              </a:rPr>
              <a:t>nashville</a:t>
            </a:r>
            <a:r>
              <a:rPr lang="en-US" sz="2000" dirty="0">
                <a:solidFill>
                  <a:schemeClr val="bg1"/>
                </a:solidFill>
                <a:latin typeface="Consolas" panose="020B0609020204030204" pitchFamily="49" charset="0"/>
                <a:cs typeface="Consolas" panose="020B0609020204030204" pitchFamily="49" charset="0"/>
              </a:rPr>
              <a:t>]</a:t>
            </a:r>
          </a:p>
          <a:p>
            <a:pPr>
              <a:lnSpc>
                <a:spcPct val="95000"/>
              </a:lnSpc>
            </a:pPr>
            <a:r>
              <a:rPr lang="en-US" sz="2000" dirty="0">
                <a:solidFill>
                  <a:schemeClr val="bg1"/>
                </a:solidFill>
                <a:latin typeface="Consolas" panose="020B0609020204030204" pitchFamily="49" charset="0"/>
                <a:cs typeface="Consolas" panose="020B0609020204030204" pitchFamily="49" charset="0"/>
              </a:rPr>
              <a:t>bnaapp01</a:t>
            </a:r>
          </a:p>
          <a:p>
            <a:pPr>
              <a:lnSpc>
                <a:spcPct val="95000"/>
              </a:lnSpc>
            </a:pPr>
            <a:r>
              <a:rPr lang="en-US" sz="2000" dirty="0">
                <a:solidFill>
                  <a:schemeClr val="bg1"/>
                </a:solidFill>
                <a:latin typeface="Consolas" panose="020B0609020204030204" pitchFamily="49" charset="0"/>
                <a:cs typeface="Consolas" panose="020B0609020204030204" pitchFamily="49" charset="0"/>
              </a:rPr>
              <a:t>bnaapp02</a:t>
            </a:r>
          </a:p>
          <a:p>
            <a:pPr>
              <a:lnSpc>
                <a:spcPct val="95000"/>
              </a:lnSpc>
            </a:pPr>
            <a:endParaRPr lang="en-US" sz="2000" dirty="0">
              <a:solidFill>
                <a:schemeClr val="bg1"/>
              </a:solidFill>
              <a:latin typeface="Consolas" panose="020B0609020204030204" pitchFamily="49" charset="0"/>
              <a:cs typeface="Consolas" panose="020B0609020204030204" pitchFamily="49" charset="0"/>
            </a:endParaRPr>
          </a:p>
          <a:p>
            <a:pPr>
              <a:lnSpc>
                <a:spcPct val="95000"/>
              </a:lnSpc>
            </a:pPr>
            <a:r>
              <a:rPr lang="en-US" sz="2000" dirty="0">
                <a:solidFill>
                  <a:schemeClr val="bg1"/>
                </a:solidFill>
                <a:latin typeface="Consolas" panose="020B0609020204030204" pitchFamily="49" charset="0"/>
                <a:cs typeface="Consolas" panose="020B0609020204030204" pitchFamily="49" charset="0"/>
              </a:rPr>
              <a:t>[</a:t>
            </a:r>
            <a:r>
              <a:rPr lang="en-US" sz="2000" dirty="0" err="1">
                <a:solidFill>
                  <a:schemeClr val="accent3"/>
                </a:solidFill>
                <a:latin typeface="Consolas" panose="020B0609020204030204" pitchFamily="49" charset="0"/>
                <a:cs typeface="Consolas" panose="020B0609020204030204" pitchFamily="49" charset="0"/>
              </a:rPr>
              <a:t>atlanta</a:t>
            </a:r>
            <a:r>
              <a:rPr lang="en-US" sz="2000" dirty="0">
                <a:solidFill>
                  <a:schemeClr val="bg1"/>
                </a:solidFill>
                <a:latin typeface="Consolas" panose="020B0609020204030204" pitchFamily="49" charset="0"/>
                <a:cs typeface="Consolas" panose="020B0609020204030204" pitchFamily="49" charset="0"/>
              </a:rPr>
              <a:t>]</a:t>
            </a:r>
          </a:p>
          <a:p>
            <a:pPr>
              <a:lnSpc>
                <a:spcPct val="95000"/>
              </a:lnSpc>
            </a:pPr>
            <a:r>
              <a:rPr lang="en-US" sz="2000" dirty="0">
                <a:solidFill>
                  <a:schemeClr val="bg1"/>
                </a:solidFill>
                <a:latin typeface="Consolas" panose="020B0609020204030204" pitchFamily="49" charset="0"/>
                <a:cs typeface="Consolas" panose="020B0609020204030204" pitchFamily="49" charset="0"/>
              </a:rPr>
              <a:t>atlapp03</a:t>
            </a:r>
          </a:p>
          <a:p>
            <a:pPr>
              <a:lnSpc>
                <a:spcPct val="95000"/>
              </a:lnSpc>
            </a:pPr>
            <a:r>
              <a:rPr lang="en-US" sz="2000" dirty="0">
                <a:solidFill>
                  <a:schemeClr val="bg1"/>
                </a:solidFill>
                <a:latin typeface="Consolas" panose="020B0609020204030204" pitchFamily="49" charset="0"/>
                <a:cs typeface="Consolas" panose="020B0609020204030204" pitchFamily="49" charset="0"/>
              </a:rPr>
              <a:t>atlapp04</a:t>
            </a:r>
          </a:p>
          <a:p>
            <a:pPr>
              <a:lnSpc>
                <a:spcPct val="95000"/>
              </a:lnSpc>
            </a:pPr>
            <a:endParaRPr lang="en-US" sz="2000" dirty="0">
              <a:solidFill>
                <a:schemeClr val="bg1"/>
              </a:solidFill>
              <a:latin typeface="Consolas" panose="020B0609020204030204" pitchFamily="49" charset="0"/>
              <a:cs typeface="Consolas" panose="020B0609020204030204" pitchFamily="49" charset="0"/>
            </a:endParaRPr>
          </a:p>
          <a:p>
            <a:pPr>
              <a:lnSpc>
                <a:spcPct val="95000"/>
              </a:lnSpc>
            </a:pPr>
            <a:r>
              <a:rPr lang="en-US" sz="2000" dirty="0">
                <a:solidFill>
                  <a:schemeClr val="bg1"/>
                </a:solidFill>
                <a:latin typeface="Consolas" panose="020B0609020204030204" pitchFamily="49" charset="0"/>
                <a:cs typeface="Consolas" panose="020B0609020204030204" pitchFamily="49" charset="0"/>
              </a:rPr>
              <a:t>[south]</a:t>
            </a:r>
          </a:p>
          <a:p>
            <a:pPr>
              <a:lnSpc>
                <a:spcPct val="95000"/>
              </a:lnSpc>
            </a:pPr>
            <a:r>
              <a:rPr lang="en-US" sz="2000" dirty="0">
                <a:solidFill>
                  <a:srgbClr val="00B0F0"/>
                </a:solidFill>
                <a:latin typeface="Consolas" panose="020B0609020204030204" pitchFamily="49" charset="0"/>
                <a:cs typeface="Consolas" panose="020B0609020204030204" pitchFamily="49" charset="0"/>
              </a:rPr>
              <a:t>hsvapp05</a:t>
            </a:r>
          </a:p>
          <a:p>
            <a:pPr>
              <a:lnSpc>
                <a:spcPct val="95000"/>
              </a:lnSpc>
            </a:pPr>
            <a:endParaRPr lang="en-US" sz="2000" dirty="0">
              <a:solidFill>
                <a:schemeClr val="bg1"/>
              </a:solidFill>
              <a:latin typeface="Consolas" panose="020B0609020204030204" pitchFamily="49" charset="0"/>
              <a:cs typeface="Consolas" panose="020B0609020204030204" pitchFamily="49" charset="0"/>
            </a:endParaRPr>
          </a:p>
          <a:p>
            <a:pPr>
              <a:lnSpc>
                <a:spcPct val="95000"/>
              </a:lnSpc>
            </a:pPr>
            <a:r>
              <a:rPr lang="en-US" sz="2000" dirty="0">
                <a:solidFill>
                  <a:schemeClr val="bg1"/>
                </a:solidFill>
                <a:latin typeface="Consolas" panose="020B0609020204030204" pitchFamily="49" charset="0"/>
                <a:cs typeface="Consolas" panose="020B0609020204030204" pitchFamily="49" charset="0"/>
              </a:rPr>
              <a:t>[</a:t>
            </a:r>
            <a:r>
              <a:rPr lang="en-US" sz="2000" dirty="0" err="1">
                <a:solidFill>
                  <a:schemeClr val="bg1"/>
                </a:solidFill>
                <a:latin typeface="Consolas" panose="020B0609020204030204" pitchFamily="49" charset="0"/>
                <a:cs typeface="Consolas" panose="020B0609020204030204" pitchFamily="49" charset="0"/>
              </a:rPr>
              <a:t>south:children</a:t>
            </a:r>
            <a:r>
              <a:rPr lang="en-US" sz="2000" dirty="0">
                <a:solidFill>
                  <a:schemeClr val="bg1"/>
                </a:solidFill>
                <a:latin typeface="Consolas" panose="020B0609020204030204" pitchFamily="49" charset="0"/>
                <a:cs typeface="Consolas" panose="020B0609020204030204" pitchFamily="49" charset="0"/>
              </a:rPr>
              <a:t>]</a:t>
            </a:r>
          </a:p>
          <a:p>
            <a:pPr>
              <a:lnSpc>
                <a:spcPct val="95000"/>
              </a:lnSpc>
            </a:pPr>
            <a:r>
              <a:rPr lang="en-US" sz="2000" dirty="0" err="1">
                <a:solidFill>
                  <a:schemeClr val="accent3"/>
                </a:solidFill>
                <a:latin typeface="Consolas" panose="020B0609020204030204" pitchFamily="49" charset="0"/>
                <a:cs typeface="Consolas" panose="020B0609020204030204" pitchFamily="49" charset="0"/>
              </a:rPr>
              <a:t>atlanta</a:t>
            </a:r>
            <a:endParaRPr lang="en-US" sz="2000" dirty="0">
              <a:solidFill>
                <a:schemeClr val="accent3"/>
              </a:solidFill>
              <a:latin typeface="Consolas" panose="020B0609020204030204" pitchFamily="49" charset="0"/>
              <a:cs typeface="Consolas" panose="020B0609020204030204" pitchFamily="49" charset="0"/>
            </a:endParaRPr>
          </a:p>
          <a:p>
            <a:pPr>
              <a:lnSpc>
                <a:spcPct val="95000"/>
              </a:lnSpc>
            </a:pPr>
            <a:r>
              <a:rPr lang="en-US" sz="2000" dirty="0" err="1">
                <a:solidFill>
                  <a:schemeClr val="accent3"/>
                </a:solidFill>
                <a:latin typeface="Consolas" panose="020B0609020204030204" pitchFamily="49" charset="0"/>
                <a:cs typeface="Consolas" panose="020B0609020204030204" pitchFamily="49" charset="0"/>
              </a:rPr>
              <a:t>nashville</a:t>
            </a:r>
            <a:endParaRPr lang="en-US" sz="2000" dirty="0">
              <a:solidFill>
                <a:schemeClr val="accent3"/>
              </a:solidFill>
              <a:latin typeface="Consolas" panose="020B0609020204030204" pitchFamily="49" charset="0"/>
              <a:cs typeface="Consolas" panose="020B0609020204030204" pitchFamily="49" charset="0"/>
            </a:endParaRPr>
          </a:p>
          <a:p>
            <a:pPr>
              <a:lnSpc>
                <a:spcPct val="95000"/>
              </a:lnSpc>
            </a:pPr>
            <a:r>
              <a:rPr lang="en-US" sz="2000" strike="sngStrike" dirty="0">
                <a:solidFill>
                  <a:srgbClr val="00B0F0"/>
                </a:solidFill>
                <a:latin typeface="Consolas" panose="020B0609020204030204" pitchFamily="49" charset="0"/>
                <a:cs typeface="Consolas" panose="020B0609020204030204" pitchFamily="49" charset="0"/>
              </a:rPr>
              <a:t>Hsvapp05</a:t>
            </a:r>
            <a:r>
              <a:rPr lang="en-US" sz="2000" dirty="0">
                <a:solidFill>
                  <a:srgbClr val="00B0F0"/>
                </a:solidFill>
                <a:latin typeface="Consolas" panose="020B0609020204030204" pitchFamily="49" charset="0"/>
                <a:cs typeface="Consolas" panose="020B0609020204030204" pitchFamily="49" charset="0"/>
              </a:rPr>
              <a:t>  This will not work</a:t>
            </a:r>
          </a:p>
        </p:txBody>
      </p:sp>
      <p:sp>
        <p:nvSpPr>
          <p:cNvPr id="8" name="TextBox 7">
            <a:extLst>
              <a:ext uri="{FF2B5EF4-FFF2-40B4-BE49-F238E27FC236}">
                <a16:creationId xmlns:a16="http://schemas.microsoft.com/office/drawing/2014/main" id="{27806CAD-A19D-1543-998A-C9A03040E989}"/>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387769851"/>
      </p:ext>
    </p:extLst>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sz="2800" dirty="0"/>
              <a:t>Understanding Inventories</a:t>
            </a:r>
          </a:p>
        </p:txBody>
      </p:sp>
      <p:sp>
        <p:nvSpPr>
          <p:cNvPr id="3" name="Content Placeholder 2">
            <a:extLst>
              <a:ext uri="{FF2B5EF4-FFF2-40B4-BE49-F238E27FC236}">
                <a16:creationId xmlns:a16="http://schemas.microsoft.com/office/drawing/2014/main" id="{C226A93C-4492-3D4F-9165-E2F29DBE08DE}"/>
              </a:ext>
            </a:extLst>
          </p:cNvPr>
          <p:cNvSpPr>
            <a:spLocks noGrp="1"/>
          </p:cNvSpPr>
          <p:nvPr>
            <p:ph sz="quarter" idx="14"/>
          </p:nvPr>
        </p:nvSpPr>
        <p:spPr>
          <a:xfrm>
            <a:off x="250626" y="1664670"/>
            <a:ext cx="11661637" cy="4479925"/>
          </a:xfrm>
        </p:spPr>
        <p:txBody>
          <a:bodyPr/>
          <a:lstStyle/>
          <a:p>
            <a:pPr lvl="2"/>
            <a:endParaRPr lang="en-US" sz="1400" dirty="0"/>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sz="1600" dirty="0"/>
              <a:t>Groups</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sz="700"/>
              <a:t>© 2023 NetApp, Inc. All rights reserved.  — NETAPP CONFIDENTIAL — </a:t>
            </a:r>
            <a:endParaRPr lang="en-US" sz="700" dirty="0"/>
          </a:p>
        </p:txBody>
      </p:sp>
      <p:sp>
        <p:nvSpPr>
          <p:cNvPr id="7" name="Rectangle 6">
            <a:extLst>
              <a:ext uri="{FF2B5EF4-FFF2-40B4-BE49-F238E27FC236}">
                <a16:creationId xmlns:a16="http://schemas.microsoft.com/office/drawing/2014/main" id="{E8F5AA03-22FB-5E4D-92E6-FC347D6DF9B1}"/>
              </a:ext>
            </a:extLst>
          </p:cNvPr>
          <p:cNvSpPr/>
          <p:nvPr/>
        </p:nvSpPr>
        <p:spPr>
          <a:xfrm>
            <a:off x="294489" y="1664670"/>
            <a:ext cx="11617773" cy="4479925"/>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sz="2000" dirty="0">
                <a:solidFill>
                  <a:schemeClr val="accent3"/>
                </a:solidFill>
                <a:latin typeface="Consolas" panose="020B0609020204030204" pitchFamily="49" charset="0"/>
                <a:cs typeface="Consolas" panose="020B0609020204030204" pitchFamily="49" charset="0"/>
              </a:rPr>
              <a:t>Nashville</a:t>
            </a:r>
            <a:r>
              <a:rPr lang="en-US" sz="2000" dirty="0">
                <a:solidFill>
                  <a:schemeClr val="tx1"/>
                </a:solidFill>
                <a:latin typeface="Consolas" panose="020B0609020204030204" pitchFamily="49" charset="0"/>
                <a:cs typeface="Consolas" panose="020B0609020204030204" pitchFamily="49" charset="0"/>
              </a:rPr>
              <a:t>:</a:t>
            </a:r>
          </a:p>
          <a:p>
            <a:pPr>
              <a:lnSpc>
                <a:spcPct val="95000"/>
              </a:lnSpc>
            </a:pPr>
            <a:r>
              <a:rPr lang="en-US" sz="2000" dirty="0">
                <a:solidFill>
                  <a:schemeClr val="bg1"/>
                </a:solidFill>
                <a:latin typeface="Consolas" panose="020B0609020204030204" pitchFamily="49" charset="0"/>
                <a:cs typeface="Consolas" panose="020B0609020204030204" pitchFamily="49" charset="0"/>
              </a:rPr>
              <a:t>  hosts:</a:t>
            </a:r>
          </a:p>
          <a:p>
            <a:pPr>
              <a:lnSpc>
                <a:spcPct val="95000"/>
              </a:lnSpc>
            </a:pPr>
            <a:r>
              <a:rPr lang="en-US" sz="2000" dirty="0">
                <a:solidFill>
                  <a:schemeClr val="bg1"/>
                </a:solidFill>
                <a:latin typeface="Consolas" panose="020B0609020204030204" pitchFamily="49" charset="0"/>
                <a:cs typeface="Consolas" panose="020B0609020204030204" pitchFamily="49" charset="0"/>
              </a:rPr>
              <a:t>    bnaapp01:</a:t>
            </a:r>
          </a:p>
          <a:p>
            <a:pPr>
              <a:lnSpc>
                <a:spcPct val="95000"/>
              </a:lnSpc>
            </a:pPr>
            <a:r>
              <a:rPr lang="en-US" sz="2000" dirty="0">
                <a:solidFill>
                  <a:schemeClr val="bg1"/>
                </a:solidFill>
                <a:latin typeface="Consolas" panose="020B0609020204030204" pitchFamily="49" charset="0"/>
                <a:cs typeface="Consolas" panose="020B0609020204030204" pitchFamily="49" charset="0"/>
              </a:rPr>
              <a:t>    bnaapp02:</a:t>
            </a:r>
          </a:p>
          <a:p>
            <a:pPr>
              <a:lnSpc>
                <a:spcPct val="95000"/>
              </a:lnSpc>
            </a:pPr>
            <a:r>
              <a:rPr lang="en-US" sz="2000" dirty="0" err="1">
                <a:solidFill>
                  <a:schemeClr val="accent3"/>
                </a:solidFill>
                <a:latin typeface="Consolas" panose="020B0609020204030204" pitchFamily="49" charset="0"/>
                <a:cs typeface="Consolas" panose="020B0609020204030204" pitchFamily="49" charset="0"/>
              </a:rPr>
              <a:t>atlanta</a:t>
            </a:r>
            <a:r>
              <a:rPr lang="en-US" sz="2000" dirty="0">
                <a:solidFill>
                  <a:schemeClr val="accent3"/>
                </a:solidFill>
                <a:latin typeface="Consolas" panose="020B0609020204030204" pitchFamily="49" charset="0"/>
                <a:cs typeface="Consolas" panose="020B0609020204030204" pitchFamily="49" charset="0"/>
              </a:rPr>
              <a:t>:</a:t>
            </a:r>
          </a:p>
          <a:p>
            <a:pPr>
              <a:lnSpc>
                <a:spcPct val="95000"/>
              </a:lnSpc>
            </a:pPr>
            <a:r>
              <a:rPr lang="en-US" sz="2000" dirty="0">
                <a:solidFill>
                  <a:schemeClr val="bg1"/>
                </a:solidFill>
                <a:latin typeface="Consolas" panose="020B0609020204030204" pitchFamily="49" charset="0"/>
                <a:cs typeface="Consolas" panose="020B0609020204030204" pitchFamily="49" charset="0"/>
              </a:rPr>
              <a:t>  hosts:</a:t>
            </a:r>
          </a:p>
          <a:p>
            <a:pPr>
              <a:lnSpc>
                <a:spcPct val="95000"/>
              </a:lnSpc>
            </a:pPr>
            <a:r>
              <a:rPr lang="en-US" sz="2000" dirty="0">
                <a:solidFill>
                  <a:schemeClr val="bg1"/>
                </a:solidFill>
                <a:latin typeface="Consolas" panose="020B0609020204030204" pitchFamily="49" charset="0"/>
                <a:cs typeface="Consolas" panose="020B0609020204030204" pitchFamily="49" charset="0"/>
              </a:rPr>
              <a:t>    atlapp03:</a:t>
            </a:r>
          </a:p>
          <a:p>
            <a:pPr>
              <a:lnSpc>
                <a:spcPct val="95000"/>
              </a:lnSpc>
            </a:pPr>
            <a:r>
              <a:rPr lang="en-US" sz="2000" dirty="0">
                <a:solidFill>
                  <a:schemeClr val="bg1"/>
                </a:solidFill>
                <a:latin typeface="Consolas" panose="020B0609020204030204" pitchFamily="49" charset="0"/>
                <a:cs typeface="Consolas" panose="020B0609020204030204" pitchFamily="49" charset="0"/>
              </a:rPr>
              <a:t>    atlapp04:</a:t>
            </a:r>
          </a:p>
          <a:p>
            <a:pPr>
              <a:lnSpc>
                <a:spcPct val="95000"/>
              </a:lnSpc>
            </a:pPr>
            <a:r>
              <a:rPr lang="en-US" sz="2000" dirty="0">
                <a:solidFill>
                  <a:schemeClr val="bg1"/>
                </a:solidFill>
                <a:latin typeface="Consolas" panose="020B0609020204030204" pitchFamily="49" charset="0"/>
                <a:cs typeface="Consolas" panose="020B0609020204030204" pitchFamily="49" charset="0"/>
              </a:rPr>
              <a:t>south:</a:t>
            </a:r>
          </a:p>
          <a:p>
            <a:pPr>
              <a:lnSpc>
                <a:spcPct val="95000"/>
              </a:lnSpc>
            </a:pPr>
            <a:r>
              <a:rPr lang="en-US" sz="2000" dirty="0">
                <a:solidFill>
                  <a:schemeClr val="bg1"/>
                </a:solidFill>
                <a:latin typeface="Consolas" panose="020B0609020204030204" pitchFamily="49" charset="0"/>
                <a:cs typeface="Consolas" panose="020B0609020204030204" pitchFamily="49" charset="0"/>
              </a:rPr>
              <a:t>  hosts:</a:t>
            </a:r>
          </a:p>
          <a:p>
            <a:pPr>
              <a:lnSpc>
                <a:spcPct val="95000"/>
              </a:lnSpc>
            </a:pPr>
            <a:r>
              <a:rPr lang="en-US" sz="2000" dirty="0">
                <a:solidFill>
                  <a:schemeClr val="bg1"/>
                </a:solidFill>
                <a:latin typeface="Consolas" panose="020B0609020204030204" pitchFamily="49" charset="0"/>
                <a:cs typeface="Consolas" panose="020B0609020204030204" pitchFamily="49" charset="0"/>
              </a:rPr>
              <a:t>    </a:t>
            </a:r>
            <a:r>
              <a:rPr lang="en-US" sz="2000" dirty="0">
                <a:solidFill>
                  <a:srgbClr val="00B0F0"/>
                </a:solidFill>
                <a:latin typeface="Consolas" panose="020B0609020204030204" pitchFamily="49" charset="0"/>
                <a:cs typeface="Consolas" panose="020B0609020204030204" pitchFamily="49" charset="0"/>
              </a:rPr>
              <a:t>hsvapp05:</a:t>
            </a:r>
            <a:endParaRPr lang="en-US" sz="2000" dirty="0">
              <a:solidFill>
                <a:schemeClr val="bg1"/>
              </a:solidFill>
              <a:latin typeface="Consolas" panose="020B0609020204030204" pitchFamily="49" charset="0"/>
              <a:cs typeface="Consolas" panose="020B0609020204030204" pitchFamily="49" charset="0"/>
            </a:endParaRPr>
          </a:p>
          <a:p>
            <a:pPr>
              <a:lnSpc>
                <a:spcPct val="95000"/>
              </a:lnSpc>
            </a:pPr>
            <a:r>
              <a:rPr lang="en-US" sz="2000" dirty="0">
                <a:solidFill>
                  <a:schemeClr val="bg1"/>
                </a:solidFill>
                <a:latin typeface="Consolas" panose="020B0609020204030204" pitchFamily="49" charset="0"/>
                <a:cs typeface="Consolas" panose="020B0609020204030204" pitchFamily="49" charset="0"/>
              </a:rPr>
              <a:t>  children:</a:t>
            </a:r>
          </a:p>
          <a:p>
            <a:pPr>
              <a:lnSpc>
                <a:spcPct val="95000"/>
              </a:lnSpc>
            </a:pPr>
            <a:r>
              <a:rPr lang="en-US" sz="2000" dirty="0">
                <a:solidFill>
                  <a:schemeClr val="accent3"/>
                </a:solidFill>
                <a:latin typeface="Consolas" panose="020B0609020204030204" pitchFamily="49" charset="0"/>
                <a:cs typeface="Consolas" panose="020B0609020204030204" pitchFamily="49" charset="0"/>
              </a:rPr>
              <a:t>    </a:t>
            </a:r>
            <a:r>
              <a:rPr lang="en-US" sz="2000" dirty="0" err="1">
                <a:solidFill>
                  <a:schemeClr val="accent3"/>
                </a:solidFill>
                <a:latin typeface="Consolas" panose="020B0609020204030204" pitchFamily="49" charset="0"/>
                <a:cs typeface="Consolas" panose="020B0609020204030204" pitchFamily="49" charset="0"/>
              </a:rPr>
              <a:t>atlanta</a:t>
            </a:r>
            <a:r>
              <a:rPr lang="en-US" sz="2000" dirty="0">
                <a:solidFill>
                  <a:schemeClr val="accent3"/>
                </a:solidFill>
                <a:latin typeface="Consolas" panose="020B0609020204030204" pitchFamily="49" charset="0"/>
                <a:cs typeface="Consolas" panose="020B0609020204030204" pitchFamily="49" charset="0"/>
              </a:rPr>
              <a:t>:</a:t>
            </a:r>
          </a:p>
          <a:p>
            <a:pPr>
              <a:lnSpc>
                <a:spcPct val="95000"/>
              </a:lnSpc>
            </a:pPr>
            <a:r>
              <a:rPr lang="en-US" sz="2000" dirty="0">
                <a:solidFill>
                  <a:schemeClr val="accent3"/>
                </a:solidFill>
                <a:latin typeface="Consolas" panose="020B0609020204030204" pitchFamily="49" charset="0"/>
                <a:cs typeface="Consolas" panose="020B0609020204030204" pitchFamily="49" charset="0"/>
              </a:rPr>
              <a:t>    Nashville:</a:t>
            </a:r>
          </a:p>
        </p:txBody>
      </p:sp>
      <p:sp>
        <p:nvSpPr>
          <p:cNvPr id="8" name="TextBox 7">
            <a:extLst>
              <a:ext uri="{FF2B5EF4-FFF2-40B4-BE49-F238E27FC236}">
                <a16:creationId xmlns:a16="http://schemas.microsoft.com/office/drawing/2014/main" id="{27806CAD-A19D-1543-998A-C9A03040E989}"/>
              </a:ext>
            </a:extLst>
          </p:cNvPr>
          <p:cNvSpPr txBox="1"/>
          <p:nvPr/>
        </p:nvSpPr>
        <p:spPr>
          <a:xfrm>
            <a:off x="4724400" y="6371379"/>
            <a:ext cx="3276600" cy="297004"/>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700" b="0" i="0" u="none" strike="noStrike" kern="1200" cap="none" spc="0" normalizeH="0" baseline="0" noProof="0" dirty="0">
                <a:ln>
                  <a:noFill/>
                </a:ln>
                <a:solidFill>
                  <a:schemeClr val="bg1"/>
                </a:solidFill>
                <a:effectLst/>
                <a:uLnTx/>
                <a:uFillTx/>
                <a:latin typeface="+mn-lt"/>
              </a:rPr>
              <a:t>Some </a:t>
            </a:r>
            <a:r>
              <a:rPr lang="en-US" sz="700" dirty="0">
                <a:solidFill>
                  <a:schemeClr val="bg1"/>
                </a:solidFill>
              </a:rPr>
              <a:t>examples sourced from https://</a:t>
            </a:r>
            <a:r>
              <a:rPr lang="en-US" sz="700" dirty="0" err="1">
                <a:solidFill>
                  <a:schemeClr val="bg1"/>
                </a:solidFill>
              </a:rPr>
              <a:t>github.com</a:t>
            </a:r>
            <a:r>
              <a:rPr lang="en-US" sz="700" dirty="0">
                <a:solidFill>
                  <a:schemeClr val="bg1"/>
                </a:solidFill>
              </a:rPr>
              <a:t>/ansible/workshops/blob/master/decks/</a:t>
            </a:r>
            <a:r>
              <a:rPr lang="en-US" sz="700" dirty="0" err="1">
                <a:solidFill>
                  <a:schemeClr val="bg1"/>
                </a:solidFill>
              </a:rPr>
              <a:t>ansible_rhel.pdf</a:t>
            </a:r>
            <a:endParaRPr kumimoji="0" lang="en-US" sz="7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1242451374"/>
      </p:ext>
    </p:extLst>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Configuration File</a:t>
            </a:r>
          </a:p>
        </p:txBody>
      </p:sp>
      <p:sp>
        <p:nvSpPr>
          <p:cNvPr id="3" name="Content Placeholder 2">
            <a:extLst>
              <a:ext uri="{FF2B5EF4-FFF2-40B4-BE49-F238E27FC236}">
                <a16:creationId xmlns:a16="http://schemas.microsoft.com/office/drawing/2014/main" id="{C226A93C-4492-3D4F-9165-E2F29DBE08DE}"/>
              </a:ext>
            </a:extLst>
          </p:cNvPr>
          <p:cNvSpPr>
            <a:spLocks noGrp="1"/>
          </p:cNvSpPr>
          <p:nvPr>
            <p:ph sz="quarter" idx="14"/>
          </p:nvPr>
        </p:nvSpPr>
        <p:spPr>
          <a:xfrm>
            <a:off x="250626" y="1664670"/>
            <a:ext cx="11661637" cy="4479925"/>
          </a:xfrm>
        </p:spPr>
        <p:txBody>
          <a:bodyPr/>
          <a:lstStyle/>
          <a:p>
            <a:r>
              <a:rPr lang="en-US" dirty="0"/>
              <a:t>Basic configuration for Ansible</a:t>
            </a:r>
          </a:p>
          <a:p>
            <a:r>
              <a:rPr lang="en-US" dirty="0"/>
              <a:t>Can be in multiple locations, with different precedence</a:t>
            </a:r>
          </a:p>
          <a:p>
            <a:r>
              <a:rPr lang="en-US" dirty="0"/>
              <a:t>Here: </a:t>
            </a:r>
            <a:r>
              <a:rPr lang="en-US" dirty="0">
                <a:solidFill>
                  <a:schemeClr val="accent3"/>
                </a:solidFill>
              </a:rPr>
              <a:t>.</a:t>
            </a:r>
            <a:r>
              <a:rPr lang="en-US" dirty="0" err="1">
                <a:solidFill>
                  <a:schemeClr val="accent3"/>
                </a:solidFill>
              </a:rPr>
              <a:t>ansible.cfg</a:t>
            </a:r>
            <a:r>
              <a:rPr lang="en-US" dirty="0">
                <a:solidFill>
                  <a:schemeClr val="accent3"/>
                </a:solidFill>
              </a:rPr>
              <a:t> </a:t>
            </a:r>
            <a:r>
              <a:rPr lang="en-US" dirty="0"/>
              <a:t>in the home directory</a:t>
            </a:r>
          </a:p>
          <a:p>
            <a:r>
              <a:rPr lang="en-US" dirty="0"/>
              <a:t>Configures where to find the inventory</a:t>
            </a:r>
          </a:p>
          <a:p>
            <a:pPr lvl="2"/>
            <a:endParaRPr lang="en-US" dirty="0"/>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endParaRPr lang="en-US"/>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Tree>
    <p:extLst>
      <p:ext uri="{BB962C8B-B14F-4D97-AF65-F5344CB8AC3E}">
        <p14:creationId xmlns:p14="http://schemas.microsoft.com/office/powerpoint/2010/main" val="3328233106"/>
      </p:ext>
    </p:extLst>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Configuration File</a:t>
            </a:r>
          </a:p>
        </p:txBody>
      </p:sp>
      <p:sp>
        <p:nvSpPr>
          <p:cNvPr id="3" name="Content Placeholder 2">
            <a:extLst>
              <a:ext uri="{FF2B5EF4-FFF2-40B4-BE49-F238E27FC236}">
                <a16:creationId xmlns:a16="http://schemas.microsoft.com/office/drawing/2014/main" id="{C226A93C-4492-3D4F-9165-E2F29DBE08DE}"/>
              </a:ext>
            </a:extLst>
          </p:cNvPr>
          <p:cNvSpPr>
            <a:spLocks noGrp="1"/>
          </p:cNvSpPr>
          <p:nvPr>
            <p:ph sz="quarter" idx="14"/>
          </p:nvPr>
        </p:nvSpPr>
        <p:spPr>
          <a:xfrm>
            <a:off x="250626" y="1664670"/>
            <a:ext cx="11661637" cy="4479925"/>
          </a:xfrm>
        </p:spPr>
        <p:txBody>
          <a:bodyPr/>
          <a:lstStyle/>
          <a:p>
            <a:r>
              <a:rPr lang="en-US" dirty="0">
                <a:solidFill>
                  <a:schemeClr val="accent3"/>
                </a:solidFill>
              </a:rPr>
              <a:t>ANSIBLE_CONFIG </a:t>
            </a:r>
            <a:r>
              <a:rPr lang="en-US" dirty="0"/>
              <a:t>(environment variable if set)</a:t>
            </a:r>
          </a:p>
          <a:p>
            <a:r>
              <a:rPr lang="en-US" dirty="0" err="1">
                <a:solidFill>
                  <a:schemeClr val="accent3"/>
                </a:solidFill>
              </a:rPr>
              <a:t>ansible.cfg</a:t>
            </a:r>
            <a:r>
              <a:rPr lang="en-US" dirty="0">
                <a:solidFill>
                  <a:schemeClr val="accent3"/>
                </a:solidFill>
              </a:rPr>
              <a:t> </a:t>
            </a:r>
            <a:r>
              <a:rPr lang="en-US" dirty="0"/>
              <a:t>(in the current directory)</a:t>
            </a:r>
          </a:p>
          <a:p>
            <a:r>
              <a:rPr lang="en-US" dirty="0">
                <a:solidFill>
                  <a:schemeClr val="accent3"/>
                </a:solidFill>
              </a:rPr>
              <a:t>~/.</a:t>
            </a:r>
            <a:r>
              <a:rPr lang="en-US" dirty="0" err="1">
                <a:solidFill>
                  <a:schemeClr val="accent3"/>
                </a:solidFill>
              </a:rPr>
              <a:t>ansible.cfg</a:t>
            </a:r>
            <a:r>
              <a:rPr lang="en-US" dirty="0">
                <a:solidFill>
                  <a:schemeClr val="accent3"/>
                </a:solidFill>
              </a:rPr>
              <a:t> </a:t>
            </a:r>
            <a:r>
              <a:rPr lang="en-US" dirty="0"/>
              <a:t>(in the home directory)</a:t>
            </a:r>
          </a:p>
          <a:p>
            <a:r>
              <a:rPr lang="en-US" dirty="0">
                <a:solidFill>
                  <a:schemeClr val="accent3"/>
                </a:solidFill>
              </a:rPr>
              <a:t>/</a:t>
            </a:r>
            <a:r>
              <a:rPr lang="en-US" dirty="0" err="1">
                <a:solidFill>
                  <a:schemeClr val="accent3"/>
                </a:solidFill>
              </a:rPr>
              <a:t>etc</a:t>
            </a:r>
            <a:r>
              <a:rPr lang="en-US" dirty="0">
                <a:solidFill>
                  <a:schemeClr val="accent3"/>
                </a:solidFill>
              </a:rPr>
              <a:t>/ansible/</a:t>
            </a:r>
            <a:r>
              <a:rPr lang="en-US" dirty="0" err="1">
                <a:solidFill>
                  <a:schemeClr val="accent3"/>
                </a:solidFill>
              </a:rPr>
              <a:t>ansible.cfg</a:t>
            </a:r>
            <a:r>
              <a:rPr lang="en-US" dirty="0">
                <a:solidFill>
                  <a:schemeClr val="accent3"/>
                </a:solidFill>
              </a:rPr>
              <a:t> </a:t>
            </a:r>
            <a:r>
              <a:rPr lang="en-US" dirty="0"/>
              <a:t>(installed as Ansible default)</a:t>
            </a:r>
          </a:p>
          <a:p>
            <a:endParaRPr lang="en-US" dirty="0"/>
          </a:p>
          <a:p>
            <a:pPr marL="0" indent="0">
              <a:buNone/>
            </a:pPr>
            <a:r>
              <a:rPr lang="en-US" dirty="0">
                <a:latin typeface="Consolas" panose="020B0609020204030204" pitchFamily="49" charset="0"/>
                <a:cs typeface="Courier New" panose="02070309020205020404" pitchFamily="49" charset="0"/>
              </a:rPr>
              <a:t>[default]</a:t>
            </a:r>
          </a:p>
          <a:p>
            <a:pPr marL="0" indent="0">
              <a:buNone/>
            </a:pPr>
            <a:r>
              <a:rPr lang="en-US" b="0" i="0" dirty="0">
                <a:effectLst/>
                <a:latin typeface="Consolas" panose="020B0609020204030204" pitchFamily="49" charset="0"/>
                <a:cs typeface="Courier New" panose="02070309020205020404" pitchFamily="49" charset="0"/>
              </a:rPr>
              <a:t># Use the YAML callback plugin.</a:t>
            </a:r>
            <a:br>
              <a:rPr lang="en-US" dirty="0">
                <a:latin typeface="Courier New" panose="02070309020205020404" pitchFamily="49" charset="0"/>
                <a:cs typeface="Courier New" panose="02070309020205020404" pitchFamily="49" charset="0"/>
              </a:rPr>
            </a:br>
            <a:r>
              <a:rPr lang="en-BE" dirty="0" err="1">
                <a:latin typeface="Consolas" panose="020B0609020204030204" pitchFamily="49" charset="0"/>
              </a:rPr>
              <a:t>callback_result_format</a:t>
            </a:r>
            <a:r>
              <a:rPr lang="en-BE" dirty="0">
                <a:latin typeface="Consolas" panose="020B0609020204030204" pitchFamily="49" charset="0"/>
              </a:rPr>
              <a:t> = </a:t>
            </a:r>
            <a:r>
              <a:rPr lang="en-BE" dirty="0" err="1">
                <a:latin typeface="Consolas" panose="020B0609020204030204" pitchFamily="49" charset="0"/>
              </a:rPr>
              <a:t>yaml</a:t>
            </a:r>
            <a:endParaRPr lang="en-US" dirty="0">
              <a:latin typeface="Consolas" panose="020B0609020204030204" pitchFamily="49" charset="0"/>
              <a:cs typeface="Courier New" panose="02070309020205020404" pitchFamily="49" charset="0"/>
            </a:endParaRP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Search order</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Tree>
    <p:extLst>
      <p:ext uri="{BB962C8B-B14F-4D97-AF65-F5344CB8AC3E}">
        <p14:creationId xmlns:p14="http://schemas.microsoft.com/office/powerpoint/2010/main" val="1485160605"/>
      </p:ext>
    </p:extLst>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Ad-Hoc Commands</a:t>
            </a:r>
          </a:p>
        </p:txBody>
      </p:sp>
      <p:sp>
        <p:nvSpPr>
          <p:cNvPr id="3" name="Content Placeholder 2">
            <a:extLst>
              <a:ext uri="{FF2B5EF4-FFF2-40B4-BE49-F238E27FC236}">
                <a16:creationId xmlns:a16="http://schemas.microsoft.com/office/drawing/2014/main" id="{C226A93C-4492-3D4F-9165-E2F29DBE08DE}"/>
              </a:ext>
            </a:extLst>
          </p:cNvPr>
          <p:cNvSpPr>
            <a:spLocks noGrp="1"/>
          </p:cNvSpPr>
          <p:nvPr>
            <p:ph sz="quarter" idx="14"/>
          </p:nvPr>
        </p:nvSpPr>
        <p:spPr>
          <a:xfrm>
            <a:off x="250626" y="1664670"/>
            <a:ext cx="11661637" cy="4479925"/>
          </a:xfrm>
        </p:spPr>
        <p:txBody>
          <a:bodyPr/>
          <a:lstStyle/>
          <a:p>
            <a:r>
              <a:rPr lang="en-US" dirty="0"/>
              <a:t>Single Ansible command to perform a task quickly, directly on the command line</a:t>
            </a:r>
          </a:p>
          <a:p>
            <a:r>
              <a:rPr lang="en-US" dirty="0"/>
              <a:t>Most basic operation that can be performed</a:t>
            </a:r>
          </a:p>
          <a:p>
            <a:r>
              <a:rPr lang="en-US" dirty="0"/>
              <a:t>Here is an example using Ansible ping – which is not ICMP</a:t>
            </a:r>
          </a:p>
          <a:p>
            <a:r>
              <a:rPr lang="en-US" dirty="0">
                <a:highlight>
                  <a:srgbClr val="000000"/>
                </a:highlight>
                <a:latin typeface="Consolas" panose="020B0609020204030204" pitchFamily="49" charset="0"/>
                <a:cs typeface="Consolas" panose="020B0609020204030204" pitchFamily="49" charset="0"/>
              </a:rPr>
              <a:t>$ ansible all -m ping</a:t>
            </a:r>
          </a:p>
          <a:p>
            <a:pPr lvl="2"/>
            <a:endParaRPr lang="en-US" dirty="0"/>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endParaRPr lang="en-US" dirty="0"/>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Tree>
    <p:extLst>
      <p:ext uri="{BB962C8B-B14F-4D97-AF65-F5344CB8AC3E}">
        <p14:creationId xmlns:p14="http://schemas.microsoft.com/office/powerpoint/2010/main" val="4118887195"/>
      </p:ext>
    </p:extLst>
  </p:cSld>
  <p:clrMapOvr>
    <a:masterClrMapping/>
  </p:clrMapOvr>
  <p:transition spd="med">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Ad-Hoc Commands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ping</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Content Placeholder 6">
            <a:extLst>
              <a:ext uri="{FF2B5EF4-FFF2-40B4-BE49-F238E27FC236}">
                <a16:creationId xmlns:a16="http://schemas.microsoft.com/office/drawing/2014/main" id="{409CF074-C267-3447-A6D5-335E653751C6}"/>
              </a:ext>
            </a:extLst>
          </p:cNvPr>
          <p:cNvSpPr>
            <a:spLocks noGrp="1"/>
          </p:cNvSpPr>
          <p:nvPr>
            <p:ph sz="quarter" idx="14"/>
          </p:nvPr>
        </p:nvSpPr>
        <p:spPr>
          <a:xfrm>
            <a:off x="250825" y="1665288"/>
            <a:ext cx="11661775" cy="4479925"/>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indent="0">
              <a:lnSpc>
                <a:spcPct val="95000"/>
              </a:lnSpc>
              <a:buNone/>
            </a:pPr>
            <a:r>
              <a:rPr lang="en-US" sz="2000" dirty="0">
                <a:solidFill>
                  <a:schemeClr val="bg1"/>
                </a:solidFill>
                <a:latin typeface="Consolas" panose="020B0609020204030204" pitchFamily="49" charset="0"/>
                <a:cs typeface="Consolas" panose="020B0609020204030204" pitchFamily="49" charset="0"/>
              </a:rPr>
              <a:t># Check connections (submarine ping, not ICMP)</a:t>
            </a:r>
          </a:p>
          <a:p>
            <a:pPr marL="0" indent="0">
              <a:lnSpc>
                <a:spcPct val="95000"/>
              </a:lnSpc>
              <a:buNone/>
            </a:pPr>
            <a:r>
              <a:rPr lang="en-US" sz="2000" dirty="0">
                <a:solidFill>
                  <a:schemeClr val="bg1"/>
                </a:solidFill>
                <a:latin typeface="Consolas" panose="020B0609020204030204" pitchFamily="49" charset="0"/>
                <a:cs typeface="Consolas" panose="020B0609020204030204" pitchFamily="49" charset="0"/>
              </a:rPr>
              <a:t>[</a:t>
            </a:r>
            <a:r>
              <a:rPr lang="en-US" sz="2000" dirty="0" err="1">
                <a:solidFill>
                  <a:schemeClr val="bg1"/>
                </a:solidFill>
                <a:latin typeface="Consolas" panose="020B0609020204030204" pitchFamily="49" charset="0"/>
                <a:cs typeface="Consolas" panose="020B0609020204030204" pitchFamily="49" charset="0"/>
              </a:rPr>
              <a:t>user@ansible</a:t>
            </a:r>
            <a:r>
              <a:rPr lang="en-US" sz="2000" dirty="0">
                <a:solidFill>
                  <a:schemeClr val="bg1"/>
                </a:solidFill>
                <a:latin typeface="Consolas" panose="020B0609020204030204" pitchFamily="49" charset="0"/>
                <a:cs typeface="Consolas" panose="020B0609020204030204" pitchFamily="49" charset="0"/>
              </a:rPr>
              <a:t>]$ ansible all -m ping</a:t>
            </a:r>
          </a:p>
          <a:p>
            <a:pPr marL="0" indent="0">
              <a:lnSpc>
                <a:spcPct val="95000"/>
              </a:lnSpc>
              <a:buNone/>
            </a:pPr>
            <a:endParaRPr lang="en-US" sz="2000" dirty="0">
              <a:solidFill>
                <a:schemeClr val="bg1"/>
              </a:solidFill>
              <a:latin typeface="Consolas" panose="020B0609020204030204" pitchFamily="49" charset="0"/>
              <a:cs typeface="Consolas" panose="020B0609020204030204" pitchFamily="49" charset="0"/>
            </a:endParaRPr>
          </a:p>
          <a:p>
            <a:pPr marL="0" indent="0">
              <a:lnSpc>
                <a:spcPct val="95000"/>
              </a:lnSpc>
              <a:buNone/>
            </a:pPr>
            <a:r>
              <a:rPr lang="en-US" sz="2000" dirty="0">
                <a:solidFill>
                  <a:schemeClr val="tx2"/>
                </a:solidFill>
                <a:latin typeface="Consolas" panose="020B0609020204030204" pitchFamily="49" charset="0"/>
                <a:cs typeface="Consolas" panose="020B0609020204030204" pitchFamily="49" charset="0"/>
              </a:rPr>
              <a:t>web1 | SUCCESS =&gt; {</a:t>
            </a:r>
          </a:p>
          <a:p>
            <a:pPr marL="0" indent="0">
              <a:lnSpc>
                <a:spcPct val="95000"/>
              </a:lnSpc>
              <a:buNone/>
            </a:pPr>
            <a:r>
              <a:rPr lang="en-US" sz="2000" dirty="0">
                <a:solidFill>
                  <a:schemeClr val="tx2"/>
                </a:solidFill>
                <a:latin typeface="Consolas" panose="020B0609020204030204" pitchFamily="49" charset="0"/>
                <a:cs typeface="Consolas" panose="020B0609020204030204" pitchFamily="49" charset="0"/>
              </a:rPr>
              <a:t>   “</a:t>
            </a:r>
            <a:r>
              <a:rPr lang="en-US" sz="2000" dirty="0" err="1">
                <a:solidFill>
                  <a:schemeClr val="tx2"/>
                </a:solidFill>
                <a:latin typeface="Consolas" panose="020B0609020204030204" pitchFamily="49" charset="0"/>
                <a:cs typeface="Consolas" panose="020B0609020204030204" pitchFamily="49" charset="0"/>
              </a:rPr>
              <a:t>ansible_facts</a:t>
            </a:r>
            <a:r>
              <a:rPr lang="en-US" sz="2000" dirty="0">
                <a:solidFill>
                  <a:schemeClr val="tx2"/>
                </a:solidFill>
                <a:latin typeface="Consolas" panose="020B0609020204030204" pitchFamily="49" charset="0"/>
                <a:cs typeface="Consolas" panose="020B0609020204030204" pitchFamily="49" charset="0"/>
              </a:rPr>
              <a:t>”: {</a:t>
            </a:r>
          </a:p>
          <a:p>
            <a:pPr marL="0" indent="0">
              <a:lnSpc>
                <a:spcPct val="95000"/>
              </a:lnSpc>
              <a:buNone/>
            </a:pPr>
            <a:r>
              <a:rPr lang="en-US" sz="2000" dirty="0">
                <a:solidFill>
                  <a:schemeClr val="tx2"/>
                </a:solidFill>
                <a:latin typeface="Consolas" panose="020B0609020204030204" pitchFamily="49" charset="0"/>
                <a:cs typeface="Consolas" panose="020B0609020204030204" pitchFamily="49" charset="0"/>
              </a:rPr>
              <a:t>         “</a:t>
            </a:r>
            <a:r>
              <a:rPr lang="en-US" sz="2000" dirty="0" err="1">
                <a:solidFill>
                  <a:schemeClr val="tx2"/>
                </a:solidFill>
                <a:latin typeface="Consolas" panose="020B0609020204030204" pitchFamily="49" charset="0"/>
                <a:cs typeface="Consolas" panose="020B0609020204030204" pitchFamily="49" charset="0"/>
              </a:rPr>
              <a:t>discovered_interpreter_python</a:t>
            </a:r>
            <a:r>
              <a:rPr lang="en-US" sz="2000" dirty="0">
                <a:solidFill>
                  <a:schemeClr val="tx2"/>
                </a:solidFill>
                <a:latin typeface="Consolas" panose="020B0609020204030204" pitchFamily="49" charset="0"/>
                <a:cs typeface="Consolas" panose="020B0609020204030204" pitchFamily="49" charset="0"/>
              </a:rPr>
              <a:t>”: “/</a:t>
            </a:r>
            <a:r>
              <a:rPr lang="en-US" sz="2000" dirty="0" err="1">
                <a:solidFill>
                  <a:schemeClr val="tx2"/>
                </a:solidFill>
                <a:latin typeface="Consolas" panose="020B0609020204030204" pitchFamily="49" charset="0"/>
                <a:cs typeface="Consolas" panose="020B0609020204030204" pitchFamily="49" charset="0"/>
              </a:rPr>
              <a:t>usr</a:t>
            </a:r>
            <a:r>
              <a:rPr lang="en-US" sz="2000" dirty="0">
                <a:solidFill>
                  <a:schemeClr val="tx2"/>
                </a:solidFill>
                <a:latin typeface="Consolas" panose="020B0609020204030204" pitchFamily="49" charset="0"/>
                <a:cs typeface="Consolas" panose="020B0609020204030204" pitchFamily="49" charset="0"/>
              </a:rPr>
              <a:t>/bin/python”</a:t>
            </a:r>
          </a:p>
          <a:p>
            <a:pPr marL="0" indent="0">
              <a:lnSpc>
                <a:spcPct val="95000"/>
              </a:lnSpc>
              <a:buNone/>
            </a:pPr>
            <a:r>
              <a:rPr lang="en-US" sz="2000" dirty="0">
                <a:solidFill>
                  <a:schemeClr val="tx2"/>
                </a:solidFill>
                <a:latin typeface="Consolas" panose="020B0609020204030204" pitchFamily="49" charset="0"/>
                <a:cs typeface="Consolas" panose="020B0609020204030204" pitchFamily="49" charset="0"/>
              </a:rPr>
              <a:t>    },</a:t>
            </a:r>
          </a:p>
          <a:p>
            <a:pPr marL="0" indent="0">
              <a:lnSpc>
                <a:spcPct val="95000"/>
              </a:lnSpc>
              <a:buNone/>
            </a:pPr>
            <a:r>
              <a:rPr lang="en-US" sz="2000" dirty="0">
                <a:solidFill>
                  <a:schemeClr val="tx2"/>
                </a:solidFill>
                <a:latin typeface="Consolas" panose="020B0609020204030204" pitchFamily="49" charset="0"/>
                <a:cs typeface="Consolas" panose="020B0609020204030204" pitchFamily="49" charset="0"/>
              </a:rPr>
              <a:t>    “changed”: false,</a:t>
            </a:r>
          </a:p>
          <a:p>
            <a:pPr marL="0" indent="0">
              <a:lnSpc>
                <a:spcPct val="95000"/>
              </a:lnSpc>
              <a:buNone/>
            </a:pPr>
            <a:r>
              <a:rPr lang="en-US" sz="2000" dirty="0">
                <a:solidFill>
                  <a:schemeClr val="tx2"/>
                </a:solidFill>
                <a:latin typeface="Consolas" panose="020B0609020204030204" pitchFamily="49" charset="0"/>
                <a:cs typeface="Consolas" panose="020B0609020204030204" pitchFamily="49" charset="0"/>
              </a:rPr>
              <a:t>    “ping”: “pong”</a:t>
            </a:r>
          </a:p>
        </p:txBody>
      </p:sp>
      <p:sp>
        <p:nvSpPr>
          <p:cNvPr id="8" name="TextBox 7">
            <a:extLst>
              <a:ext uri="{FF2B5EF4-FFF2-40B4-BE49-F238E27FC236}">
                <a16:creationId xmlns:a16="http://schemas.microsoft.com/office/drawing/2014/main" id="{24155793-AA5C-D443-B886-EAD2050D2639}"/>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2774379944"/>
      </p:ext>
    </p:extLst>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Ad-Hoc Commands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The Ansible Command –help (Display some basic and extensive options)</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Content Placeholder 6">
            <a:extLst>
              <a:ext uri="{FF2B5EF4-FFF2-40B4-BE49-F238E27FC236}">
                <a16:creationId xmlns:a16="http://schemas.microsoft.com/office/drawing/2014/main" id="{409CF074-C267-3447-A6D5-335E653751C6}"/>
              </a:ext>
            </a:extLst>
          </p:cNvPr>
          <p:cNvSpPr>
            <a:spLocks noGrp="1"/>
          </p:cNvSpPr>
          <p:nvPr>
            <p:ph sz="quarter" idx="14"/>
          </p:nvPr>
        </p:nvSpPr>
        <p:spPr>
          <a:xfrm>
            <a:off x="250825" y="1665288"/>
            <a:ext cx="11661775" cy="4479925"/>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indent="0">
              <a:lnSpc>
                <a:spcPct val="95000"/>
              </a:lnSpc>
              <a:buNone/>
            </a:pPr>
            <a:r>
              <a:rPr lang="en-US" sz="1200" dirty="0">
                <a:solidFill>
                  <a:schemeClr val="bg1"/>
                </a:solidFill>
                <a:latin typeface="Consolas" panose="020B0609020204030204" pitchFamily="49" charset="0"/>
                <a:cs typeface="Consolas" panose="020B0609020204030204" pitchFamily="49" charset="0"/>
              </a:rPr>
              <a:t>[</a:t>
            </a:r>
            <a:r>
              <a:rPr lang="en-US" sz="1200" dirty="0" err="1">
                <a:solidFill>
                  <a:schemeClr val="bg1"/>
                </a:solidFill>
                <a:latin typeface="Consolas" panose="020B0609020204030204" pitchFamily="49" charset="0"/>
                <a:cs typeface="Consolas" panose="020B0609020204030204" pitchFamily="49" charset="0"/>
              </a:rPr>
              <a:t>user@ansible</a:t>
            </a:r>
            <a:r>
              <a:rPr lang="en-US" sz="1200" dirty="0">
                <a:solidFill>
                  <a:schemeClr val="bg1"/>
                </a:solidFill>
                <a:latin typeface="Consolas" panose="020B0609020204030204" pitchFamily="49" charset="0"/>
                <a:cs typeface="Consolas" panose="020B0609020204030204" pitchFamily="49" charset="0"/>
              </a:rPr>
              <a:t>]$ ansible --help </a:t>
            </a:r>
          </a:p>
          <a:p>
            <a:pPr marL="0" indent="0">
              <a:buNone/>
            </a:pPr>
            <a:r>
              <a:rPr lang="en-US" sz="1200" dirty="0">
                <a:solidFill>
                  <a:schemeClr val="bg1"/>
                </a:solidFill>
                <a:latin typeface="Consolas" panose="020B0609020204030204" pitchFamily="49" charset="0"/>
                <a:cs typeface="Consolas" panose="020B0609020204030204" pitchFamily="49" charset="0"/>
              </a:rPr>
              <a:t>usage: ansible [-h] [--version] [-v] [-b] [--become-method BECOME_METHOD][--become-user BECOME_USER] [-K] [-</a:t>
            </a:r>
            <a:r>
              <a:rPr lang="en-US" sz="1200" dirty="0" err="1">
                <a:solidFill>
                  <a:schemeClr val="bg1"/>
                </a:solidFill>
                <a:latin typeface="Consolas" panose="020B0609020204030204" pitchFamily="49" charset="0"/>
                <a:cs typeface="Consolas" panose="020B0609020204030204" pitchFamily="49" charset="0"/>
              </a:rPr>
              <a:t>i</a:t>
            </a:r>
            <a:r>
              <a:rPr lang="en-US" sz="1200" dirty="0">
                <a:solidFill>
                  <a:schemeClr val="bg1"/>
                </a:solidFill>
                <a:latin typeface="Consolas" panose="020B0609020204030204" pitchFamily="49" charset="0"/>
                <a:cs typeface="Consolas" panose="020B0609020204030204" pitchFamily="49" charset="0"/>
              </a:rPr>
              <a:t> INVENTORY] [--list-hosts]         [-l SUBSET] [-P POLL_INTERVAL] [-B SECONDS] [-o] [-t TREE] [-k] [--private-key PRIVATE_KEY_FILE] [-u REMOTE_USER] [-c CONNECTION] [-T TIMEOUT] [--</a:t>
            </a:r>
            <a:r>
              <a:rPr lang="en-US" sz="1200" dirty="0" err="1">
                <a:solidFill>
                  <a:schemeClr val="bg1"/>
                </a:solidFill>
                <a:latin typeface="Consolas" panose="020B0609020204030204" pitchFamily="49" charset="0"/>
                <a:cs typeface="Consolas" panose="020B0609020204030204" pitchFamily="49" charset="0"/>
              </a:rPr>
              <a:t>ssh</a:t>
            </a:r>
            <a:r>
              <a:rPr lang="en-US" sz="1200" dirty="0">
                <a:solidFill>
                  <a:schemeClr val="bg1"/>
                </a:solidFill>
                <a:latin typeface="Consolas" panose="020B0609020204030204" pitchFamily="49" charset="0"/>
                <a:cs typeface="Consolas" panose="020B0609020204030204" pitchFamily="49" charset="0"/>
              </a:rPr>
              <a:t>-common-</a:t>
            </a:r>
            <a:r>
              <a:rPr lang="en-US" sz="1200" dirty="0" err="1">
                <a:solidFill>
                  <a:schemeClr val="bg1"/>
                </a:solidFill>
                <a:latin typeface="Consolas" panose="020B0609020204030204" pitchFamily="49" charset="0"/>
                <a:cs typeface="Consolas" panose="020B0609020204030204" pitchFamily="49" charset="0"/>
              </a:rPr>
              <a:t>args</a:t>
            </a:r>
            <a:r>
              <a:rPr lang="en-US" sz="1200" dirty="0">
                <a:solidFill>
                  <a:schemeClr val="bg1"/>
                </a:solidFill>
                <a:latin typeface="Consolas" panose="020B0609020204030204" pitchFamily="49" charset="0"/>
                <a:cs typeface="Consolas" panose="020B0609020204030204" pitchFamily="49" charset="0"/>
              </a:rPr>
              <a:t> SSH_COMMON_ARGS] [--sftp-extra-</a:t>
            </a:r>
            <a:r>
              <a:rPr lang="en-US" sz="1200" dirty="0" err="1">
                <a:solidFill>
                  <a:schemeClr val="bg1"/>
                </a:solidFill>
                <a:latin typeface="Consolas" panose="020B0609020204030204" pitchFamily="49" charset="0"/>
                <a:cs typeface="Consolas" panose="020B0609020204030204" pitchFamily="49" charset="0"/>
              </a:rPr>
              <a:t>args</a:t>
            </a:r>
            <a:r>
              <a:rPr lang="en-US" sz="1200" dirty="0">
                <a:solidFill>
                  <a:schemeClr val="bg1"/>
                </a:solidFill>
                <a:latin typeface="Consolas" panose="020B0609020204030204" pitchFamily="49" charset="0"/>
                <a:cs typeface="Consolas" panose="020B0609020204030204" pitchFamily="49" charset="0"/>
              </a:rPr>
              <a:t> SFTP_EXTRA_ARGS] [--</a:t>
            </a:r>
            <a:r>
              <a:rPr lang="en-US" sz="1200" dirty="0" err="1">
                <a:solidFill>
                  <a:schemeClr val="bg1"/>
                </a:solidFill>
                <a:latin typeface="Consolas" panose="020B0609020204030204" pitchFamily="49" charset="0"/>
                <a:cs typeface="Consolas" panose="020B0609020204030204" pitchFamily="49" charset="0"/>
              </a:rPr>
              <a:t>scp</a:t>
            </a:r>
            <a:r>
              <a:rPr lang="en-US" sz="1200" dirty="0">
                <a:solidFill>
                  <a:schemeClr val="bg1"/>
                </a:solidFill>
                <a:latin typeface="Consolas" panose="020B0609020204030204" pitchFamily="49" charset="0"/>
                <a:cs typeface="Consolas" panose="020B0609020204030204" pitchFamily="49" charset="0"/>
              </a:rPr>
              <a:t>-extra-</a:t>
            </a:r>
            <a:r>
              <a:rPr lang="en-US" sz="1200" dirty="0" err="1">
                <a:solidFill>
                  <a:schemeClr val="bg1"/>
                </a:solidFill>
                <a:latin typeface="Consolas" panose="020B0609020204030204" pitchFamily="49" charset="0"/>
                <a:cs typeface="Consolas" panose="020B0609020204030204" pitchFamily="49" charset="0"/>
              </a:rPr>
              <a:t>args</a:t>
            </a:r>
            <a:r>
              <a:rPr lang="en-US" sz="1200" dirty="0">
                <a:solidFill>
                  <a:schemeClr val="bg1"/>
                </a:solidFill>
                <a:latin typeface="Consolas" panose="020B0609020204030204" pitchFamily="49" charset="0"/>
                <a:cs typeface="Consolas" panose="020B0609020204030204" pitchFamily="49" charset="0"/>
              </a:rPr>
              <a:t> SCP_EXTRA_ARGS] [--</a:t>
            </a:r>
            <a:r>
              <a:rPr lang="en-US" sz="1200" dirty="0" err="1">
                <a:solidFill>
                  <a:schemeClr val="bg1"/>
                </a:solidFill>
                <a:latin typeface="Consolas" panose="020B0609020204030204" pitchFamily="49" charset="0"/>
                <a:cs typeface="Consolas" panose="020B0609020204030204" pitchFamily="49" charset="0"/>
              </a:rPr>
              <a:t>ssh</a:t>
            </a:r>
            <a:r>
              <a:rPr lang="en-US" sz="1200" dirty="0">
                <a:solidFill>
                  <a:schemeClr val="bg1"/>
                </a:solidFill>
                <a:latin typeface="Consolas" panose="020B0609020204030204" pitchFamily="49" charset="0"/>
                <a:cs typeface="Consolas" panose="020B0609020204030204" pitchFamily="49" charset="0"/>
              </a:rPr>
              <a:t>-extra-</a:t>
            </a:r>
            <a:r>
              <a:rPr lang="en-US" sz="1200" dirty="0" err="1">
                <a:solidFill>
                  <a:schemeClr val="bg1"/>
                </a:solidFill>
                <a:latin typeface="Consolas" panose="020B0609020204030204" pitchFamily="49" charset="0"/>
                <a:cs typeface="Consolas" panose="020B0609020204030204" pitchFamily="49" charset="0"/>
              </a:rPr>
              <a:t>args</a:t>
            </a:r>
            <a:r>
              <a:rPr lang="en-US" sz="1200" dirty="0">
                <a:solidFill>
                  <a:schemeClr val="bg1"/>
                </a:solidFill>
                <a:latin typeface="Consolas" panose="020B0609020204030204" pitchFamily="49" charset="0"/>
                <a:cs typeface="Consolas" panose="020B0609020204030204" pitchFamily="49" charset="0"/>
              </a:rPr>
              <a:t> SSH_EXTRA_ARGS] [-C] [--syntax-check] [-D] [-e EXTRA_VARS] [--vault-id VAULT_IDS] [--ask-vault-pass | --vault-password-file VAULT_PASSWORD_FILES] [-f FORKS] [-M MODULE_PATH] [--playbook-</a:t>
            </a:r>
            <a:r>
              <a:rPr lang="en-US" sz="1200" dirty="0" err="1">
                <a:solidFill>
                  <a:schemeClr val="bg1"/>
                </a:solidFill>
                <a:latin typeface="Consolas" panose="020B0609020204030204" pitchFamily="49" charset="0"/>
                <a:cs typeface="Consolas" panose="020B0609020204030204" pitchFamily="49" charset="0"/>
              </a:rPr>
              <a:t>dir</a:t>
            </a:r>
            <a:r>
              <a:rPr lang="en-US" sz="1200" dirty="0">
                <a:solidFill>
                  <a:schemeClr val="bg1"/>
                </a:solidFill>
                <a:latin typeface="Consolas" panose="020B0609020204030204" pitchFamily="49" charset="0"/>
                <a:cs typeface="Consolas" panose="020B0609020204030204" pitchFamily="49" charset="0"/>
              </a:rPr>
              <a:t> BASEDIR] [-a MODULE_ARGS] [-m MODULE_NAME] pattern</a:t>
            </a:r>
          </a:p>
          <a:p>
            <a:pPr marL="0" indent="0">
              <a:buNone/>
            </a:pPr>
            <a:r>
              <a:rPr lang="en-US" sz="1200" dirty="0">
                <a:solidFill>
                  <a:schemeClr val="bg1"/>
                </a:solidFill>
                <a:latin typeface="Consolas" panose="020B0609020204030204" pitchFamily="49" charset="0"/>
                <a:cs typeface="Consolas" panose="020B0609020204030204" pitchFamily="49" charset="0"/>
              </a:rPr>
              <a:t>Define and run a single task 'playbook' against a set of hosts</a:t>
            </a:r>
          </a:p>
          <a:p>
            <a:pPr marL="0" indent="0">
              <a:buNone/>
            </a:pPr>
            <a:r>
              <a:rPr lang="en-US" sz="1200" dirty="0">
                <a:solidFill>
                  <a:schemeClr val="bg1"/>
                </a:solidFill>
                <a:latin typeface="Consolas" panose="020B0609020204030204" pitchFamily="49" charset="0"/>
                <a:cs typeface="Consolas" panose="020B0609020204030204" pitchFamily="49" charset="0"/>
              </a:rPr>
              <a:t>positional arguments:</a:t>
            </a:r>
          </a:p>
          <a:p>
            <a:pPr marL="0" indent="0">
              <a:buNone/>
            </a:pPr>
            <a:r>
              <a:rPr lang="en-US" sz="1200" dirty="0">
                <a:solidFill>
                  <a:schemeClr val="bg1"/>
                </a:solidFill>
                <a:latin typeface="Consolas" panose="020B0609020204030204" pitchFamily="49" charset="0"/>
                <a:cs typeface="Consolas" panose="020B0609020204030204" pitchFamily="49" charset="0"/>
              </a:rPr>
              <a:t>  pattern               host pattern</a:t>
            </a:r>
          </a:p>
          <a:p>
            <a:pPr marL="0" indent="0">
              <a:buNone/>
            </a:pPr>
            <a:r>
              <a:rPr lang="en-US" sz="1200" dirty="0">
                <a:solidFill>
                  <a:schemeClr val="bg1"/>
                </a:solidFill>
                <a:latin typeface="Consolas" panose="020B0609020204030204" pitchFamily="49" charset="0"/>
                <a:cs typeface="Consolas" panose="020B0609020204030204" pitchFamily="49" charset="0"/>
              </a:rPr>
              <a:t>optional arguments:</a:t>
            </a:r>
          </a:p>
          <a:p>
            <a:pPr marL="0" indent="0">
              <a:buNone/>
            </a:pPr>
            <a:r>
              <a:rPr lang="en-US" sz="1200" dirty="0">
                <a:solidFill>
                  <a:schemeClr val="bg1"/>
                </a:solidFill>
                <a:latin typeface="Consolas" panose="020B0609020204030204" pitchFamily="49" charset="0"/>
                <a:cs typeface="Consolas" panose="020B0609020204030204" pitchFamily="49" charset="0"/>
              </a:rPr>
              <a:t>  --ask-vault-pass      ask for vault password</a:t>
            </a:r>
          </a:p>
          <a:p>
            <a:pPr marL="0" indent="0">
              <a:buNone/>
            </a:pPr>
            <a:r>
              <a:rPr lang="en-US" sz="1200" dirty="0">
                <a:solidFill>
                  <a:schemeClr val="bg1"/>
                </a:solidFill>
                <a:latin typeface="Consolas" panose="020B0609020204030204" pitchFamily="49" charset="0"/>
                <a:cs typeface="Consolas" panose="020B0609020204030204" pitchFamily="49" charset="0"/>
              </a:rPr>
              <a:t>  --list-hosts          outputs a list of matching hosts; does not execute anything else</a:t>
            </a:r>
          </a:p>
          <a:p>
            <a:pPr marL="0" indent="0">
              <a:buNone/>
            </a:pPr>
            <a:r>
              <a:rPr lang="en-US" sz="1200" dirty="0">
                <a:solidFill>
                  <a:schemeClr val="bg1"/>
                </a:solidFill>
                <a:latin typeface="Consolas" panose="020B0609020204030204" pitchFamily="49" charset="0"/>
                <a:cs typeface="Consolas" panose="020B0609020204030204" pitchFamily="49" charset="0"/>
              </a:rPr>
              <a:t>  --playbook-</a:t>
            </a:r>
            <a:r>
              <a:rPr lang="en-US" sz="1200" dirty="0" err="1">
                <a:solidFill>
                  <a:schemeClr val="bg1"/>
                </a:solidFill>
                <a:latin typeface="Consolas" panose="020B0609020204030204" pitchFamily="49" charset="0"/>
                <a:cs typeface="Consolas" panose="020B0609020204030204" pitchFamily="49" charset="0"/>
              </a:rPr>
              <a:t>dir</a:t>
            </a:r>
            <a:r>
              <a:rPr lang="en-US" sz="1200" dirty="0">
                <a:solidFill>
                  <a:schemeClr val="bg1"/>
                </a:solidFill>
                <a:latin typeface="Consolas" panose="020B0609020204030204" pitchFamily="49" charset="0"/>
                <a:cs typeface="Consolas" panose="020B0609020204030204" pitchFamily="49" charset="0"/>
              </a:rPr>
              <a:t> BASEDIR</a:t>
            </a:r>
          </a:p>
          <a:p>
            <a:pPr marL="0" indent="0">
              <a:buNone/>
            </a:pPr>
            <a:r>
              <a:rPr lang="en-US" sz="1200" dirty="0">
                <a:solidFill>
                  <a:schemeClr val="bg1"/>
                </a:solidFill>
                <a:latin typeface="Consolas" panose="020B0609020204030204" pitchFamily="49" charset="0"/>
                <a:cs typeface="Consolas" panose="020B0609020204030204" pitchFamily="49" charset="0"/>
              </a:rPr>
              <a:t>                        Since this tool does not use playbooks, use this as a substitute playbook </a:t>
            </a:r>
            <a:r>
              <a:rPr lang="en-US" sz="1200" dirty="0" err="1">
                <a:solidFill>
                  <a:schemeClr val="bg1"/>
                </a:solidFill>
                <a:latin typeface="Consolas" panose="020B0609020204030204" pitchFamily="49" charset="0"/>
                <a:cs typeface="Consolas" panose="020B0609020204030204" pitchFamily="49" charset="0"/>
              </a:rPr>
              <a:t>directory.This</a:t>
            </a:r>
            <a:r>
              <a:rPr lang="en-US" sz="1200" dirty="0">
                <a:solidFill>
                  <a:schemeClr val="bg1"/>
                </a:solidFill>
                <a:latin typeface="Consolas" panose="020B0609020204030204" pitchFamily="49" charset="0"/>
                <a:cs typeface="Consolas" panose="020B0609020204030204" pitchFamily="49" charset="0"/>
              </a:rPr>
              <a:t> sets the relative path    </a:t>
            </a:r>
            <a:br>
              <a:rPr lang="en-US" sz="1200" dirty="0">
                <a:solidFill>
                  <a:schemeClr val="bg1"/>
                </a:solidFill>
                <a:latin typeface="Consolas" panose="020B0609020204030204" pitchFamily="49" charset="0"/>
                <a:cs typeface="Consolas" panose="020B0609020204030204" pitchFamily="49" charset="0"/>
              </a:rPr>
            </a:br>
            <a:r>
              <a:rPr lang="en-US" sz="1200" dirty="0">
                <a:solidFill>
                  <a:schemeClr val="bg1"/>
                </a:solidFill>
                <a:latin typeface="Consolas" panose="020B0609020204030204" pitchFamily="49" charset="0"/>
                <a:cs typeface="Consolas" panose="020B0609020204030204" pitchFamily="49" charset="0"/>
              </a:rPr>
              <a:t>                        for many features including roles/ </a:t>
            </a:r>
            <a:r>
              <a:rPr lang="en-US" sz="1200" dirty="0" err="1">
                <a:solidFill>
                  <a:schemeClr val="bg1"/>
                </a:solidFill>
                <a:latin typeface="Consolas" panose="020B0609020204030204" pitchFamily="49" charset="0"/>
                <a:cs typeface="Consolas" panose="020B0609020204030204" pitchFamily="49" charset="0"/>
              </a:rPr>
              <a:t>group_vars</a:t>
            </a:r>
            <a:r>
              <a:rPr lang="en-US" sz="1200" dirty="0">
                <a:solidFill>
                  <a:schemeClr val="bg1"/>
                </a:solidFill>
                <a:latin typeface="Consolas" panose="020B0609020204030204" pitchFamily="49" charset="0"/>
                <a:cs typeface="Consolas" panose="020B0609020204030204" pitchFamily="49" charset="0"/>
              </a:rPr>
              <a:t>/ etc.</a:t>
            </a:r>
          </a:p>
        </p:txBody>
      </p:sp>
      <p:sp>
        <p:nvSpPr>
          <p:cNvPr id="3" name="TextBox 2">
            <a:extLst>
              <a:ext uri="{FF2B5EF4-FFF2-40B4-BE49-F238E27FC236}">
                <a16:creationId xmlns:a16="http://schemas.microsoft.com/office/drawing/2014/main" id="{F1078771-CC1D-0145-8862-779BD5CFB2DA}"/>
              </a:ext>
            </a:extLst>
          </p:cNvPr>
          <p:cNvSpPr txBox="1"/>
          <p:nvPr/>
        </p:nvSpPr>
        <p:spPr>
          <a:xfrm>
            <a:off x="4876800" y="6203410"/>
            <a:ext cx="4397358" cy="443198"/>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2400" b="0" i="0" u="none" strike="noStrike" kern="1200" cap="none" spc="0" normalizeH="0" baseline="0" noProof="0" dirty="0">
                <a:ln>
                  <a:noFill/>
                </a:ln>
                <a:solidFill>
                  <a:schemeClr val="bg1"/>
                </a:solidFill>
                <a:effectLst/>
                <a:uLnTx/>
                <a:uFillTx/>
                <a:latin typeface="+mn-lt"/>
              </a:rPr>
              <a:t>… and about another 100 lines</a:t>
            </a:r>
          </a:p>
        </p:txBody>
      </p:sp>
    </p:spTree>
    <p:extLst>
      <p:ext uri="{BB962C8B-B14F-4D97-AF65-F5344CB8AC3E}">
        <p14:creationId xmlns:p14="http://schemas.microsoft.com/office/powerpoint/2010/main" val="3834223719"/>
      </p:ext>
    </p:extLst>
  </p:cSld>
  <p:clrMapOvr>
    <a:masterClrMapping/>
  </p:clrMapOvr>
  <p:transition spd="med">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Ad-Hoc Commands</a:t>
            </a:r>
          </a:p>
        </p:txBody>
      </p:sp>
      <p:sp>
        <p:nvSpPr>
          <p:cNvPr id="3" name="Content Placeholder 2">
            <a:extLst>
              <a:ext uri="{FF2B5EF4-FFF2-40B4-BE49-F238E27FC236}">
                <a16:creationId xmlns:a16="http://schemas.microsoft.com/office/drawing/2014/main" id="{C226A93C-4492-3D4F-9165-E2F29DBE08DE}"/>
              </a:ext>
            </a:extLst>
          </p:cNvPr>
          <p:cNvSpPr>
            <a:spLocks noGrp="1"/>
          </p:cNvSpPr>
          <p:nvPr>
            <p:ph sz="quarter" idx="14"/>
          </p:nvPr>
        </p:nvSpPr>
        <p:spPr>
          <a:xfrm>
            <a:off x="250626" y="1664670"/>
            <a:ext cx="11661637" cy="4479925"/>
          </a:xfrm>
        </p:spPr>
        <p:txBody>
          <a:bodyPr/>
          <a:lstStyle/>
          <a:p>
            <a:r>
              <a:rPr lang="en-US" dirty="0"/>
              <a:t>-m MODULE_NAME, --module-name=MODULE_NAME</a:t>
            </a:r>
            <a:br>
              <a:rPr lang="en-US" dirty="0"/>
            </a:br>
            <a:r>
              <a:rPr lang="en-US" sz="1800" dirty="0"/>
              <a:t>Module name to execute the ad-hoc command</a:t>
            </a:r>
          </a:p>
          <a:p>
            <a:r>
              <a:rPr lang="en-US" dirty="0">
                <a:cs typeface="Consolas" panose="020B0609020204030204" pitchFamily="49" charset="0"/>
              </a:rPr>
              <a:t>-a MODULE_ARGS, --</a:t>
            </a:r>
            <a:r>
              <a:rPr lang="en-US" dirty="0" err="1">
                <a:cs typeface="Consolas" panose="020B0609020204030204" pitchFamily="49" charset="0"/>
              </a:rPr>
              <a:t>args</a:t>
            </a:r>
            <a:r>
              <a:rPr lang="en-US" dirty="0">
                <a:cs typeface="Consolas" panose="020B0609020204030204" pitchFamily="49" charset="0"/>
              </a:rPr>
              <a:t>=MODULE_ARGS</a:t>
            </a:r>
            <a:br>
              <a:rPr lang="en-US" dirty="0">
                <a:cs typeface="Consolas" panose="020B0609020204030204" pitchFamily="49" charset="0"/>
              </a:rPr>
            </a:br>
            <a:r>
              <a:rPr lang="en-US" sz="1800" dirty="0">
                <a:cs typeface="Consolas" panose="020B0609020204030204" pitchFamily="49" charset="0"/>
              </a:rPr>
              <a:t>Module arguments for the ad-hoc command</a:t>
            </a:r>
          </a:p>
          <a:p>
            <a:r>
              <a:rPr lang="en-US" dirty="0">
                <a:cs typeface="Consolas" panose="020B0609020204030204" pitchFamily="49" charset="0"/>
              </a:rPr>
              <a:t>-b, --become</a:t>
            </a:r>
            <a:br>
              <a:rPr lang="en-US" dirty="0">
                <a:cs typeface="Consolas" panose="020B0609020204030204" pitchFamily="49" charset="0"/>
              </a:rPr>
            </a:br>
            <a:r>
              <a:rPr lang="en-US" sz="1800" dirty="0">
                <a:cs typeface="Consolas" panose="020B0609020204030204" pitchFamily="49" charset="0"/>
              </a:rPr>
              <a:t>Run ad-hoc command with elevated rights such as </a:t>
            </a:r>
            <a:r>
              <a:rPr lang="en-US" sz="1800" dirty="0" err="1">
                <a:cs typeface="Consolas" panose="020B0609020204030204" pitchFamily="49" charset="0"/>
              </a:rPr>
              <a:t>sudo</a:t>
            </a:r>
            <a:r>
              <a:rPr lang="en-US" sz="1800" dirty="0">
                <a:cs typeface="Consolas" panose="020B0609020204030204" pitchFamily="49" charset="0"/>
              </a:rPr>
              <a:t>, the default method</a:t>
            </a:r>
          </a:p>
          <a:p>
            <a:r>
              <a:rPr lang="en-US" dirty="0">
                <a:cs typeface="Consolas" panose="020B0609020204030204" pitchFamily="49" charset="0"/>
              </a:rPr>
              <a:t>-e EXTRA_VARS, --extra-vars=EXTRA_VARS</a:t>
            </a:r>
            <a:br>
              <a:rPr lang="en-US" dirty="0">
                <a:cs typeface="Consolas" panose="020B0609020204030204" pitchFamily="49" charset="0"/>
              </a:rPr>
            </a:br>
            <a:r>
              <a:rPr lang="en-US" sz="1800" dirty="0">
                <a:cs typeface="Consolas" panose="020B0609020204030204" pitchFamily="49" charset="0"/>
              </a:rPr>
              <a:t>Set additional variables as key=value, @</a:t>
            </a:r>
            <a:r>
              <a:rPr lang="en-US" sz="1800" dirty="0" err="1">
                <a:cs typeface="Consolas" panose="020B0609020204030204" pitchFamily="49" charset="0"/>
              </a:rPr>
              <a:t>variable_file</a:t>
            </a:r>
            <a:r>
              <a:rPr lang="en-US" sz="1800" dirty="0">
                <a:cs typeface="Consolas" panose="020B0609020204030204" pitchFamily="49" charset="0"/>
              </a:rPr>
              <a:t> or YAML/JSON</a:t>
            </a:r>
            <a:endParaRPr lang="en-US" dirty="0">
              <a:cs typeface="Consolas" panose="020B0609020204030204" pitchFamily="49" charset="0"/>
            </a:endParaRPr>
          </a:p>
          <a:p>
            <a:pPr lvl="2"/>
            <a:endParaRPr lang="en-US" dirty="0"/>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Useful common options</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Tree>
    <p:extLst>
      <p:ext uri="{BB962C8B-B14F-4D97-AF65-F5344CB8AC3E}">
        <p14:creationId xmlns:p14="http://schemas.microsoft.com/office/powerpoint/2010/main" val="3439259180"/>
      </p:ext>
    </p:extLst>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Ad-Hoc Commands</a:t>
            </a:r>
          </a:p>
        </p:txBody>
      </p:sp>
      <p:sp>
        <p:nvSpPr>
          <p:cNvPr id="3" name="Content Placeholder 2">
            <a:extLst>
              <a:ext uri="{FF2B5EF4-FFF2-40B4-BE49-F238E27FC236}">
                <a16:creationId xmlns:a16="http://schemas.microsoft.com/office/drawing/2014/main" id="{C226A93C-4492-3D4F-9165-E2F29DBE08DE}"/>
              </a:ext>
            </a:extLst>
          </p:cNvPr>
          <p:cNvSpPr>
            <a:spLocks noGrp="1"/>
          </p:cNvSpPr>
          <p:nvPr>
            <p:ph sz="quarter" idx="14"/>
          </p:nvPr>
        </p:nvSpPr>
        <p:spPr>
          <a:xfrm>
            <a:off x="250626" y="1664670"/>
            <a:ext cx="11661637" cy="4479925"/>
          </a:xfrm>
        </p:spPr>
        <p:txBody>
          <a:bodyPr/>
          <a:lstStyle/>
          <a:p>
            <a:pPr marL="457608" lvl="2" indent="0">
              <a:buNone/>
            </a:pPr>
            <a:endParaRPr lang="en-US" dirty="0"/>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Common use examples</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Content Placeholder 6">
            <a:extLst>
              <a:ext uri="{FF2B5EF4-FFF2-40B4-BE49-F238E27FC236}">
                <a16:creationId xmlns:a16="http://schemas.microsoft.com/office/drawing/2014/main" id="{794D3E8D-AFF8-7145-AF54-B9A40C96E59D}"/>
              </a:ext>
            </a:extLst>
          </p:cNvPr>
          <p:cNvSpPr txBox="1">
            <a:spLocks/>
          </p:cNvSpPr>
          <p:nvPr/>
        </p:nvSpPr>
        <p:spPr>
          <a:xfrm>
            <a:off x="250825" y="1665288"/>
            <a:ext cx="11661775" cy="4479925"/>
          </a:xfrm>
          <a:prstGeom prst="rect">
            <a:avLst/>
          </a:prstGeom>
          <a:solidFill>
            <a:schemeClr val="tx1"/>
          </a:solidFill>
          <a:ln w="12700"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235159" indent="-235159" algn="l" defTabSz="915216" rtl="0" eaLnBrk="1" latinLnBrk="0" hangingPunct="1">
              <a:lnSpc>
                <a:spcPct val="95000"/>
              </a:lnSpc>
              <a:spcBef>
                <a:spcPts val="1200"/>
              </a:spcBef>
              <a:spcAft>
                <a:spcPts val="400"/>
              </a:spcAft>
              <a:buClr>
                <a:schemeClr val="accent2"/>
              </a:buClr>
              <a:buFont typeface="Wingdings" panose="05000000000000000000" pitchFamily="2" charset="2"/>
              <a:buChar char="§"/>
              <a:defRPr sz="2200" kern="1200">
                <a:solidFill>
                  <a:schemeClr val="lt1"/>
                </a:solidFill>
                <a:latin typeface="+mn-lt"/>
                <a:ea typeface="+mn-ea"/>
                <a:cs typeface="+mn-cs"/>
              </a:defRPr>
            </a:lvl1pPr>
            <a:lvl2pPr marL="457608" indent="-228804" algn="l" defTabSz="915216" rtl="0" eaLnBrk="1" latinLnBrk="0" hangingPunct="1">
              <a:lnSpc>
                <a:spcPct val="90000"/>
              </a:lnSpc>
              <a:spcBef>
                <a:spcPts val="200"/>
              </a:spcBef>
              <a:spcAft>
                <a:spcPts val="400"/>
              </a:spcAft>
              <a:buClr>
                <a:schemeClr val="accent2"/>
              </a:buClr>
              <a:buFont typeface="Wingdings" panose="05000000000000000000" pitchFamily="2" charset="2"/>
              <a:buChar char="§"/>
              <a:defRPr sz="1800" kern="1200">
                <a:solidFill>
                  <a:schemeClr val="lt1"/>
                </a:solidFill>
                <a:latin typeface="+mn-lt"/>
                <a:ea typeface="+mn-ea"/>
                <a:cs typeface="+mn-cs"/>
              </a:defRPr>
            </a:lvl2pPr>
            <a:lvl3pPr marL="686412" indent="-228804" algn="l" defTabSz="915216" rtl="0" eaLnBrk="1" latinLnBrk="0" hangingPunct="1">
              <a:lnSpc>
                <a:spcPct val="85000"/>
              </a:lnSpc>
              <a:spcBef>
                <a:spcPts val="200"/>
              </a:spcBef>
              <a:spcAft>
                <a:spcPts val="400"/>
              </a:spcAft>
              <a:buClr>
                <a:schemeClr val="accent2"/>
              </a:buClr>
              <a:buFont typeface="Wingdings" panose="05000000000000000000" pitchFamily="2" charset="2"/>
              <a:buChar char="§"/>
              <a:defRPr sz="1600" kern="1200">
                <a:solidFill>
                  <a:schemeClr val="lt1"/>
                </a:solidFill>
                <a:latin typeface="+mn-lt"/>
                <a:ea typeface="+mn-ea"/>
                <a:cs typeface="+mn-cs"/>
              </a:defRPr>
            </a:lvl3pPr>
            <a:lvl4pPr marL="915216" indent="-228804" algn="l" defTabSz="915216" rtl="0" eaLnBrk="1" latinLnBrk="0" hangingPunct="1">
              <a:lnSpc>
                <a:spcPct val="85000"/>
              </a:lnSpc>
              <a:spcBef>
                <a:spcPts val="200"/>
              </a:spcBef>
              <a:spcAft>
                <a:spcPts val="400"/>
              </a:spcAft>
              <a:buClr>
                <a:schemeClr val="accent2"/>
              </a:buClr>
              <a:buFont typeface="Wingdings" panose="05000000000000000000" pitchFamily="2" charset="2"/>
              <a:buChar char="§"/>
              <a:defRPr sz="1400" kern="1200">
                <a:solidFill>
                  <a:schemeClr val="lt1"/>
                </a:solidFill>
                <a:latin typeface="+mn-lt"/>
                <a:ea typeface="+mn-ea"/>
                <a:cs typeface="+mn-cs"/>
              </a:defRPr>
            </a:lvl4pPr>
            <a:lvl5pPr marL="1086818" marR="0" indent="-171603" algn="l" defTabSz="915216" rtl="0" eaLnBrk="1" fontAlgn="auto" latinLnBrk="0" hangingPunct="1">
              <a:lnSpc>
                <a:spcPct val="85000"/>
              </a:lnSpc>
              <a:spcBef>
                <a:spcPts val="200"/>
              </a:spcBef>
              <a:spcAft>
                <a:spcPts val="400"/>
              </a:spcAft>
              <a:buClr>
                <a:schemeClr val="accent2"/>
              </a:buClr>
              <a:buSzTx/>
              <a:buFont typeface="Wingdings" panose="05000000000000000000" pitchFamily="2" charset="2"/>
              <a:buChar char="§"/>
              <a:tabLst/>
              <a:defRPr lang="en-US" sz="1200" kern="1200">
                <a:solidFill>
                  <a:schemeClr val="lt1"/>
                </a:solidFill>
                <a:latin typeface="+mn-lt"/>
                <a:ea typeface="+mn-ea"/>
                <a:cs typeface="+mn-cs"/>
              </a:defRPr>
            </a:lvl5pPr>
            <a:lvl6pPr marL="1144018" indent="-228804" algn="l" defTabSz="915216"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1144018" indent="-228804" algn="l" defTabSz="915216"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1144018" indent="-228804" algn="l" defTabSz="915216"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1144018" indent="-228804" algn="l" defTabSz="915216"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buFont typeface="Wingdings" panose="05000000000000000000" pitchFamily="2" charset="2"/>
              <a:buNone/>
            </a:pPr>
            <a:r>
              <a:rPr lang="en-US" sz="2000" dirty="0">
                <a:solidFill>
                  <a:schemeClr val="bg1"/>
                </a:solidFill>
                <a:latin typeface="Consolas" panose="020B0609020204030204" pitchFamily="49" charset="0"/>
                <a:cs typeface="Consolas" panose="020B0609020204030204" pitchFamily="49" charset="0"/>
              </a:rPr>
              <a:t># Check connections to </a:t>
            </a:r>
            <a:r>
              <a:rPr lang="en-US" sz="2000" b="1" dirty="0">
                <a:solidFill>
                  <a:schemeClr val="bg1"/>
                </a:solidFill>
                <a:latin typeface="Consolas" panose="020B0609020204030204" pitchFamily="49" charset="0"/>
                <a:cs typeface="Consolas" panose="020B0609020204030204" pitchFamily="49" charset="0"/>
              </a:rPr>
              <a:t>all</a:t>
            </a:r>
            <a:r>
              <a:rPr lang="en-US" sz="2000" dirty="0">
                <a:solidFill>
                  <a:schemeClr val="bg1"/>
                </a:solidFill>
                <a:latin typeface="Consolas" panose="020B0609020204030204" pitchFamily="49" charset="0"/>
                <a:cs typeface="Consolas" panose="020B0609020204030204" pitchFamily="49" charset="0"/>
              </a:rPr>
              <a:t> (submarine ping, not ICMP)</a:t>
            </a:r>
          </a:p>
          <a:p>
            <a:pPr marL="0" indent="0">
              <a:buFont typeface="Wingdings" panose="05000000000000000000" pitchFamily="2" charset="2"/>
              <a:buNone/>
            </a:pPr>
            <a:r>
              <a:rPr lang="en-US" sz="2000" dirty="0">
                <a:solidFill>
                  <a:schemeClr val="bg1"/>
                </a:solidFill>
                <a:latin typeface="Consolas" panose="020B0609020204030204" pitchFamily="49" charset="0"/>
                <a:cs typeface="Consolas" panose="020B0609020204030204" pitchFamily="49" charset="0"/>
              </a:rPr>
              <a:t>[</a:t>
            </a:r>
            <a:r>
              <a:rPr lang="en-US" sz="2000" dirty="0" err="1">
                <a:solidFill>
                  <a:schemeClr val="bg1"/>
                </a:solidFill>
                <a:latin typeface="Consolas" panose="020B0609020204030204" pitchFamily="49" charset="0"/>
                <a:cs typeface="Consolas" panose="020B0609020204030204" pitchFamily="49" charset="0"/>
              </a:rPr>
              <a:t>user@ansible</a:t>
            </a:r>
            <a:r>
              <a:rPr lang="en-US" sz="2000" dirty="0">
                <a:solidFill>
                  <a:schemeClr val="bg1"/>
                </a:solidFill>
                <a:latin typeface="Consolas" panose="020B0609020204030204" pitchFamily="49" charset="0"/>
                <a:cs typeface="Consolas" panose="020B0609020204030204" pitchFamily="49" charset="0"/>
              </a:rPr>
              <a:t>]$ </a:t>
            </a:r>
            <a:r>
              <a:rPr lang="en-US" sz="2000" dirty="0">
                <a:solidFill>
                  <a:srgbClr val="FFFF00"/>
                </a:solidFill>
                <a:latin typeface="Consolas" panose="020B0609020204030204" pitchFamily="49" charset="0"/>
                <a:cs typeface="Consolas" panose="020B0609020204030204" pitchFamily="49" charset="0"/>
              </a:rPr>
              <a:t>ansible all -m ping</a:t>
            </a:r>
          </a:p>
          <a:p>
            <a:pPr marL="0" indent="0">
              <a:buFont typeface="Wingdings" panose="05000000000000000000" pitchFamily="2" charset="2"/>
              <a:buNone/>
            </a:pPr>
            <a:endParaRPr lang="en-US" sz="2000" dirty="0">
              <a:solidFill>
                <a:srgbClr val="FFFF00"/>
              </a:solidFill>
              <a:latin typeface="Consolas" panose="020B0609020204030204" pitchFamily="49" charset="0"/>
              <a:cs typeface="Consolas" panose="020B0609020204030204" pitchFamily="49" charset="0"/>
            </a:endParaRPr>
          </a:p>
          <a:p>
            <a:pPr marL="0" indent="0">
              <a:buFont typeface="Wingdings" panose="05000000000000000000" pitchFamily="2" charset="2"/>
              <a:buNone/>
            </a:pPr>
            <a:r>
              <a:rPr lang="en-US" sz="2000" dirty="0">
                <a:solidFill>
                  <a:schemeClr val="bg1"/>
                </a:solidFill>
                <a:latin typeface="Consolas" panose="020B0609020204030204" pitchFamily="49" charset="0"/>
                <a:cs typeface="Consolas" panose="020B0609020204030204" pitchFamily="49" charset="0"/>
              </a:rPr>
              <a:t># Run a command on all the hosts in the </a:t>
            </a:r>
            <a:r>
              <a:rPr lang="en-US" sz="2000" b="1" dirty="0">
                <a:solidFill>
                  <a:schemeClr val="bg1"/>
                </a:solidFill>
                <a:latin typeface="Consolas" panose="020B0609020204030204" pitchFamily="49" charset="0"/>
                <a:cs typeface="Consolas" panose="020B0609020204030204" pitchFamily="49" charset="0"/>
              </a:rPr>
              <a:t>web</a:t>
            </a:r>
            <a:r>
              <a:rPr lang="en-US" sz="2000" dirty="0">
                <a:solidFill>
                  <a:schemeClr val="bg1"/>
                </a:solidFill>
                <a:latin typeface="Consolas" panose="020B0609020204030204" pitchFamily="49" charset="0"/>
                <a:cs typeface="Consolas" panose="020B0609020204030204" pitchFamily="49" charset="0"/>
              </a:rPr>
              <a:t> group</a:t>
            </a:r>
          </a:p>
          <a:p>
            <a:pPr marL="0" indent="0">
              <a:buFont typeface="Wingdings" panose="05000000000000000000" pitchFamily="2" charset="2"/>
              <a:buNone/>
            </a:pPr>
            <a:r>
              <a:rPr lang="en-US" sz="2000" dirty="0">
                <a:solidFill>
                  <a:schemeClr val="bg1"/>
                </a:solidFill>
                <a:latin typeface="Consolas" panose="020B0609020204030204" pitchFamily="49" charset="0"/>
                <a:cs typeface="Consolas" panose="020B0609020204030204" pitchFamily="49" charset="0"/>
              </a:rPr>
              <a:t>[</a:t>
            </a:r>
            <a:r>
              <a:rPr lang="en-US" sz="2000" dirty="0" err="1">
                <a:solidFill>
                  <a:schemeClr val="bg1"/>
                </a:solidFill>
                <a:latin typeface="Consolas" panose="020B0609020204030204" pitchFamily="49" charset="0"/>
                <a:cs typeface="Consolas" panose="020B0609020204030204" pitchFamily="49" charset="0"/>
              </a:rPr>
              <a:t>user@ansible</a:t>
            </a:r>
            <a:r>
              <a:rPr lang="en-US" sz="2000" dirty="0">
                <a:solidFill>
                  <a:schemeClr val="bg1"/>
                </a:solidFill>
                <a:latin typeface="Consolas" panose="020B0609020204030204" pitchFamily="49" charset="0"/>
                <a:cs typeface="Consolas" panose="020B0609020204030204" pitchFamily="49" charset="0"/>
              </a:rPr>
              <a:t>]$ </a:t>
            </a:r>
            <a:r>
              <a:rPr lang="en-US" sz="2000" dirty="0">
                <a:solidFill>
                  <a:srgbClr val="FFFF00"/>
                </a:solidFill>
                <a:latin typeface="Consolas" panose="020B0609020204030204" pitchFamily="49" charset="0"/>
                <a:cs typeface="Consolas" panose="020B0609020204030204" pitchFamily="49" charset="0"/>
              </a:rPr>
              <a:t>ansible web -m command -a “uptime”</a:t>
            </a:r>
          </a:p>
          <a:p>
            <a:pPr marL="0" indent="0">
              <a:buFont typeface="Wingdings" panose="05000000000000000000" pitchFamily="2" charset="2"/>
              <a:buNone/>
            </a:pPr>
            <a:endParaRPr lang="en-US" sz="2000" dirty="0">
              <a:solidFill>
                <a:srgbClr val="FFFF00"/>
              </a:solidFill>
              <a:latin typeface="Consolas" panose="020B0609020204030204" pitchFamily="49" charset="0"/>
              <a:cs typeface="Consolas" panose="020B0609020204030204" pitchFamily="49" charset="0"/>
            </a:endParaRPr>
          </a:p>
          <a:p>
            <a:pPr marL="0" indent="0">
              <a:buFont typeface="Wingdings" panose="05000000000000000000" pitchFamily="2" charset="2"/>
              <a:buNone/>
            </a:pPr>
            <a:r>
              <a:rPr lang="en-US" sz="2000" dirty="0">
                <a:solidFill>
                  <a:schemeClr val="bg1"/>
                </a:solidFill>
                <a:latin typeface="Consolas" panose="020B0609020204030204" pitchFamily="49" charset="0"/>
                <a:cs typeface="Consolas" panose="020B0609020204030204" pitchFamily="49" charset="0"/>
              </a:rPr>
              <a:t># Collect and display known facts for </a:t>
            </a:r>
            <a:r>
              <a:rPr lang="en-US" sz="2000" b="1" dirty="0">
                <a:solidFill>
                  <a:schemeClr val="bg1"/>
                </a:solidFill>
                <a:latin typeface="Consolas" panose="020B0609020204030204" pitchFamily="49" charset="0"/>
                <a:cs typeface="Consolas" panose="020B0609020204030204" pitchFamily="49" charset="0"/>
              </a:rPr>
              <a:t>server “web1”</a:t>
            </a:r>
            <a:endParaRPr lang="en-US" sz="2000" dirty="0">
              <a:solidFill>
                <a:schemeClr val="bg1"/>
              </a:solidFill>
              <a:latin typeface="Consolas" panose="020B0609020204030204" pitchFamily="49" charset="0"/>
              <a:cs typeface="Consolas" panose="020B0609020204030204" pitchFamily="49" charset="0"/>
            </a:endParaRPr>
          </a:p>
          <a:p>
            <a:pPr marL="0" indent="0">
              <a:buFont typeface="Wingdings" panose="05000000000000000000" pitchFamily="2" charset="2"/>
              <a:buNone/>
            </a:pPr>
            <a:r>
              <a:rPr lang="en-US" sz="2000" dirty="0">
                <a:solidFill>
                  <a:schemeClr val="bg1"/>
                </a:solidFill>
                <a:latin typeface="Consolas" panose="020B0609020204030204" pitchFamily="49" charset="0"/>
                <a:cs typeface="Consolas" panose="020B0609020204030204" pitchFamily="49" charset="0"/>
              </a:rPr>
              <a:t>[</a:t>
            </a:r>
            <a:r>
              <a:rPr lang="en-US" sz="2000" dirty="0" err="1">
                <a:solidFill>
                  <a:schemeClr val="bg1"/>
                </a:solidFill>
                <a:latin typeface="Consolas" panose="020B0609020204030204" pitchFamily="49" charset="0"/>
                <a:cs typeface="Consolas" panose="020B0609020204030204" pitchFamily="49" charset="0"/>
              </a:rPr>
              <a:t>user@ansible</a:t>
            </a:r>
            <a:r>
              <a:rPr lang="en-US" sz="2000" dirty="0">
                <a:solidFill>
                  <a:schemeClr val="bg1"/>
                </a:solidFill>
                <a:latin typeface="Consolas" panose="020B0609020204030204" pitchFamily="49" charset="0"/>
                <a:cs typeface="Consolas" panose="020B0609020204030204" pitchFamily="49" charset="0"/>
              </a:rPr>
              <a:t>]$ </a:t>
            </a:r>
            <a:r>
              <a:rPr lang="en-US" sz="2000" dirty="0">
                <a:solidFill>
                  <a:srgbClr val="FFFF00"/>
                </a:solidFill>
                <a:latin typeface="Consolas" panose="020B0609020204030204" pitchFamily="49" charset="0"/>
                <a:cs typeface="Consolas" panose="020B0609020204030204" pitchFamily="49" charset="0"/>
              </a:rPr>
              <a:t>ansible web1 -m setup</a:t>
            </a:r>
          </a:p>
        </p:txBody>
      </p:sp>
      <p:sp>
        <p:nvSpPr>
          <p:cNvPr id="8" name="TextBox 7">
            <a:extLst>
              <a:ext uri="{FF2B5EF4-FFF2-40B4-BE49-F238E27FC236}">
                <a16:creationId xmlns:a16="http://schemas.microsoft.com/office/drawing/2014/main" id="{4D57195A-9E42-394B-93BD-2FC1A2ABCAEE}"/>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633268051"/>
      </p:ext>
    </p:extLst>
  </p:cSld>
  <p:clrMapOvr>
    <a:masterClrMapping/>
  </p:clrMapOvr>
  <p:transition spd="med">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Modules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Using ansible-doc to list all modules</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Content Placeholder 6">
            <a:extLst>
              <a:ext uri="{FF2B5EF4-FFF2-40B4-BE49-F238E27FC236}">
                <a16:creationId xmlns:a16="http://schemas.microsoft.com/office/drawing/2014/main" id="{409CF074-C267-3447-A6D5-335E653751C6}"/>
              </a:ext>
            </a:extLst>
          </p:cNvPr>
          <p:cNvSpPr>
            <a:spLocks noGrp="1"/>
          </p:cNvSpPr>
          <p:nvPr>
            <p:ph sz="quarter" idx="14"/>
          </p:nvPr>
        </p:nvSpPr>
        <p:spPr>
          <a:xfrm>
            <a:off x="250825" y="1665288"/>
            <a:ext cx="11661775" cy="4479925"/>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indent="0">
              <a:lnSpc>
                <a:spcPct val="95000"/>
              </a:lnSpc>
              <a:buNone/>
            </a:pPr>
            <a:r>
              <a:rPr lang="en-US" sz="1200" dirty="0">
                <a:solidFill>
                  <a:schemeClr val="bg1"/>
                </a:solidFill>
                <a:latin typeface="Consolas" panose="020B0609020204030204" pitchFamily="49" charset="0"/>
                <a:cs typeface="Consolas" panose="020B0609020204030204" pitchFamily="49" charset="0"/>
              </a:rPr>
              <a:t>[</a:t>
            </a:r>
            <a:r>
              <a:rPr lang="en-US" sz="1200" dirty="0" err="1">
                <a:solidFill>
                  <a:schemeClr val="bg1"/>
                </a:solidFill>
                <a:latin typeface="Consolas" panose="020B0609020204030204" pitchFamily="49" charset="0"/>
                <a:cs typeface="Consolas" panose="020B0609020204030204" pitchFamily="49" charset="0"/>
              </a:rPr>
              <a:t>user@ansible</a:t>
            </a:r>
            <a:r>
              <a:rPr lang="en-US" sz="1200" dirty="0">
                <a:solidFill>
                  <a:schemeClr val="bg1"/>
                </a:solidFill>
                <a:latin typeface="Consolas" panose="020B0609020204030204" pitchFamily="49" charset="0"/>
                <a:cs typeface="Consolas" panose="020B0609020204030204" pitchFamily="49" charset="0"/>
              </a:rPr>
              <a:t>]$ </a:t>
            </a:r>
            <a:r>
              <a:rPr lang="en-US" sz="1200" dirty="0">
                <a:solidFill>
                  <a:schemeClr val="tx1"/>
                </a:solidFill>
                <a:highlight>
                  <a:srgbClr val="FFFF00"/>
                </a:highlight>
                <a:latin typeface="Consolas" panose="020B0609020204030204" pitchFamily="49" charset="0"/>
                <a:cs typeface="Consolas" panose="020B0609020204030204" pitchFamily="49" charset="0"/>
              </a:rPr>
              <a:t>ansible-doc --list</a:t>
            </a:r>
          </a:p>
          <a:p>
            <a:pPr marL="0" indent="0">
              <a:buNone/>
            </a:pPr>
            <a:r>
              <a:rPr lang="en-US" sz="1200" dirty="0" err="1">
                <a:solidFill>
                  <a:schemeClr val="bg1"/>
                </a:solidFill>
                <a:latin typeface="Consolas" panose="020B0609020204030204" pitchFamily="49" charset="0"/>
                <a:cs typeface="Consolas" panose="020B0609020204030204" pitchFamily="49" charset="0"/>
              </a:rPr>
              <a:t>fortios_router_community_list</a:t>
            </a:r>
            <a:r>
              <a:rPr lang="en-US" sz="1200" dirty="0">
                <a:solidFill>
                  <a:schemeClr val="bg1"/>
                </a:solidFill>
                <a:latin typeface="Consolas" panose="020B0609020204030204" pitchFamily="49" charset="0"/>
                <a:cs typeface="Consolas" panose="020B0609020204030204" pitchFamily="49" charset="0"/>
              </a:rPr>
              <a:t>                                 Configure community lists in Fortinet's </a:t>
            </a:r>
            <a:r>
              <a:rPr lang="en-US" sz="1200" dirty="0" err="1">
                <a:solidFill>
                  <a:schemeClr val="bg1"/>
                </a:solidFill>
                <a:latin typeface="Consolas" panose="020B0609020204030204" pitchFamily="49" charset="0"/>
                <a:cs typeface="Consolas" panose="020B0609020204030204" pitchFamily="49" charset="0"/>
              </a:rPr>
              <a:t>FortiOS</a:t>
            </a:r>
            <a:r>
              <a:rPr lang="en-US" sz="1200" dirty="0">
                <a:solidFill>
                  <a:schemeClr val="bg1"/>
                </a:solidFill>
                <a:latin typeface="Consolas" panose="020B0609020204030204" pitchFamily="49" charset="0"/>
                <a:cs typeface="Consolas" panose="020B0609020204030204" pitchFamily="49" charset="0"/>
              </a:rPr>
              <a:t> and FortiGate</a:t>
            </a:r>
            <a:br>
              <a:rPr lang="en-US" sz="1200" dirty="0">
                <a:solidFill>
                  <a:schemeClr val="bg1"/>
                </a:solidFill>
                <a:latin typeface="Consolas" panose="020B0609020204030204" pitchFamily="49" charset="0"/>
                <a:cs typeface="Consolas" panose="020B0609020204030204" pitchFamily="49" charset="0"/>
              </a:rPr>
            </a:br>
            <a:r>
              <a:rPr lang="en-US" sz="1200" dirty="0" err="1">
                <a:solidFill>
                  <a:schemeClr val="bg1"/>
                </a:solidFill>
                <a:latin typeface="Consolas" panose="020B0609020204030204" pitchFamily="49" charset="0"/>
                <a:cs typeface="Consolas" panose="020B0609020204030204" pitchFamily="49" charset="0"/>
              </a:rPr>
              <a:t>azure_rm_devtestlab_info</a:t>
            </a:r>
            <a:r>
              <a:rPr lang="en-US" sz="1200" dirty="0">
                <a:solidFill>
                  <a:schemeClr val="bg1"/>
                </a:solidFill>
                <a:latin typeface="Consolas" panose="020B0609020204030204" pitchFamily="49" charset="0"/>
                <a:cs typeface="Consolas" panose="020B0609020204030204" pitchFamily="49" charset="0"/>
              </a:rPr>
              <a:t>                                      Get Azure DevTest Lab facts</a:t>
            </a:r>
            <a:br>
              <a:rPr lang="en-US" sz="1200" dirty="0">
                <a:solidFill>
                  <a:schemeClr val="bg1"/>
                </a:solidFill>
                <a:latin typeface="Consolas" panose="020B0609020204030204" pitchFamily="49" charset="0"/>
                <a:cs typeface="Consolas" panose="020B0609020204030204" pitchFamily="49" charset="0"/>
              </a:rPr>
            </a:br>
            <a:r>
              <a:rPr lang="en-US" sz="1200" dirty="0" err="1">
                <a:solidFill>
                  <a:schemeClr val="bg1"/>
                </a:solidFill>
                <a:latin typeface="Consolas" panose="020B0609020204030204" pitchFamily="49" charset="0"/>
                <a:cs typeface="Consolas" panose="020B0609020204030204" pitchFamily="49" charset="0"/>
              </a:rPr>
              <a:t>ecs_taskdefinition</a:t>
            </a:r>
            <a:r>
              <a:rPr lang="en-US" sz="1200" dirty="0">
                <a:solidFill>
                  <a:schemeClr val="bg1"/>
                </a:solidFill>
                <a:latin typeface="Consolas" panose="020B0609020204030204" pitchFamily="49" charset="0"/>
                <a:cs typeface="Consolas" panose="020B0609020204030204" pitchFamily="49" charset="0"/>
              </a:rPr>
              <a:t>                                            register a task definition in </a:t>
            </a:r>
            <a:r>
              <a:rPr lang="en-US" sz="1200" dirty="0" err="1">
                <a:solidFill>
                  <a:schemeClr val="bg1"/>
                </a:solidFill>
                <a:latin typeface="Consolas" panose="020B0609020204030204" pitchFamily="49" charset="0"/>
                <a:cs typeface="Consolas" panose="020B0609020204030204" pitchFamily="49" charset="0"/>
              </a:rPr>
              <a:t>ecs</a:t>
            </a:r>
            <a:br>
              <a:rPr lang="en-US" sz="1200" dirty="0">
                <a:solidFill>
                  <a:schemeClr val="bg1"/>
                </a:solidFill>
                <a:latin typeface="Consolas" panose="020B0609020204030204" pitchFamily="49" charset="0"/>
                <a:cs typeface="Consolas" panose="020B0609020204030204" pitchFamily="49" charset="0"/>
              </a:rPr>
            </a:br>
            <a:r>
              <a:rPr lang="en-US" sz="1200" dirty="0" err="1">
                <a:solidFill>
                  <a:schemeClr val="bg1"/>
                </a:solidFill>
                <a:latin typeface="Consolas" panose="020B0609020204030204" pitchFamily="49" charset="0"/>
                <a:cs typeface="Consolas" panose="020B0609020204030204" pitchFamily="49" charset="0"/>
              </a:rPr>
              <a:t>avi_alertscriptconfig</a:t>
            </a:r>
            <a:r>
              <a:rPr lang="en-US" sz="1200" dirty="0">
                <a:solidFill>
                  <a:schemeClr val="bg1"/>
                </a:solidFill>
                <a:latin typeface="Consolas" panose="020B0609020204030204" pitchFamily="49" charset="0"/>
                <a:cs typeface="Consolas" panose="020B0609020204030204" pitchFamily="49" charset="0"/>
              </a:rPr>
              <a:t>                                         Module for setup of </a:t>
            </a:r>
            <a:r>
              <a:rPr lang="en-US" sz="1200" dirty="0" err="1">
                <a:solidFill>
                  <a:schemeClr val="bg1"/>
                </a:solidFill>
                <a:latin typeface="Consolas" panose="020B0609020204030204" pitchFamily="49" charset="0"/>
                <a:cs typeface="Consolas" panose="020B0609020204030204" pitchFamily="49" charset="0"/>
              </a:rPr>
              <a:t>AlertScriptConfig</a:t>
            </a:r>
            <a:r>
              <a:rPr lang="en-US" sz="1200" dirty="0">
                <a:solidFill>
                  <a:schemeClr val="bg1"/>
                </a:solidFill>
                <a:latin typeface="Consolas" panose="020B0609020204030204" pitchFamily="49" charset="0"/>
                <a:cs typeface="Consolas" panose="020B0609020204030204" pitchFamily="49" charset="0"/>
              </a:rPr>
              <a:t> </a:t>
            </a:r>
            <a:r>
              <a:rPr lang="en-US" sz="1200" dirty="0" err="1">
                <a:solidFill>
                  <a:schemeClr val="bg1"/>
                </a:solidFill>
                <a:latin typeface="Consolas" panose="020B0609020204030204" pitchFamily="49" charset="0"/>
                <a:cs typeface="Consolas" panose="020B0609020204030204" pitchFamily="49" charset="0"/>
              </a:rPr>
              <a:t>Avi</a:t>
            </a:r>
            <a:r>
              <a:rPr lang="en-US" sz="1200" dirty="0">
                <a:solidFill>
                  <a:schemeClr val="bg1"/>
                </a:solidFill>
                <a:latin typeface="Consolas" panose="020B0609020204030204" pitchFamily="49" charset="0"/>
                <a:cs typeface="Consolas" panose="020B0609020204030204" pitchFamily="49" charset="0"/>
              </a:rPr>
              <a:t> RESTful Object</a:t>
            </a:r>
            <a:br>
              <a:rPr lang="en-US" sz="1200" dirty="0">
                <a:solidFill>
                  <a:schemeClr val="bg1"/>
                </a:solidFill>
                <a:latin typeface="Consolas" panose="020B0609020204030204" pitchFamily="49" charset="0"/>
                <a:cs typeface="Consolas" panose="020B0609020204030204" pitchFamily="49" charset="0"/>
              </a:rPr>
            </a:br>
            <a:r>
              <a:rPr lang="en-US" sz="1200" dirty="0" err="1">
                <a:solidFill>
                  <a:schemeClr val="bg1"/>
                </a:solidFill>
                <a:latin typeface="Consolas" panose="020B0609020204030204" pitchFamily="49" charset="0"/>
                <a:cs typeface="Consolas" panose="020B0609020204030204" pitchFamily="49" charset="0"/>
              </a:rPr>
              <a:t>tower_receive</a:t>
            </a:r>
            <a:r>
              <a:rPr lang="en-US" sz="1200" dirty="0">
                <a:solidFill>
                  <a:schemeClr val="bg1"/>
                </a:solidFill>
                <a:latin typeface="Consolas" panose="020B0609020204030204" pitchFamily="49" charset="0"/>
                <a:cs typeface="Consolas" panose="020B0609020204030204" pitchFamily="49" charset="0"/>
              </a:rPr>
              <a:t>                                                 Receive assets from Ansible Tower</a:t>
            </a:r>
            <a:br>
              <a:rPr lang="en-US" sz="1200" dirty="0">
                <a:solidFill>
                  <a:schemeClr val="bg1"/>
                </a:solidFill>
                <a:latin typeface="Consolas" panose="020B0609020204030204" pitchFamily="49" charset="0"/>
                <a:cs typeface="Consolas" panose="020B0609020204030204" pitchFamily="49" charset="0"/>
              </a:rPr>
            </a:br>
            <a:r>
              <a:rPr lang="en-US" sz="1200" dirty="0" err="1">
                <a:solidFill>
                  <a:schemeClr val="bg1"/>
                </a:solidFill>
                <a:latin typeface="Consolas" panose="020B0609020204030204" pitchFamily="49" charset="0"/>
                <a:cs typeface="Consolas" panose="020B0609020204030204" pitchFamily="49" charset="0"/>
              </a:rPr>
              <a:t>netapp_e_iscsi_target</a:t>
            </a:r>
            <a:r>
              <a:rPr lang="en-US" sz="1200" dirty="0">
                <a:solidFill>
                  <a:schemeClr val="bg1"/>
                </a:solidFill>
                <a:latin typeface="Consolas" panose="020B0609020204030204" pitchFamily="49" charset="0"/>
                <a:cs typeface="Consolas" panose="020B0609020204030204" pitchFamily="49" charset="0"/>
              </a:rPr>
              <a:t>                                         NetApp E-Series manage iSCSI target configuration</a:t>
            </a:r>
            <a:br>
              <a:rPr lang="en-US" sz="1200" dirty="0">
                <a:solidFill>
                  <a:schemeClr val="bg1"/>
                </a:solidFill>
                <a:latin typeface="Consolas" panose="020B0609020204030204" pitchFamily="49" charset="0"/>
                <a:cs typeface="Consolas" panose="020B0609020204030204" pitchFamily="49" charset="0"/>
              </a:rPr>
            </a:br>
            <a:r>
              <a:rPr lang="en-US" sz="1200" dirty="0" err="1">
                <a:solidFill>
                  <a:schemeClr val="bg1"/>
                </a:solidFill>
                <a:latin typeface="Consolas" panose="020B0609020204030204" pitchFamily="49" charset="0"/>
                <a:cs typeface="Consolas" panose="020B0609020204030204" pitchFamily="49" charset="0"/>
              </a:rPr>
              <a:t>azure_rm_acs</a:t>
            </a:r>
            <a:r>
              <a:rPr lang="en-US" sz="1200" dirty="0">
                <a:solidFill>
                  <a:schemeClr val="bg1"/>
                </a:solidFill>
                <a:latin typeface="Consolas" panose="020B0609020204030204" pitchFamily="49" charset="0"/>
                <a:cs typeface="Consolas" panose="020B0609020204030204" pitchFamily="49" charset="0"/>
              </a:rPr>
              <a:t>                                                  Manage an Azure Container Service(ACS) instance</a:t>
            </a:r>
            <a:br>
              <a:rPr lang="en-US" sz="1200" dirty="0">
                <a:solidFill>
                  <a:schemeClr val="bg1"/>
                </a:solidFill>
                <a:latin typeface="Consolas" panose="020B0609020204030204" pitchFamily="49" charset="0"/>
                <a:cs typeface="Consolas" panose="020B0609020204030204" pitchFamily="49" charset="0"/>
              </a:rPr>
            </a:br>
            <a:r>
              <a:rPr lang="en-US" sz="1200" dirty="0">
                <a:solidFill>
                  <a:schemeClr val="bg1"/>
                </a:solidFill>
                <a:latin typeface="Consolas" panose="020B0609020204030204" pitchFamily="49" charset="0"/>
                <a:cs typeface="Consolas" panose="020B0609020204030204" pitchFamily="49" charset="0"/>
              </a:rPr>
              <a:t>fortios_log_syslogd2_filter                                   Filters for remote system server in Fortinet's </a:t>
            </a:r>
            <a:r>
              <a:rPr lang="en-US" sz="1200" dirty="0" err="1">
                <a:solidFill>
                  <a:schemeClr val="bg1"/>
                </a:solidFill>
                <a:latin typeface="Consolas" panose="020B0609020204030204" pitchFamily="49" charset="0"/>
                <a:cs typeface="Consolas" panose="020B0609020204030204" pitchFamily="49" charset="0"/>
              </a:rPr>
              <a:t>FortiOS</a:t>
            </a:r>
            <a:r>
              <a:rPr lang="en-US" sz="1200" dirty="0">
                <a:solidFill>
                  <a:schemeClr val="bg1"/>
                </a:solidFill>
                <a:latin typeface="Consolas" panose="020B0609020204030204" pitchFamily="49" charset="0"/>
                <a:cs typeface="Consolas" panose="020B0609020204030204" pitchFamily="49" charset="0"/>
              </a:rPr>
              <a:t> and FortiGate</a:t>
            </a:r>
            <a:br>
              <a:rPr lang="en-US" sz="1200" dirty="0">
                <a:solidFill>
                  <a:schemeClr val="bg1"/>
                </a:solidFill>
                <a:latin typeface="Consolas" panose="020B0609020204030204" pitchFamily="49" charset="0"/>
                <a:cs typeface="Consolas" panose="020B0609020204030204" pitchFamily="49" charset="0"/>
              </a:rPr>
            </a:br>
            <a:r>
              <a:rPr lang="en-US" sz="1200" dirty="0" err="1">
                <a:solidFill>
                  <a:schemeClr val="bg1"/>
                </a:solidFill>
                <a:latin typeface="Consolas" panose="020B0609020204030204" pitchFamily="49" charset="0"/>
                <a:cs typeface="Consolas" panose="020B0609020204030204" pitchFamily="49" charset="0"/>
              </a:rPr>
              <a:t>junos_rpc</a:t>
            </a:r>
            <a:r>
              <a:rPr lang="en-US" sz="1200" dirty="0">
                <a:solidFill>
                  <a:schemeClr val="bg1"/>
                </a:solidFill>
                <a:latin typeface="Consolas" panose="020B0609020204030204" pitchFamily="49" charset="0"/>
                <a:cs typeface="Consolas" panose="020B0609020204030204" pitchFamily="49" charset="0"/>
              </a:rPr>
              <a:t>                                                     Runs an arbitrary RPC over </a:t>
            </a:r>
            <a:r>
              <a:rPr lang="en-US" sz="1200" dirty="0" err="1">
                <a:solidFill>
                  <a:schemeClr val="bg1"/>
                </a:solidFill>
                <a:latin typeface="Consolas" panose="020B0609020204030204" pitchFamily="49" charset="0"/>
                <a:cs typeface="Consolas" panose="020B0609020204030204" pitchFamily="49" charset="0"/>
              </a:rPr>
              <a:t>NetConf</a:t>
            </a:r>
            <a:r>
              <a:rPr lang="en-US" sz="1200" dirty="0">
                <a:solidFill>
                  <a:schemeClr val="bg1"/>
                </a:solidFill>
                <a:latin typeface="Consolas" panose="020B0609020204030204" pitchFamily="49" charset="0"/>
                <a:cs typeface="Consolas" panose="020B0609020204030204" pitchFamily="49" charset="0"/>
              </a:rPr>
              <a:t> on an Juniper JUNOS device</a:t>
            </a:r>
            <a:br>
              <a:rPr lang="en-US" sz="1200" dirty="0">
                <a:solidFill>
                  <a:schemeClr val="bg1"/>
                </a:solidFill>
                <a:latin typeface="Consolas" panose="020B0609020204030204" pitchFamily="49" charset="0"/>
                <a:cs typeface="Consolas" panose="020B0609020204030204" pitchFamily="49" charset="0"/>
              </a:rPr>
            </a:br>
            <a:r>
              <a:rPr lang="en-US" sz="1200" dirty="0" err="1">
                <a:solidFill>
                  <a:schemeClr val="bg1"/>
                </a:solidFill>
                <a:latin typeface="Consolas" panose="020B0609020204030204" pitchFamily="49" charset="0"/>
                <a:cs typeface="Consolas" panose="020B0609020204030204" pitchFamily="49" charset="0"/>
              </a:rPr>
              <a:t>na_elementsw_vlan</a:t>
            </a:r>
            <a:r>
              <a:rPr lang="en-US" sz="1200" dirty="0">
                <a:solidFill>
                  <a:schemeClr val="bg1"/>
                </a:solidFill>
                <a:latin typeface="Consolas" panose="020B0609020204030204" pitchFamily="49" charset="0"/>
                <a:cs typeface="Consolas" panose="020B0609020204030204" pitchFamily="49" charset="0"/>
              </a:rPr>
              <a:t>                                             NetApp Element Software Manage VLAN</a:t>
            </a:r>
            <a:br>
              <a:rPr lang="en-US" sz="1200" dirty="0">
                <a:solidFill>
                  <a:schemeClr val="bg1"/>
                </a:solidFill>
                <a:latin typeface="Consolas" panose="020B0609020204030204" pitchFamily="49" charset="0"/>
                <a:cs typeface="Consolas" panose="020B0609020204030204" pitchFamily="49" charset="0"/>
              </a:rPr>
            </a:br>
            <a:r>
              <a:rPr lang="en-US" sz="1200" dirty="0" err="1">
                <a:solidFill>
                  <a:schemeClr val="bg1"/>
                </a:solidFill>
                <a:latin typeface="Consolas" panose="020B0609020204030204" pitchFamily="49" charset="0"/>
                <a:cs typeface="Consolas" panose="020B0609020204030204" pitchFamily="49" charset="0"/>
              </a:rPr>
              <a:t>pn_ospf</a:t>
            </a:r>
            <a:r>
              <a:rPr lang="en-US" sz="1200" dirty="0">
                <a:solidFill>
                  <a:schemeClr val="bg1"/>
                </a:solidFill>
                <a:latin typeface="Consolas" panose="020B0609020204030204" pitchFamily="49" charset="0"/>
                <a:cs typeface="Consolas" panose="020B0609020204030204" pitchFamily="49" charset="0"/>
              </a:rPr>
              <a:t>                                                       CLI command to add/remove </a:t>
            </a:r>
            <a:r>
              <a:rPr lang="en-US" sz="1200" dirty="0" err="1">
                <a:solidFill>
                  <a:schemeClr val="bg1"/>
                </a:solidFill>
                <a:latin typeface="Consolas" panose="020B0609020204030204" pitchFamily="49" charset="0"/>
                <a:cs typeface="Consolas" panose="020B0609020204030204" pitchFamily="49" charset="0"/>
              </a:rPr>
              <a:t>ospf</a:t>
            </a:r>
            <a:r>
              <a:rPr lang="en-US" sz="1200" dirty="0">
                <a:solidFill>
                  <a:schemeClr val="bg1"/>
                </a:solidFill>
                <a:latin typeface="Consolas" panose="020B0609020204030204" pitchFamily="49" charset="0"/>
                <a:cs typeface="Consolas" panose="020B0609020204030204" pitchFamily="49" charset="0"/>
              </a:rPr>
              <a:t> protocol to a </a:t>
            </a:r>
            <a:r>
              <a:rPr lang="en-US" sz="1200" dirty="0" err="1">
                <a:solidFill>
                  <a:schemeClr val="bg1"/>
                </a:solidFill>
                <a:latin typeface="Consolas" panose="020B0609020204030204" pitchFamily="49" charset="0"/>
                <a:cs typeface="Consolas" panose="020B0609020204030204" pitchFamily="49" charset="0"/>
              </a:rPr>
              <a:t>vRouter</a:t>
            </a:r>
            <a:br>
              <a:rPr lang="en-US" sz="1200" dirty="0">
                <a:solidFill>
                  <a:schemeClr val="bg1"/>
                </a:solidFill>
                <a:latin typeface="Consolas" panose="020B0609020204030204" pitchFamily="49" charset="0"/>
                <a:cs typeface="Consolas" panose="020B0609020204030204" pitchFamily="49" charset="0"/>
              </a:rPr>
            </a:br>
            <a:r>
              <a:rPr lang="en-US" sz="1200" dirty="0" err="1">
                <a:solidFill>
                  <a:schemeClr val="bg1"/>
                </a:solidFill>
                <a:latin typeface="Consolas" panose="020B0609020204030204" pitchFamily="49" charset="0"/>
                <a:cs typeface="Consolas" panose="020B0609020204030204" pitchFamily="49" charset="0"/>
              </a:rPr>
              <a:t>pn_snmp_vacm</a:t>
            </a:r>
            <a:r>
              <a:rPr lang="en-US" sz="1200" dirty="0">
                <a:solidFill>
                  <a:schemeClr val="bg1"/>
                </a:solidFill>
                <a:latin typeface="Consolas" panose="020B0609020204030204" pitchFamily="49" charset="0"/>
                <a:cs typeface="Consolas" panose="020B0609020204030204" pitchFamily="49" charset="0"/>
              </a:rPr>
              <a:t>                                                  CLI command to create/modify/delete </a:t>
            </a:r>
            <a:r>
              <a:rPr lang="en-US" sz="1200" dirty="0" err="1">
                <a:solidFill>
                  <a:schemeClr val="bg1"/>
                </a:solidFill>
                <a:latin typeface="Consolas" panose="020B0609020204030204" pitchFamily="49" charset="0"/>
                <a:cs typeface="Consolas" panose="020B0609020204030204" pitchFamily="49" charset="0"/>
              </a:rPr>
              <a:t>snmp-vacm</a:t>
            </a:r>
            <a:br>
              <a:rPr lang="en-US" sz="1200" dirty="0">
                <a:solidFill>
                  <a:schemeClr val="bg1"/>
                </a:solidFill>
                <a:latin typeface="Consolas" panose="020B0609020204030204" pitchFamily="49" charset="0"/>
                <a:cs typeface="Consolas" panose="020B0609020204030204" pitchFamily="49" charset="0"/>
              </a:rPr>
            </a:br>
            <a:r>
              <a:rPr lang="en-US" sz="1200" dirty="0" err="1">
                <a:solidFill>
                  <a:schemeClr val="bg1"/>
                </a:solidFill>
                <a:latin typeface="Consolas" panose="020B0609020204030204" pitchFamily="49" charset="0"/>
                <a:cs typeface="Consolas" panose="020B0609020204030204" pitchFamily="49" charset="0"/>
              </a:rPr>
              <a:t>cp_mgmt_service_sctp</a:t>
            </a:r>
            <a:r>
              <a:rPr lang="en-US" sz="1200" dirty="0">
                <a:solidFill>
                  <a:schemeClr val="bg1"/>
                </a:solidFill>
                <a:latin typeface="Consolas" panose="020B0609020204030204" pitchFamily="49" charset="0"/>
                <a:cs typeface="Consolas" panose="020B0609020204030204" pitchFamily="49" charset="0"/>
              </a:rPr>
              <a:t>                                          Manages service-</a:t>
            </a:r>
            <a:r>
              <a:rPr lang="en-US" sz="1200" dirty="0" err="1">
                <a:solidFill>
                  <a:schemeClr val="bg1"/>
                </a:solidFill>
                <a:latin typeface="Consolas" panose="020B0609020204030204" pitchFamily="49" charset="0"/>
                <a:cs typeface="Consolas" panose="020B0609020204030204" pitchFamily="49" charset="0"/>
              </a:rPr>
              <a:t>sctp</a:t>
            </a:r>
            <a:r>
              <a:rPr lang="en-US" sz="1200" dirty="0">
                <a:solidFill>
                  <a:schemeClr val="bg1"/>
                </a:solidFill>
                <a:latin typeface="Consolas" panose="020B0609020204030204" pitchFamily="49" charset="0"/>
                <a:cs typeface="Consolas" panose="020B0609020204030204" pitchFamily="49" charset="0"/>
              </a:rPr>
              <a:t> objects on Check Point over Web Services API</a:t>
            </a:r>
            <a:br>
              <a:rPr lang="en-US" sz="1200" dirty="0">
                <a:solidFill>
                  <a:schemeClr val="bg1"/>
                </a:solidFill>
                <a:latin typeface="Consolas" panose="020B0609020204030204" pitchFamily="49" charset="0"/>
                <a:cs typeface="Consolas" panose="020B0609020204030204" pitchFamily="49" charset="0"/>
              </a:rPr>
            </a:br>
            <a:r>
              <a:rPr lang="en-US" sz="1200" dirty="0" err="1">
                <a:solidFill>
                  <a:schemeClr val="bg1"/>
                </a:solidFill>
                <a:latin typeface="Consolas" panose="020B0609020204030204" pitchFamily="49" charset="0"/>
                <a:cs typeface="Consolas" panose="020B0609020204030204" pitchFamily="49" charset="0"/>
              </a:rPr>
              <a:t>onyx_ospf</a:t>
            </a:r>
            <a:r>
              <a:rPr lang="en-US" sz="1200" dirty="0">
                <a:solidFill>
                  <a:schemeClr val="bg1"/>
                </a:solidFill>
                <a:latin typeface="Consolas" panose="020B0609020204030204" pitchFamily="49" charset="0"/>
                <a:cs typeface="Consolas" panose="020B0609020204030204" pitchFamily="49" charset="0"/>
              </a:rPr>
              <a:t>                                                     Manage OSPF protocol on Mellanox ONYX network devices</a:t>
            </a:r>
            <a:br>
              <a:rPr lang="en-US" sz="1200" dirty="0">
                <a:solidFill>
                  <a:schemeClr val="bg1"/>
                </a:solidFill>
                <a:latin typeface="Consolas" panose="020B0609020204030204" pitchFamily="49" charset="0"/>
                <a:cs typeface="Consolas" panose="020B0609020204030204" pitchFamily="49" charset="0"/>
              </a:rPr>
            </a:br>
            <a:r>
              <a:rPr lang="en-US" sz="1200" dirty="0" err="1">
                <a:solidFill>
                  <a:schemeClr val="bg1"/>
                </a:solidFill>
                <a:latin typeface="Consolas" panose="020B0609020204030204" pitchFamily="49" charset="0"/>
                <a:cs typeface="Consolas" panose="020B0609020204030204" pitchFamily="49" charset="0"/>
              </a:rPr>
              <a:t>icx_command</a:t>
            </a:r>
            <a:r>
              <a:rPr lang="en-US" sz="1200" dirty="0">
                <a:solidFill>
                  <a:schemeClr val="bg1"/>
                </a:solidFill>
                <a:latin typeface="Consolas" panose="020B0609020204030204" pitchFamily="49" charset="0"/>
                <a:cs typeface="Consolas" panose="020B0609020204030204" pitchFamily="49" charset="0"/>
              </a:rPr>
              <a:t>                                                   Run arbitrary commands on remote Ruckus ICX 7000 series switches</a:t>
            </a:r>
            <a:br>
              <a:rPr lang="en-US" sz="1200" dirty="0">
                <a:solidFill>
                  <a:schemeClr val="bg1"/>
                </a:solidFill>
                <a:latin typeface="Consolas" panose="020B0609020204030204" pitchFamily="49" charset="0"/>
                <a:cs typeface="Consolas" panose="020B0609020204030204" pitchFamily="49" charset="0"/>
              </a:rPr>
            </a:br>
            <a:r>
              <a:rPr lang="en-US" sz="1200" dirty="0" err="1">
                <a:solidFill>
                  <a:schemeClr val="bg1"/>
                </a:solidFill>
                <a:latin typeface="Consolas" panose="020B0609020204030204" pitchFamily="49" charset="0"/>
                <a:cs typeface="Consolas" panose="020B0609020204030204" pitchFamily="49" charset="0"/>
              </a:rPr>
              <a:t>cs_snapshot_policy</a:t>
            </a:r>
            <a:r>
              <a:rPr lang="en-US" sz="1200" dirty="0">
                <a:solidFill>
                  <a:schemeClr val="bg1"/>
                </a:solidFill>
                <a:latin typeface="Consolas" panose="020B0609020204030204" pitchFamily="49" charset="0"/>
                <a:cs typeface="Consolas" panose="020B0609020204030204" pitchFamily="49" charset="0"/>
              </a:rPr>
              <a:t>                                            Manages volume snapshot policies on Apache </a:t>
            </a:r>
            <a:r>
              <a:rPr lang="en-US" sz="1200" dirty="0" err="1">
                <a:solidFill>
                  <a:schemeClr val="bg1"/>
                </a:solidFill>
                <a:latin typeface="Consolas" panose="020B0609020204030204" pitchFamily="49" charset="0"/>
                <a:cs typeface="Consolas" panose="020B0609020204030204" pitchFamily="49" charset="0"/>
              </a:rPr>
              <a:t>CloudStack</a:t>
            </a:r>
            <a:r>
              <a:rPr lang="en-US" sz="1200" dirty="0">
                <a:solidFill>
                  <a:schemeClr val="bg1"/>
                </a:solidFill>
                <a:latin typeface="Consolas" panose="020B0609020204030204" pitchFamily="49" charset="0"/>
                <a:cs typeface="Consolas" panose="020B0609020204030204" pitchFamily="49" charset="0"/>
              </a:rPr>
              <a:t> based clouds</a:t>
            </a:r>
            <a:br>
              <a:rPr lang="en-US" sz="1200" dirty="0">
                <a:solidFill>
                  <a:schemeClr val="bg1"/>
                </a:solidFill>
                <a:latin typeface="Consolas" panose="020B0609020204030204" pitchFamily="49" charset="0"/>
                <a:cs typeface="Consolas" panose="020B0609020204030204" pitchFamily="49" charset="0"/>
              </a:rPr>
            </a:br>
            <a:r>
              <a:rPr lang="en-US" sz="1200" dirty="0" err="1">
                <a:solidFill>
                  <a:schemeClr val="bg1"/>
                </a:solidFill>
                <a:latin typeface="Consolas" panose="020B0609020204030204" pitchFamily="49" charset="0"/>
                <a:cs typeface="Consolas" panose="020B0609020204030204" pitchFamily="49" charset="0"/>
              </a:rPr>
              <a:t>nxos_install_os</a:t>
            </a:r>
            <a:r>
              <a:rPr lang="en-US" sz="1200" dirty="0">
                <a:solidFill>
                  <a:schemeClr val="bg1"/>
                </a:solidFill>
                <a:latin typeface="Consolas" panose="020B0609020204030204" pitchFamily="49" charset="0"/>
                <a:cs typeface="Consolas" panose="020B0609020204030204" pitchFamily="49" charset="0"/>
              </a:rPr>
              <a:t>                                               Set boot options like boot, kickstart image and </a:t>
            </a:r>
            <a:r>
              <a:rPr lang="en-US" sz="1200" dirty="0" err="1">
                <a:solidFill>
                  <a:schemeClr val="bg1"/>
                </a:solidFill>
                <a:latin typeface="Consolas" panose="020B0609020204030204" pitchFamily="49" charset="0"/>
                <a:cs typeface="Consolas" panose="020B0609020204030204" pitchFamily="49" charset="0"/>
              </a:rPr>
              <a:t>issu</a:t>
            </a:r>
            <a:br>
              <a:rPr lang="en-US" sz="1200" dirty="0">
                <a:solidFill>
                  <a:schemeClr val="bg1"/>
                </a:solidFill>
                <a:latin typeface="Consolas" panose="020B0609020204030204" pitchFamily="49" charset="0"/>
                <a:cs typeface="Consolas" panose="020B0609020204030204" pitchFamily="49" charset="0"/>
              </a:rPr>
            </a:br>
            <a:r>
              <a:rPr lang="en-US" sz="1200" dirty="0" err="1">
                <a:solidFill>
                  <a:schemeClr val="bg1"/>
                </a:solidFill>
                <a:latin typeface="Consolas" panose="020B0609020204030204" pitchFamily="49" charset="0"/>
                <a:cs typeface="Consolas" panose="020B0609020204030204" pitchFamily="49" charset="0"/>
              </a:rPr>
              <a:t>cnos_static_route</a:t>
            </a:r>
            <a:r>
              <a:rPr lang="en-US" sz="1200" dirty="0">
                <a:solidFill>
                  <a:schemeClr val="bg1"/>
                </a:solidFill>
                <a:latin typeface="Consolas" panose="020B0609020204030204" pitchFamily="49" charset="0"/>
                <a:cs typeface="Consolas" panose="020B0609020204030204" pitchFamily="49" charset="0"/>
              </a:rPr>
              <a:t>                                             Manage static IP routes on Lenovo CNOS network devices</a:t>
            </a:r>
            <a:br>
              <a:rPr lang="en-US" sz="1200" dirty="0">
                <a:solidFill>
                  <a:schemeClr val="bg1"/>
                </a:solidFill>
                <a:latin typeface="Consolas" panose="020B0609020204030204" pitchFamily="49" charset="0"/>
                <a:cs typeface="Consolas" panose="020B0609020204030204" pitchFamily="49" charset="0"/>
              </a:rPr>
            </a:br>
            <a:r>
              <a:rPr lang="en-US" sz="1200" dirty="0" err="1">
                <a:solidFill>
                  <a:schemeClr val="bg1"/>
                </a:solidFill>
                <a:latin typeface="Consolas" panose="020B0609020204030204" pitchFamily="49" charset="0"/>
                <a:cs typeface="Consolas" panose="020B0609020204030204" pitchFamily="49" charset="0"/>
              </a:rPr>
              <a:t>win_eventlog</a:t>
            </a:r>
            <a:r>
              <a:rPr lang="en-US" sz="1200" dirty="0">
                <a:solidFill>
                  <a:schemeClr val="bg1"/>
                </a:solidFill>
                <a:latin typeface="Consolas" panose="020B0609020204030204" pitchFamily="49" charset="0"/>
                <a:cs typeface="Consolas" panose="020B0609020204030204" pitchFamily="49" charset="0"/>
              </a:rPr>
              <a:t>                                                  Manage Windows event logs</a:t>
            </a:r>
            <a:br>
              <a:rPr lang="en-US" sz="1200" dirty="0">
                <a:solidFill>
                  <a:schemeClr val="bg1"/>
                </a:solidFill>
                <a:latin typeface="Consolas" panose="020B0609020204030204" pitchFamily="49" charset="0"/>
                <a:cs typeface="Consolas" panose="020B0609020204030204" pitchFamily="49" charset="0"/>
              </a:rPr>
            </a:br>
            <a:r>
              <a:rPr lang="en-US" sz="1200" dirty="0" err="1">
                <a:solidFill>
                  <a:schemeClr val="bg1"/>
                </a:solidFill>
                <a:latin typeface="Consolas" panose="020B0609020204030204" pitchFamily="49" charset="0"/>
                <a:cs typeface="Consolas" panose="020B0609020204030204" pitchFamily="49" charset="0"/>
              </a:rPr>
              <a:t>vmware_category</a:t>
            </a:r>
            <a:r>
              <a:rPr lang="en-US" sz="1200" dirty="0">
                <a:solidFill>
                  <a:schemeClr val="bg1"/>
                </a:solidFill>
                <a:latin typeface="Consolas" panose="020B0609020204030204" pitchFamily="49" charset="0"/>
                <a:cs typeface="Consolas" panose="020B0609020204030204" pitchFamily="49" charset="0"/>
              </a:rPr>
              <a:t>                                               Manage VMware categories</a:t>
            </a:r>
            <a:br>
              <a:rPr lang="en-US" sz="1200" dirty="0">
                <a:solidFill>
                  <a:schemeClr val="bg1"/>
                </a:solidFill>
                <a:latin typeface="Consolas" panose="020B0609020204030204" pitchFamily="49" charset="0"/>
                <a:cs typeface="Consolas" panose="020B0609020204030204" pitchFamily="49" charset="0"/>
              </a:rPr>
            </a:br>
            <a:r>
              <a:rPr lang="en-US" sz="1200" dirty="0" err="1">
                <a:solidFill>
                  <a:schemeClr val="bg1"/>
                </a:solidFill>
                <a:latin typeface="Consolas" panose="020B0609020204030204" pitchFamily="49" charset="0"/>
                <a:cs typeface="Consolas" panose="020B0609020204030204" pitchFamily="49" charset="0"/>
              </a:rPr>
              <a:t>vmware_host_feature_info</a:t>
            </a:r>
            <a:r>
              <a:rPr lang="en-US" sz="1200" dirty="0">
                <a:solidFill>
                  <a:schemeClr val="bg1"/>
                </a:solidFill>
                <a:latin typeface="Consolas" panose="020B0609020204030204" pitchFamily="49" charset="0"/>
                <a:cs typeface="Consolas" panose="020B0609020204030204" pitchFamily="49" charset="0"/>
              </a:rPr>
              <a:t>                                      Gathers info about an </a:t>
            </a:r>
            <a:r>
              <a:rPr lang="en-US" sz="1200" dirty="0" err="1">
                <a:solidFill>
                  <a:schemeClr val="bg1"/>
                </a:solidFill>
                <a:latin typeface="Consolas" panose="020B0609020204030204" pitchFamily="49" charset="0"/>
                <a:cs typeface="Consolas" panose="020B0609020204030204" pitchFamily="49" charset="0"/>
              </a:rPr>
              <a:t>ESXi</a:t>
            </a:r>
            <a:r>
              <a:rPr lang="en-US" sz="1200" dirty="0">
                <a:solidFill>
                  <a:schemeClr val="bg1"/>
                </a:solidFill>
                <a:latin typeface="Consolas" panose="020B0609020204030204" pitchFamily="49" charset="0"/>
                <a:cs typeface="Consolas" panose="020B0609020204030204" pitchFamily="49" charset="0"/>
              </a:rPr>
              <a:t> host's feature capability information</a:t>
            </a:r>
            <a:br>
              <a:rPr lang="en-US" sz="1200" dirty="0">
                <a:solidFill>
                  <a:schemeClr val="bg1"/>
                </a:solidFill>
                <a:latin typeface="Consolas" panose="020B0609020204030204" pitchFamily="49" charset="0"/>
                <a:cs typeface="Consolas" panose="020B0609020204030204" pitchFamily="49" charset="0"/>
              </a:rPr>
            </a:br>
            <a:r>
              <a:rPr lang="en-US" sz="1200" dirty="0" err="1">
                <a:solidFill>
                  <a:schemeClr val="bg1"/>
                </a:solidFill>
                <a:latin typeface="Consolas" panose="020B0609020204030204" pitchFamily="49" charset="0"/>
                <a:cs typeface="Consolas" panose="020B0609020204030204" pitchFamily="49" charset="0"/>
              </a:rPr>
              <a:t>avi_cluster</a:t>
            </a:r>
            <a:r>
              <a:rPr lang="en-US" sz="1200" dirty="0">
                <a:solidFill>
                  <a:schemeClr val="bg1"/>
                </a:solidFill>
                <a:latin typeface="Consolas" panose="020B0609020204030204" pitchFamily="49" charset="0"/>
                <a:cs typeface="Consolas" panose="020B0609020204030204" pitchFamily="49" charset="0"/>
              </a:rPr>
              <a:t>                                                   Module for setup of Cluster </a:t>
            </a:r>
            <a:r>
              <a:rPr lang="en-US" sz="1200" dirty="0" err="1">
                <a:solidFill>
                  <a:schemeClr val="bg1"/>
                </a:solidFill>
                <a:latin typeface="Consolas" panose="020B0609020204030204" pitchFamily="49" charset="0"/>
                <a:cs typeface="Consolas" panose="020B0609020204030204" pitchFamily="49" charset="0"/>
              </a:rPr>
              <a:t>Avi</a:t>
            </a:r>
            <a:r>
              <a:rPr lang="en-US" sz="1200" dirty="0">
                <a:solidFill>
                  <a:schemeClr val="bg1"/>
                </a:solidFill>
                <a:latin typeface="Consolas" panose="020B0609020204030204" pitchFamily="49" charset="0"/>
                <a:cs typeface="Consolas" panose="020B0609020204030204" pitchFamily="49" charset="0"/>
              </a:rPr>
              <a:t> RESTful Object</a:t>
            </a:r>
          </a:p>
        </p:txBody>
      </p:sp>
      <p:sp>
        <p:nvSpPr>
          <p:cNvPr id="3" name="TextBox 2">
            <a:extLst>
              <a:ext uri="{FF2B5EF4-FFF2-40B4-BE49-F238E27FC236}">
                <a16:creationId xmlns:a16="http://schemas.microsoft.com/office/drawing/2014/main" id="{F1078771-CC1D-0145-8862-779BD5CFB2DA}"/>
              </a:ext>
            </a:extLst>
          </p:cNvPr>
          <p:cNvSpPr txBox="1"/>
          <p:nvPr/>
        </p:nvSpPr>
        <p:spPr>
          <a:xfrm>
            <a:off x="4876800" y="6203410"/>
            <a:ext cx="3898824" cy="443198"/>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2400" b="0" i="0" u="none" strike="noStrike" kern="1200" cap="none" spc="0" normalizeH="0" baseline="0" noProof="0" dirty="0">
                <a:ln>
                  <a:noFill/>
                </a:ln>
                <a:solidFill>
                  <a:schemeClr val="bg1"/>
                </a:solidFill>
                <a:effectLst/>
                <a:uLnTx/>
                <a:uFillTx/>
                <a:latin typeface="+mn-lt"/>
              </a:rPr>
              <a:t>… thousands of modules…</a:t>
            </a:r>
          </a:p>
        </p:txBody>
      </p:sp>
    </p:spTree>
    <p:extLst>
      <p:ext uri="{BB962C8B-B14F-4D97-AF65-F5344CB8AC3E}">
        <p14:creationId xmlns:p14="http://schemas.microsoft.com/office/powerpoint/2010/main" val="1014931774"/>
      </p:ext>
    </p:extLst>
  </p:cSld>
  <p:clrMapOvr>
    <a:masterClrMapping/>
  </p:clrMapOvr>
  <p:transition spd="med">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Modules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Using ansible-doc to specify on module</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Content Placeholder 6">
            <a:extLst>
              <a:ext uri="{FF2B5EF4-FFF2-40B4-BE49-F238E27FC236}">
                <a16:creationId xmlns:a16="http://schemas.microsoft.com/office/drawing/2014/main" id="{409CF074-C267-3447-A6D5-335E653751C6}"/>
              </a:ext>
            </a:extLst>
          </p:cNvPr>
          <p:cNvSpPr>
            <a:spLocks noGrp="1"/>
          </p:cNvSpPr>
          <p:nvPr>
            <p:ph sz="quarter" idx="14"/>
          </p:nvPr>
        </p:nvSpPr>
        <p:spPr>
          <a:xfrm>
            <a:off x="250825" y="1665288"/>
            <a:ext cx="11661775" cy="4479925"/>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indent="0">
              <a:lnSpc>
                <a:spcPct val="95000"/>
              </a:lnSpc>
              <a:buNone/>
            </a:pPr>
            <a:r>
              <a:rPr lang="en-US" sz="1200" dirty="0">
                <a:solidFill>
                  <a:schemeClr val="bg1"/>
                </a:solidFill>
                <a:latin typeface="Consolas" panose="020B0609020204030204" pitchFamily="49" charset="0"/>
                <a:cs typeface="Consolas" panose="020B0609020204030204" pitchFamily="49" charset="0"/>
              </a:rPr>
              <a:t>[</a:t>
            </a:r>
            <a:r>
              <a:rPr lang="en-US" sz="1200" dirty="0" err="1">
                <a:solidFill>
                  <a:schemeClr val="bg1"/>
                </a:solidFill>
                <a:latin typeface="Consolas" panose="020B0609020204030204" pitchFamily="49" charset="0"/>
                <a:cs typeface="Consolas" panose="020B0609020204030204" pitchFamily="49" charset="0"/>
              </a:rPr>
              <a:t>user@ansible</a:t>
            </a:r>
            <a:r>
              <a:rPr lang="en-US" sz="1200" dirty="0">
                <a:solidFill>
                  <a:schemeClr val="bg1"/>
                </a:solidFill>
                <a:latin typeface="Consolas" panose="020B0609020204030204" pitchFamily="49" charset="0"/>
                <a:cs typeface="Consolas" panose="020B0609020204030204" pitchFamily="49" charset="0"/>
              </a:rPr>
              <a:t>]$ </a:t>
            </a:r>
            <a:r>
              <a:rPr lang="en-US" sz="1200" dirty="0">
                <a:solidFill>
                  <a:schemeClr val="tx1"/>
                </a:solidFill>
                <a:highlight>
                  <a:srgbClr val="FFFF00"/>
                </a:highlight>
                <a:latin typeface="Consolas" panose="020B0609020204030204" pitchFamily="49" charset="0"/>
                <a:cs typeface="Consolas" panose="020B0609020204030204" pitchFamily="49" charset="0"/>
              </a:rPr>
              <a:t>ansible-doc </a:t>
            </a:r>
            <a:r>
              <a:rPr lang="en-US" sz="1200" dirty="0" err="1">
                <a:solidFill>
                  <a:schemeClr val="tx1"/>
                </a:solidFill>
                <a:highlight>
                  <a:srgbClr val="FFFF00"/>
                </a:highlight>
                <a:latin typeface="Consolas" panose="020B0609020204030204" pitchFamily="49" charset="0"/>
                <a:cs typeface="Consolas" panose="020B0609020204030204" pitchFamily="49" charset="0"/>
              </a:rPr>
              <a:t>netapp.ontap.na_ontap_volume</a:t>
            </a:r>
            <a:endParaRPr lang="en-US" sz="1200" dirty="0">
              <a:solidFill>
                <a:schemeClr val="tx1"/>
              </a:solidFill>
              <a:highlight>
                <a:srgbClr val="FFFF00"/>
              </a:highlight>
              <a:latin typeface="Consolas" panose="020B0609020204030204" pitchFamily="49" charset="0"/>
              <a:cs typeface="Consolas" panose="020B0609020204030204" pitchFamily="49" charset="0"/>
            </a:endParaRPr>
          </a:p>
          <a:p>
            <a:pPr marL="0" indent="0">
              <a:buNone/>
            </a:pPr>
            <a:r>
              <a:rPr lang="en-US" sz="1200" dirty="0">
                <a:solidFill>
                  <a:schemeClr val="bg1"/>
                </a:solidFill>
                <a:latin typeface="Consolas" panose="020B0609020204030204" pitchFamily="49" charset="0"/>
                <a:cs typeface="Consolas" panose="020B0609020204030204" pitchFamily="49" charset="0"/>
              </a:rPr>
              <a:t>&gt; NA_ONTAP_VOLUME    (/</a:t>
            </a:r>
            <a:r>
              <a:rPr lang="en-US" sz="1200" dirty="0" err="1">
                <a:solidFill>
                  <a:schemeClr val="bg1"/>
                </a:solidFill>
                <a:latin typeface="Consolas" panose="020B0609020204030204" pitchFamily="49" charset="0"/>
                <a:cs typeface="Consolas" panose="020B0609020204030204" pitchFamily="49" charset="0"/>
              </a:rPr>
              <a:t>usr</a:t>
            </a:r>
            <a:r>
              <a:rPr lang="en-US" sz="1200" dirty="0">
                <a:solidFill>
                  <a:schemeClr val="bg1"/>
                </a:solidFill>
                <a:latin typeface="Consolas" panose="020B0609020204030204" pitchFamily="49" charset="0"/>
                <a:cs typeface="Consolas" panose="020B0609020204030204" pitchFamily="49" charset="0"/>
              </a:rPr>
              <a:t>/lib/python2.7/site-packages/ansible/modules/storage/</a:t>
            </a:r>
            <a:r>
              <a:rPr lang="en-US" sz="1200" dirty="0" err="1">
                <a:solidFill>
                  <a:schemeClr val="bg1"/>
                </a:solidFill>
                <a:latin typeface="Consolas" panose="020B0609020204030204" pitchFamily="49" charset="0"/>
                <a:cs typeface="Consolas" panose="020B0609020204030204" pitchFamily="49" charset="0"/>
              </a:rPr>
              <a:t>netapp</a:t>
            </a:r>
            <a:r>
              <a:rPr lang="en-US" sz="1200" dirty="0">
                <a:solidFill>
                  <a:schemeClr val="bg1"/>
                </a:solidFill>
                <a:latin typeface="Consolas" panose="020B0609020204030204" pitchFamily="49" charset="0"/>
                <a:cs typeface="Consolas" panose="020B0609020204030204" pitchFamily="49" charset="0"/>
              </a:rPr>
              <a:t>/</a:t>
            </a:r>
            <a:r>
              <a:rPr lang="en-US" sz="1200" dirty="0" err="1">
                <a:solidFill>
                  <a:schemeClr val="bg1"/>
                </a:solidFill>
                <a:latin typeface="Consolas" panose="020B0609020204030204" pitchFamily="49" charset="0"/>
                <a:cs typeface="Consolas" panose="020B0609020204030204" pitchFamily="49" charset="0"/>
              </a:rPr>
              <a:t>na_ontap_volume.py</a:t>
            </a:r>
            <a:r>
              <a:rPr lang="en-US" sz="1200" dirty="0">
                <a:solidFill>
                  <a:schemeClr val="bg1"/>
                </a:solidFill>
                <a:latin typeface="Consolas" panose="020B0609020204030204" pitchFamily="49" charset="0"/>
                <a:cs typeface="Consolas" panose="020B0609020204030204" pitchFamily="49" charset="0"/>
              </a:rPr>
              <a:t>)</a:t>
            </a:r>
            <a:br>
              <a:rPr lang="en-US" sz="1200" dirty="0">
                <a:solidFill>
                  <a:schemeClr val="bg1"/>
                </a:solidFill>
                <a:latin typeface="Consolas" panose="020B0609020204030204" pitchFamily="49" charset="0"/>
                <a:cs typeface="Consolas" panose="020B0609020204030204" pitchFamily="49" charset="0"/>
              </a:rPr>
            </a:br>
            <a:r>
              <a:rPr lang="en-US" sz="1200" dirty="0">
                <a:solidFill>
                  <a:schemeClr val="bg1"/>
                </a:solidFill>
                <a:latin typeface="Consolas" panose="020B0609020204030204" pitchFamily="49" charset="0"/>
                <a:cs typeface="Consolas" panose="020B0609020204030204" pitchFamily="49" charset="0"/>
              </a:rPr>
              <a:t>        Create or destroy or modify volumes on NetApp ONTAP.</a:t>
            </a:r>
          </a:p>
          <a:p>
            <a:pPr marL="0" indent="0">
              <a:buNone/>
            </a:pPr>
            <a:r>
              <a:rPr lang="en-US" sz="1200" dirty="0">
                <a:solidFill>
                  <a:schemeClr val="bg1"/>
                </a:solidFill>
                <a:latin typeface="Consolas" panose="020B0609020204030204" pitchFamily="49" charset="0"/>
                <a:cs typeface="Consolas" panose="020B0609020204030204" pitchFamily="49" charset="0"/>
              </a:rPr>
              <a:t>  * This module is maintained by an Ansible Partner</a:t>
            </a:r>
            <a:br>
              <a:rPr lang="en-US" sz="1200" dirty="0">
                <a:solidFill>
                  <a:schemeClr val="bg1"/>
                </a:solidFill>
                <a:latin typeface="Consolas" panose="020B0609020204030204" pitchFamily="49" charset="0"/>
                <a:cs typeface="Consolas" panose="020B0609020204030204" pitchFamily="49" charset="0"/>
              </a:rPr>
            </a:br>
            <a:r>
              <a:rPr lang="en-US" sz="1200" dirty="0">
                <a:solidFill>
                  <a:schemeClr val="bg1"/>
                </a:solidFill>
                <a:latin typeface="Consolas" panose="020B0609020204030204" pitchFamily="49" charset="0"/>
                <a:cs typeface="Consolas" panose="020B0609020204030204" pitchFamily="49" charset="0"/>
              </a:rPr>
              <a:t>OPTIONS (= is mandatory):</a:t>
            </a:r>
          </a:p>
          <a:p>
            <a:pPr marL="0" indent="0">
              <a:buNone/>
            </a:pPr>
            <a:r>
              <a:rPr lang="en-US" sz="1200" dirty="0">
                <a:solidFill>
                  <a:schemeClr val="bg1"/>
                </a:solidFill>
                <a:latin typeface="Consolas" panose="020B0609020204030204" pitchFamily="49" charset="0"/>
                <a:cs typeface="Consolas" panose="020B0609020204030204" pitchFamily="49" charset="0"/>
              </a:rPr>
              <a:t>- </a:t>
            </a:r>
            <a:r>
              <a:rPr lang="en-US" sz="1200" dirty="0" err="1">
                <a:solidFill>
                  <a:schemeClr val="bg1"/>
                </a:solidFill>
                <a:latin typeface="Consolas" panose="020B0609020204030204" pitchFamily="49" charset="0"/>
                <a:cs typeface="Consolas" panose="020B0609020204030204" pitchFamily="49" charset="0"/>
              </a:rPr>
              <a:t>aggr_list</a:t>
            </a:r>
            <a:endParaRPr lang="en-US" sz="1200" dirty="0">
              <a:solidFill>
                <a:schemeClr val="bg1"/>
              </a:solidFill>
              <a:latin typeface="Consolas" panose="020B0609020204030204" pitchFamily="49" charset="0"/>
              <a:cs typeface="Consolas" panose="020B0609020204030204" pitchFamily="49" charset="0"/>
            </a:endParaRPr>
          </a:p>
          <a:p>
            <a:pPr marL="0" indent="0">
              <a:buNone/>
            </a:pPr>
            <a:r>
              <a:rPr lang="en-US" sz="1200" dirty="0">
                <a:solidFill>
                  <a:schemeClr val="bg1"/>
                </a:solidFill>
                <a:latin typeface="Consolas" panose="020B0609020204030204" pitchFamily="49" charset="0"/>
                <a:cs typeface="Consolas" panose="020B0609020204030204" pitchFamily="49" charset="0"/>
              </a:rPr>
              <a:t>        an array of names of aggregates to be used for </a:t>
            </a:r>
            <a:r>
              <a:rPr lang="en-US" sz="1200" dirty="0" err="1">
                <a:solidFill>
                  <a:schemeClr val="bg1"/>
                </a:solidFill>
                <a:latin typeface="Consolas" panose="020B0609020204030204" pitchFamily="49" charset="0"/>
                <a:cs typeface="Consolas" panose="020B0609020204030204" pitchFamily="49" charset="0"/>
              </a:rPr>
              <a:t>FlexGroup</a:t>
            </a:r>
            <a:r>
              <a:rPr lang="en-US" sz="1200" dirty="0">
                <a:solidFill>
                  <a:schemeClr val="bg1"/>
                </a:solidFill>
                <a:latin typeface="Consolas" panose="020B0609020204030204" pitchFamily="49" charset="0"/>
                <a:cs typeface="Consolas" panose="020B0609020204030204" pitchFamily="49" charset="0"/>
              </a:rPr>
              <a:t> constituents.</a:t>
            </a:r>
            <a:br>
              <a:rPr lang="en-US" sz="1200" dirty="0">
                <a:solidFill>
                  <a:schemeClr val="bg1"/>
                </a:solidFill>
                <a:latin typeface="Consolas" panose="020B0609020204030204" pitchFamily="49" charset="0"/>
                <a:cs typeface="Consolas" panose="020B0609020204030204" pitchFamily="49" charset="0"/>
              </a:rPr>
            </a:br>
            <a:r>
              <a:rPr lang="en-US" sz="1200" dirty="0">
                <a:solidFill>
                  <a:schemeClr val="bg1"/>
                </a:solidFill>
                <a:latin typeface="Consolas" panose="020B0609020204030204" pitchFamily="49" charset="0"/>
                <a:cs typeface="Consolas" panose="020B0609020204030204" pitchFamily="49" charset="0"/>
              </a:rPr>
              <a:t>        [Default: (null)]</a:t>
            </a:r>
            <a:br>
              <a:rPr lang="en-US" sz="1200" dirty="0">
                <a:solidFill>
                  <a:schemeClr val="bg1"/>
                </a:solidFill>
                <a:latin typeface="Consolas" panose="020B0609020204030204" pitchFamily="49" charset="0"/>
                <a:cs typeface="Consolas" panose="020B0609020204030204" pitchFamily="49" charset="0"/>
              </a:rPr>
            </a:br>
            <a:r>
              <a:rPr lang="en-US" sz="1200" dirty="0">
                <a:solidFill>
                  <a:schemeClr val="bg1"/>
                </a:solidFill>
                <a:latin typeface="Consolas" panose="020B0609020204030204" pitchFamily="49" charset="0"/>
                <a:cs typeface="Consolas" panose="020B0609020204030204" pitchFamily="49" charset="0"/>
              </a:rPr>
              <a:t>        type: list</a:t>
            </a:r>
            <a:br>
              <a:rPr lang="en-US" sz="1200" dirty="0">
                <a:solidFill>
                  <a:schemeClr val="bg1"/>
                </a:solidFill>
                <a:latin typeface="Consolas" panose="020B0609020204030204" pitchFamily="49" charset="0"/>
                <a:cs typeface="Consolas" panose="020B0609020204030204" pitchFamily="49" charset="0"/>
              </a:rPr>
            </a:br>
            <a:r>
              <a:rPr lang="en-US" sz="1200" dirty="0">
                <a:solidFill>
                  <a:schemeClr val="bg1"/>
                </a:solidFill>
                <a:latin typeface="Consolas" panose="020B0609020204030204" pitchFamily="49" charset="0"/>
                <a:cs typeface="Consolas" panose="020B0609020204030204" pitchFamily="49" charset="0"/>
              </a:rPr>
              <a:t>        </a:t>
            </a:r>
            <a:r>
              <a:rPr lang="en-US" sz="1200" dirty="0" err="1">
                <a:solidFill>
                  <a:schemeClr val="bg1"/>
                </a:solidFill>
                <a:latin typeface="Consolas" panose="020B0609020204030204" pitchFamily="49" charset="0"/>
                <a:cs typeface="Consolas" panose="020B0609020204030204" pitchFamily="49" charset="0"/>
              </a:rPr>
              <a:t>version_added</a:t>
            </a:r>
            <a:r>
              <a:rPr lang="en-US" sz="1200" dirty="0">
                <a:solidFill>
                  <a:schemeClr val="bg1"/>
                </a:solidFill>
                <a:latin typeface="Consolas" panose="020B0609020204030204" pitchFamily="49" charset="0"/>
                <a:cs typeface="Consolas" panose="020B0609020204030204" pitchFamily="49" charset="0"/>
              </a:rPr>
              <a:t>: 2.8</a:t>
            </a:r>
          </a:p>
          <a:p>
            <a:pPr marL="0" indent="0">
              <a:buNone/>
            </a:pPr>
            <a:r>
              <a:rPr lang="en-US" sz="1200" dirty="0">
                <a:solidFill>
                  <a:schemeClr val="bg1"/>
                </a:solidFill>
                <a:latin typeface="Consolas" panose="020B0609020204030204" pitchFamily="49" charset="0"/>
                <a:cs typeface="Consolas" panose="020B0609020204030204" pitchFamily="49" charset="0"/>
              </a:rPr>
              <a:t>- </a:t>
            </a:r>
            <a:r>
              <a:rPr lang="en-US" sz="1200" dirty="0" err="1">
                <a:solidFill>
                  <a:schemeClr val="bg1"/>
                </a:solidFill>
                <a:latin typeface="Consolas" panose="020B0609020204030204" pitchFamily="49" charset="0"/>
                <a:cs typeface="Consolas" panose="020B0609020204030204" pitchFamily="49" charset="0"/>
              </a:rPr>
              <a:t>aggr_list_multiplier</a:t>
            </a:r>
            <a:endParaRPr lang="en-US" sz="1200" dirty="0">
              <a:solidFill>
                <a:schemeClr val="bg1"/>
              </a:solidFill>
              <a:latin typeface="Consolas" panose="020B0609020204030204" pitchFamily="49" charset="0"/>
              <a:cs typeface="Consolas" panose="020B0609020204030204" pitchFamily="49" charset="0"/>
            </a:endParaRPr>
          </a:p>
          <a:p>
            <a:pPr marL="0" indent="0">
              <a:buNone/>
            </a:pPr>
            <a:r>
              <a:rPr lang="en-US" sz="1200" dirty="0">
                <a:solidFill>
                  <a:schemeClr val="bg1"/>
                </a:solidFill>
                <a:latin typeface="Consolas" panose="020B0609020204030204" pitchFamily="49" charset="0"/>
                <a:cs typeface="Consolas" panose="020B0609020204030204" pitchFamily="49" charset="0"/>
              </a:rPr>
              <a:t>        The number of times to iterate over the aggregates listed with the </a:t>
            </a:r>
            <a:r>
              <a:rPr lang="en-US" sz="1200" dirty="0" err="1">
                <a:solidFill>
                  <a:schemeClr val="bg1"/>
                </a:solidFill>
                <a:latin typeface="Consolas" panose="020B0609020204030204" pitchFamily="49" charset="0"/>
                <a:cs typeface="Consolas" panose="020B0609020204030204" pitchFamily="49" charset="0"/>
              </a:rPr>
              <a:t>aggr_list</a:t>
            </a:r>
            <a:r>
              <a:rPr lang="en-US" sz="1200" dirty="0">
                <a:solidFill>
                  <a:schemeClr val="bg1"/>
                </a:solidFill>
                <a:latin typeface="Consolas" panose="020B0609020204030204" pitchFamily="49" charset="0"/>
                <a:cs typeface="Consolas" panose="020B0609020204030204" pitchFamily="49" charset="0"/>
              </a:rPr>
              <a:t> parameter when creating a </a:t>
            </a:r>
            <a:r>
              <a:rPr lang="en-US" sz="1200" dirty="0" err="1">
                <a:solidFill>
                  <a:schemeClr val="bg1"/>
                </a:solidFill>
                <a:latin typeface="Consolas" panose="020B0609020204030204" pitchFamily="49" charset="0"/>
                <a:cs typeface="Consolas" panose="020B0609020204030204" pitchFamily="49" charset="0"/>
              </a:rPr>
              <a:t>FlexGroup</a:t>
            </a:r>
            <a:r>
              <a:rPr lang="en-US" sz="1200" dirty="0">
                <a:solidFill>
                  <a:schemeClr val="bg1"/>
                </a:solidFill>
                <a:latin typeface="Consolas" panose="020B0609020204030204" pitchFamily="49" charset="0"/>
                <a:cs typeface="Consolas" panose="020B0609020204030204" pitchFamily="49" charset="0"/>
              </a:rPr>
              <a:t>.</a:t>
            </a:r>
            <a:br>
              <a:rPr lang="en-US" sz="1200" dirty="0">
                <a:solidFill>
                  <a:schemeClr val="bg1"/>
                </a:solidFill>
                <a:latin typeface="Consolas" panose="020B0609020204030204" pitchFamily="49" charset="0"/>
                <a:cs typeface="Consolas" panose="020B0609020204030204" pitchFamily="49" charset="0"/>
              </a:rPr>
            </a:br>
            <a:r>
              <a:rPr lang="en-US" sz="1200" dirty="0">
                <a:solidFill>
                  <a:schemeClr val="bg1"/>
                </a:solidFill>
                <a:latin typeface="Consolas" panose="020B0609020204030204" pitchFamily="49" charset="0"/>
                <a:cs typeface="Consolas" panose="020B0609020204030204" pitchFamily="49" charset="0"/>
              </a:rPr>
              <a:t>        [Default: (null)]</a:t>
            </a:r>
            <a:br>
              <a:rPr lang="en-US" sz="1200" dirty="0">
                <a:solidFill>
                  <a:schemeClr val="bg1"/>
                </a:solidFill>
                <a:latin typeface="Consolas" panose="020B0609020204030204" pitchFamily="49" charset="0"/>
                <a:cs typeface="Consolas" panose="020B0609020204030204" pitchFamily="49" charset="0"/>
              </a:rPr>
            </a:br>
            <a:r>
              <a:rPr lang="en-US" sz="1200" dirty="0">
                <a:solidFill>
                  <a:schemeClr val="bg1"/>
                </a:solidFill>
                <a:latin typeface="Consolas" panose="020B0609020204030204" pitchFamily="49" charset="0"/>
                <a:cs typeface="Consolas" panose="020B0609020204030204" pitchFamily="49" charset="0"/>
              </a:rPr>
              <a:t>        type: int</a:t>
            </a:r>
            <a:br>
              <a:rPr lang="en-US" sz="1200" dirty="0">
                <a:solidFill>
                  <a:schemeClr val="bg1"/>
                </a:solidFill>
                <a:latin typeface="Consolas" panose="020B0609020204030204" pitchFamily="49" charset="0"/>
                <a:cs typeface="Consolas" panose="020B0609020204030204" pitchFamily="49" charset="0"/>
              </a:rPr>
            </a:br>
            <a:r>
              <a:rPr lang="en-US" sz="1200" dirty="0">
                <a:solidFill>
                  <a:schemeClr val="bg1"/>
                </a:solidFill>
                <a:latin typeface="Consolas" panose="020B0609020204030204" pitchFamily="49" charset="0"/>
                <a:cs typeface="Consolas" panose="020B0609020204030204" pitchFamily="49" charset="0"/>
              </a:rPr>
              <a:t>        </a:t>
            </a:r>
            <a:r>
              <a:rPr lang="en-US" sz="1200" dirty="0" err="1">
                <a:solidFill>
                  <a:schemeClr val="bg1"/>
                </a:solidFill>
                <a:latin typeface="Consolas" panose="020B0609020204030204" pitchFamily="49" charset="0"/>
                <a:cs typeface="Consolas" panose="020B0609020204030204" pitchFamily="49" charset="0"/>
              </a:rPr>
              <a:t>version_added</a:t>
            </a:r>
            <a:r>
              <a:rPr lang="en-US" sz="1200" dirty="0">
                <a:solidFill>
                  <a:schemeClr val="bg1"/>
                </a:solidFill>
                <a:latin typeface="Consolas" panose="020B0609020204030204" pitchFamily="49" charset="0"/>
                <a:cs typeface="Consolas" panose="020B0609020204030204" pitchFamily="49" charset="0"/>
              </a:rPr>
              <a:t>: 2.8</a:t>
            </a:r>
          </a:p>
        </p:txBody>
      </p:sp>
    </p:spTree>
    <p:extLst>
      <p:ext uri="{BB962C8B-B14F-4D97-AF65-F5344CB8AC3E}">
        <p14:creationId xmlns:p14="http://schemas.microsoft.com/office/powerpoint/2010/main" val="1422776578"/>
      </p:ext>
    </p:extLst>
  </p:cSld>
  <p:clrMapOvr>
    <a:masterClrMapping/>
  </p:clrMapOvr>
  <p:transition spd="med">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Modules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“I can’t find a module that does what I need it to do!”</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9" name="Content Placeholder 8">
            <a:extLst>
              <a:ext uri="{FF2B5EF4-FFF2-40B4-BE49-F238E27FC236}">
                <a16:creationId xmlns:a16="http://schemas.microsoft.com/office/drawing/2014/main" id="{0A04A356-3D56-F245-BB6D-9581B8B4AA63}"/>
              </a:ext>
            </a:extLst>
          </p:cNvPr>
          <p:cNvSpPr>
            <a:spLocks noGrp="1"/>
          </p:cNvSpPr>
          <p:nvPr>
            <p:ph sz="quarter" idx="14"/>
          </p:nvPr>
        </p:nvSpPr>
        <p:spPr/>
        <p:txBody>
          <a:bodyPr/>
          <a:lstStyle/>
          <a:p>
            <a:r>
              <a:rPr lang="en-US" dirty="0" err="1"/>
              <a:t>na_ontap_command</a:t>
            </a:r>
            <a:r>
              <a:rPr lang="en-US" dirty="0"/>
              <a:t> (pre9.6)</a:t>
            </a:r>
          </a:p>
          <a:p>
            <a:r>
              <a:rPr lang="en-US" dirty="0" err="1"/>
              <a:t>na_ontap_rest_cli</a:t>
            </a:r>
            <a:endParaRPr lang="en-US" dirty="0"/>
          </a:p>
          <a:p>
            <a:r>
              <a:rPr lang="en-US" dirty="0"/>
              <a:t>Command</a:t>
            </a:r>
          </a:p>
          <a:p>
            <a:r>
              <a:rPr lang="en-US" dirty="0"/>
              <a:t>Shell</a:t>
            </a:r>
          </a:p>
          <a:p>
            <a:r>
              <a:rPr lang="en-US" dirty="0"/>
              <a:t>raw</a:t>
            </a:r>
          </a:p>
        </p:txBody>
      </p:sp>
      <p:pic>
        <p:nvPicPr>
          <p:cNvPr id="8" name="Picture 7" descr="A close up of a sign&#10;&#10;Description automatically generated">
            <a:extLst>
              <a:ext uri="{FF2B5EF4-FFF2-40B4-BE49-F238E27FC236}">
                <a16:creationId xmlns:a16="http://schemas.microsoft.com/office/drawing/2014/main" id="{7B14ADD4-CB33-B14D-AFC0-8200F18268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3849" y="1106419"/>
            <a:ext cx="5194300" cy="5194300"/>
          </a:xfrm>
          <a:prstGeom prst="rect">
            <a:avLst/>
          </a:prstGeom>
        </p:spPr>
      </p:pic>
    </p:spTree>
    <p:extLst>
      <p:ext uri="{BB962C8B-B14F-4D97-AF65-F5344CB8AC3E}">
        <p14:creationId xmlns:p14="http://schemas.microsoft.com/office/powerpoint/2010/main" val="1317190919"/>
      </p:ext>
    </p:extLst>
  </p:cSld>
  <p:clrMapOvr>
    <a:masterClrMapping/>
  </p:clrMapOvr>
  <p:transition spd="med">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03C54FF-6F1B-0A95-CAD4-50ED79165F79}"/>
              </a:ext>
            </a:extLst>
          </p:cNvPr>
          <p:cNvSpPr>
            <a:spLocks noGrp="1"/>
          </p:cNvSpPr>
          <p:nvPr>
            <p:ph type="title"/>
          </p:nvPr>
        </p:nvSpPr>
        <p:spPr/>
        <p:txBody>
          <a:bodyPr/>
          <a:lstStyle/>
          <a:p>
            <a:r>
              <a:rPr lang="en-US" dirty="0"/>
              <a:t>EXERCISE</a:t>
            </a:r>
            <a:endParaRPr lang="en-BE" dirty="0"/>
          </a:p>
        </p:txBody>
      </p:sp>
      <p:sp>
        <p:nvSpPr>
          <p:cNvPr id="9" name="Content Placeholder 8">
            <a:extLst>
              <a:ext uri="{FF2B5EF4-FFF2-40B4-BE49-F238E27FC236}">
                <a16:creationId xmlns:a16="http://schemas.microsoft.com/office/drawing/2014/main" id="{3324EBBA-52B5-1F52-9734-381AAAD6F896}"/>
              </a:ext>
            </a:extLst>
          </p:cNvPr>
          <p:cNvSpPr>
            <a:spLocks noGrp="1"/>
          </p:cNvSpPr>
          <p:nvPr>
            <p:ph sz="quarter" idx="14"/>
          </p:nvPr>
        </p:nvSpPr>
        <p:spPr/>
        <p:txBody>
          <a:bodyPr/>
          <a:lstStyle/>
          <a:p>
            <a:r>
              <a:rPr lang="en-US"/>
              <a:t>BREAK YOUR </a:t>
            </a:r>
            <a:r>
              <a:rPr lang="en-US" dirty="0"/>
              <a:t>FRIENDS LINUX boxes - </a:t>
            </a:r>
            <a:r>
              <a:rPr lang="en-US" dirty="0" err="1"/>
              <a:t>yihaa</a:t>
            </a:r>
            <a:endParaRPr lang="en-US" dirty="0"/>
          </a:p>
          <a:p>
            <a:r>
              <a:rPr lang="en-US" dirty="0"/>
              <a:t>Create an inventory file of everyone </a:t>
            </a:r>
            <a:r>
              <a:rPr lang="en-US" dirty="0" err="1"/>
              <a:t>linux</a:t>
            </a:r>
            <a:r>
              <a:rPr lang="en-US" dirty="0"/>
              <a:t>, </a:t>
            </a:r>
          </a:p>
          <a:p>
            <a:r>
              <a:rPr lang="en-US" dirty="0"/>
              <a:t>Make sure public key vars are  set correctly and users too (root vs ???)</a:t>
            </a:r>
          </a:p>
          <a:p>
            <a:r>
              <a:rPr lang="en-US" dirty="0"/>
              <a:t>Test the “</a:t>
            </a:r>
            <a:r>
              <a:rPr lang="en-US" dirty="0">
                <a:solidFill>
                  <a:schemeClr val="accent3"/>
                </a:solidFill>
              </a:rPr>
              <a:t>ping</a:t>
            </a:r>
            <a:r>
              <a:rPr lang="en-US" dirty="0"/>
              <a:t>” module</a:t>
            </a:r>
          </a:p>
          <a:p>
            <a:r>
              <a:rPr lang="en-US" dirty="0"/>
              <a:t>Test the </a:t>
            </a:r>
            <a:r>
              <a:rPr lang="en-US" dirty="0" err="1">
                <a:solidFill>
                  <a:schemeClr val="accent3"/>
                </a:solidFill>
              </a:rPr>
              <a:t>atp</a:t>
            </a:r>
            <a:r>
              <a:rPr lang="en-US" dirty="0">
                <a:solidFill>
                  <a:schemeClr val="accent3"/>
                </a:solidFill>
              </a:rPr>
              <a:t>/</a:t>
            </a:r>
            <a:r>
              <a:rPr lang="en-US" dirty="0" err="1">
                <a:solidFill>
                  <a:schemeClr val="accent3"/>
                </a:solidFill>
              </a:rPr>
              <a:t>dnf</a:t>
            </a:r>
            <a:r>
              <a:rPr lang="en-US" dirty="0">
                <a:solidFill>
                  <a:schemeClr val="accent3"/>
                </a:solidFill>
              </a:rPr>
              <a:t> </a:t>
            </a:r>
            <a:r>
              <a:rPr lang="en-US" dirty="0"/>
              <a:t>module (</a:t>
            </a:r>
            <a:r>
              <a:rPr lang="en-US" dirty="0" err="1"/>
              <a:t>htop</a:t>
            </a:r>
            <a:r>
              <a:rPr lang="en-US" dirty="0"/>
              <a:t>, </a:t>
            </a:r>
            <a:r>
              <a:rPr lang="en-US" dirty="0" err="1"/>
              <a:t>helloworld</a:t>
            </a:r>
            <a:r>
              <a:rPr lang="en-US" dirty="0"/>
              <a:t>, </a:t>
            </a:r>
          </a:p>
          <a:p>
            <a:r>
              <a:rPr lang="en-US" dirty="0"/>
              <a:t>Test the “</a:t>
            </a:r>
            <a:r>
              <a:rPr lang="en-US" dirty="0">
                <a:solidFill>
                  <a:schemeClr val="accent3"/>
                </a:solidFill>
              </a:rPr>
              <a:t>file</a:t>
            </a:r>
            <a:r>
              <a:rPr lang="en-US" dirty="0"/>
              <a:t>” module + “</a:t>
            </a:r>
            <a:r>
              <a:rPr lang="en-US" dirty="0" err="1">
                <a:solidFill>
                  <a:schemeClr val="accent3"/>
                </a:solidFill>
              </a:rPr>
              <a:t>lineinfile</a:t>
            </a:r>
            <a:r>
              <a:rPr lang="en-US" dirty="0"/>
              <a:t>”</a:t>
            </a:r>
          </a:p>
          <a:p>
            <a:r>
              <a:rPr lang="en-US" dirty="0"/>
              <a:t>Test the “</a:t>
            </a:r>
            <a:r>
              <a:rPr lang="en-US" dirty="0" err="1"/>
              <a:t>uri</a:t>
            </a:r>
            <a:r>
              <a:rPr lang="en-US" dirty="0"/>
              <a:t>” module with localhost (</a:t>
            </a:r>
            <a:r>
              <a:rPr lang="en-US" dirty="0">
                <a:hlinkClick r:id="rId2"/>
              </a:rPr>
              <a:t>https://google.com</a:t>
            </a:r>
            <a:r>
              <a:rPr lang="en-US" dirty="0"/>
              <a:t>) [</a:t>
            </a:r>
            <a:r>
              <a:rPr lang="en-US" dirty="0" err="1"/>
              <a:t>url</a:t>
            </a:r>
            <a:r>
              <a:rPr lang="en-US" dirty="0"/>
              <a:t> + </a:t>
            </a:r>
            <a:r>
              <a:rPr lang="en-US" dirty="0" err="1"/>
              <a:t>return_content</a:t>
            </a:r>
            <a:r>
              <a:rPr lang="en-US" dirty="0"/>
              <a:t>]</a:t>
            </a:r>
            <a:endParaRPr lang="en-BE" dirty="0"/>
          </a:p>
        </p:txBody>
      </p:sp>
      <p:sp>
        <p:nvSpPr>
          <p:cNvPr id="8" name="Text Placeholder 7">
            <a:extLst>
              <a:ext uri="{FF2B5EF4-FFF2-40B4-BE49-F238E27FC236}">
                <a16:creationId xmlns:a16="http://schemas.microsoft.com/office/drawing/2014/main" id="{8078051B-E210-9946-3524-F7763C1A9841}"/>
              </a:ext>
            </a:extLst>
          </p:cNvPr>
          <p:cNvSpPr>
            <a:spLocks noGrp="1"/>
          </p:cNvSpPr>
          <p:nvPr>
            <p:ph type="body" idx="10"/>
          </p:nvPr>
        </p:nvSpPr>
        <p:spPr/>
        <p:txBody>
          <a:bodyPr/>
          <a:lstStyle/>
          <a:p>
            <a:endParaRPr lang="en-BE"/>
          </a:p>
        </p:txBody>
      </p:sp>
      <p:sp>
        <p:nvSpPr>
          <p:cNvPr id="5" name="Footer Placeholder 4">
            <a:extLst>
              <a:ext uri="{FF2B5EF4-FFF2-40B4-BE49-F238E27FC236}">
                <a16:creationId xmlns:a16="http://schemas.microsoft.com/office/drawing/2014/main" id="{5B5579EA-9FBE-DBFE-BEC4-F60CE365A0D0}"/>
              </a:ext>
            </a:extLst>
          </p:cNvPr>
          <p:cNvSpPr>
            <a:spLocks noGrp="1"/>
          </p:cNvSpPr>
          <p:nvPr>
            <p:ph type="ftr" sz="quarter" idx="3"/>
          </p:nvPr>
        </p:nvSpPr>
        <p:spPr/>
        <p:txBody>
          <a:bodyPr/>
          <a:lstStyle/>
          <a:p>
            <a:r>
              <a:rPr lang="en-US"/>
              <a:t>© 2023 NetApp, Inc. All rights reserved.  — NETAPP CONFIDENTIAL — </a:t>
            </a:r>
            <a:endParaRPr lang="en-US" dirty="0"/>
          </a:p>
        </p:txBody>
      </p:sp>
    </p:spTree>
    <p:extLst>
      <p:ext uri="{BB962C8B-B14F-4D97-AF65-F5344CB8AC3E}">
        <p14:creationId xmlns:p14="http://schemas.microsoft.com/office/powerpoint/2010/main" val="894195344"/>
      </p:ext>
    </p:extLst>
  </p:cSld>
  <p:clrMapOvr>
    <a:masterClrMapping/>
  </p:clrMapOvr>
  <p:transition spd="med">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1572391" y="4085414"/>
            <a:ext cx="9047153" cy="1096186"/>
          </a:xfrm>
        </p:spPr>
        <p:txBody>
          <a:bodyPr/>
          <a:lstStyle/>
          <a:p>
            <a:r>
              <a:rPr lang="en-US" dirty="0"/>
              <a:t>Playbook basics</a:t>
            </a:r>
          </a:p>
          <a:p>
            <a:r>
              <a:rPr lang="en-US" dirty="0"/>
              <a:t>Running a playbook</a:t>
            </a:r>
          </a:p>
        </p:txBody>
      </p:sp>
      <p:sp>
        <p:nvSpPr>
          <p:cNvPr id="3" name="Title 2"/>
          <p:cNvSpPr>
            <a:spLocks noGrp="1"/>
          </p:cNvSpPr>
          <p:nvPr>
            <p:ph type="ctrTitle"/>
          </p:nvPr>
        </p:nvSpPr>
        <p:spPr/>
        <p:txBody>
          <a:bodyPr/>
          <a:lstStyle/>
          <a:p>
            <a:r>
              <a:rPr lang="en-US" dirty="0"/>
              <a:t>1.3 Playbooks</a:t>
            </a:r>
          </a:p>
        </p:txBody>
      </p:sp>
      <p:sp>
        <p:nvSpPr>
          <p:cNvPr id="4" name="Footer Placeholder 3"/>
          <p:cNvSpPr>
            <a:spLocks noGrp="1"/>
          </p:cNvSpPr>
          <p:nvPr>
            <p:ph type="ftr" sz="quarter" idx="3"/>
          </p:nvPr>
        </p:nvSpPr>
        <p:spPr/>
        <p:txBody>
          <a:bodyPr/>
          <a:lstStyle/>
          <a:p>
            <a:r>
              <a:rPr lang="en-US"/>
              <a:t>© 2023 NetApp, Inc. All rights reserved.  — NETAPP CONFIDENTIAL — </a:t>
            </a:r>
            <a:endParaRPr dirty="0"/>
          </a:p>
        </p:txBody>
      </p:sp>
    </p:spTree>
    <p:extLst>
      <p:ext uri="{BB962C8B-B14F-4D97-AF65-F5344CB8AC3E}">
        <p14:creationId xmlns:p14="http://schemas.microsoft.com/office/powerpoint/2010/main" val="3839321571"/>
      </p:ext>
    </p:extLst>
  </p:cSld>
  <p:clrMapOvr>
    <a:masterClrMapping/>
  </p:clrMapOvr>
  <p:transition spd="med">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Playbooks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Ansible Plays</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Content Placeholder 6">
            <a:extLst>
              <a:ext uri="{FF2B5EF4-FFF2-40B4-BE49-F238E27FC236}">
                <a16:creationId xmlns:a16="http://schemas.microsoft.com/office/drawing/2014/main" id="{409CF074-C267-3447-A6D5-335E653751C6}"/>
              </a:ext>
            </a:extLst>
          </p:cNvPr>
          <p:cNvSpPr>
            <a:spLocks noGrp="1"/>
          </p:cNvSpPr>
          <p:nvPr>
            <p:ph sz="quarter" idx="14"/>
          </p:nvPr>
        </p:nvSpPr>
        <p:spPr>
          <a:xfrm>
            <a:off x="2286000" y="1665288"/>
            <a:ext cx="9626600" cy="4479925"/>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indent="0">
              <a:lnSpc>
                <a:spcPct val="95000"/>
              </a:lnSpc>
              <a:buNone/>
            </a:pPr>
            <a:r>
              <a:rPr lang="en-US" sz="1200" dirty="0">
                <a:solidFill>
                  <a:schemeClr val="bg1"/>
                </a:solidFill>
                <a:latin typeface="Consolas" panose="020B0609020204030204" pitchFamily="49" charset="0"/>
                <a:cs typeface="Consolas" panose="020B0609020204030204" pitchFamily="49" charset="0"/>
              </a:rPr>
              <a:t>---</a:t>
            </a:r>
            <a:br>
              <a:rPr lang="en-US" sz="1200" dirty="0">
                <a:solidFill>
                  <a:schemeClr val="bg1"/>
                </a:solidFill>
                <a:latin typeface="Consolas" panose="020B0609020204030204" pitchFamily="49" charset="0"/>
                <a:cs typeface="Consolas" panose="020B0609020204030204" pitchFamily="49" charset="0"/>
              </a:rPr>
            </a:br>
            <a:r>
              <a:rPr lang="en-US" sz="1200" dirty="0">
                <a:solidFill>
                  <a:schemeClr val="bg1"/>
                </a:solidFill>
                <a:latin typeface="Consolas" panose="020B0609020204030204" pitchFamily="49" charset="0"/>
                <a:cs typeface="Consolas" panose="020B0609020204030204" pitchFamily="49" charset="0"/>
              </a:rPr>
              <a:t>- hosts: </a:t>
            </a:r>
            <a:r>
              <a:rPr lang="en-US" sz="1200" dirty="0" err="1">
                <a:solidFill>
                  <a:schemeClr val="bg1"/>
                </a:solidFill>
                <a:latin typeface="Consolas" panose="020B0609020204030204" pitchFamily="49" charset="0"/>
                <a:cs typeface="Consolas" panose="020B0609020204030204" pitchFamily="49" charset="0"/>
              </a:rPr>
              <a:t>db</a:t>
            </a:r>
            <a:br>
              <a:rPr lang="en-US" sz="1200" dirty="0">
                <a:solidFill>
                  <a:schemeClr val="bg1"/>
                </a:solidFill>
                <a:latin typeface="Consolas" panose="020B0609020204030204" pitchFamily="49" charset="0"/>
                <a:cs typeface="Consolas" panose="020B0609020204030204" pitchFamily="49" charset="0"/>
              </a:rPr>
            </a:br>
            <a:r>
              <a:rPr lang="en-US" sz="1200" dirty="0">
                <a:solidFill>
                  <a:schemeClr val="bg1"/>
                </a:solidFill>
                <a:latin typeface="Consolas" panose="020B0609020204030204" pitchFamily="49" charset="0"/>
                <a:cs typeface="Consolas" panose="020B0609020204030204" pitchFamily="49" charset="0"/>
              </a:rPr>
              <a:t>  vars:</a:t>
            </a:r>
            <a:br>
              <a:rPr lang="en-US" sz="1200" dirty="0">
                <a:solidFill>
                  <a:schemeClr val="bg1"/>
                </a:solidFill>
                <a:latin typeface="Consolas" panose="020B0609020204030204" pitchFamily="49" charset="0"/>
                <a:cs typeface="Consolas" panose="020B0609020204030204" pitchFamily="49" charset="0"/>
              </a:rPr>
            </a:br>
            <a:r>
              <a:rPr lang="en-US" sz="1200" dirty="0">
                <a:solidFill>
                  <a:schemeClr val="bg1"/>
                </a:solidFill>
                <a:latin typeface="Consolas" panose="020B0609020204030204" pitchFamily="49" charset="0"/>
                <a:cs typeface="Consolas" panose="020B0609020204030204" pitchFamily="49" charset="0"/>
              </a:rPr>
              <a:t>    software:</a:t>
            </a:r>
            <a:br>
              <a:rPr lang="en-US" sz="1200" dirty="0">
                <a:solidFill>
                  <a:schemeClr val="bg1"/>
                </a:solidFill>
                <a:latin typeface="Consolas" panose="020B0609020204030204" pitchFamily="49" charset="0"/>
                <a:cs typeface="Consolas" panose="020B0609020204030204" pitchFamily="49" charset="0"/>
              </a:rPr>
            </a:br>
            <a:r>
              <a:rPr lang="en-US" sz="1200" dirty="0">
                <a:solidFill>
                  <a:schemeClr val="bg1"/>
                </a:solidFill>
                <a:latin typeface="Consolas" panose="020B0609020204030204" pitchFamily="49" charset="0"/>
                <a:cs typeface="Consolas" panose="020B0609020204030204" pitchFamily="49" charset="0"/>
              </a:rPr>
              <a:t>      - </a:t>
            </a:r>
            <a:r>
              <a:rPr lang="en-US" sz="1200" dirty="0" err="1">
                <a:solidFill>
                  <a:schemeClr val="bg1"/>
                </a:solidFill>
                <a:latin typeface="Consolas" panose="020B0609020204030204" pitchFamily="49" charset="0"/>
                <a:cs typeface="Consolas" panose="020B0609020204030204" pitchFamily="49" charset="0"/>
              </a:rPr>
              <a:t>mariadb</a:t>
            </a:r>
            <a:r>
              <a:rPr lang="en-US" sz="1200" dirty="0">
                <a:solidFill>
                  <a:schemeClr val="bg1"/>
                </a:solidFill>
                <a:latin typeface="Consolas" panose="020B0609020204030204" pitchFamily="49" charset="0"/>
                <a:cs typeface="Consolas" panose="020B0609020204030204" pitchFamily="49" charset="0"/>
              </a:rPr>
              <a:t>-server</a:t>
            </a:r>
            <a:br>
              <a:rPr lang="en-US" sz="1200" dirty="0">
                <a:solidFill>
                  <a:schemeClr val="bg1"/>
                </a:solidFill>
                <a:latin typeface="Consolas" panose="020B0609020204030204" pitchFamily="49" charset="0"/>
                <a:cs typeface="Consolas" panose="020B0609020204030204" pitchFamily="49" charset="0"/>
              </a:rPr>
            </a:br>
            <a:r>
              <a:rPr lang="en-US" sz="1200" dirty="0">
                <a:solidFill>
                  <a:schemeClr val="bg1"/>
                </a:solidFill>
                <a:latin typeface="Consolas" panose="020B0609020204030204" pitchFamily="49" charset="0"/>
                <a:cs typeface="Consolas" panose="020B0609020204030204" pitchFamily="49" charset="0"/>
              </a:rPr>
              <a:t>  roles:</a:t>
            </a:r>
            <a:br>
              <a:rPr lang="en-US" sz="1200" dirty="0">
                <a:solidFill>
                  <a:schemeClr val="bg1"/>
                </a:solidFill>
                <a:latin typeface="Consolas" panose="020B0609020204030204" pitchFamily="49" charset="0"/>
                <a:cs typeface="Consolas" panose="020B0609020204030204" pitchFamily="49" charset="0"/>
              </a:rPr>
            </a:br>
            <a:r>
              <a:rPr lang="en-US" sz="1200" dirty="0">
                <a:solidFill>
                  <a:schemeClr val="bg1"/>
                </a:solidFill>
                <a:latin typeface="Consolas" panose="020B0609020204030204" pitchFamily="49" charset="0"/>
                <a:cs typeface="Consolas" panose="020B0609020204030204" pitchFamily="49" charset="0"/>
              </a:rPr>
              <a:t>    - </a:t>
            </a:r>
            <a:r>
              <a:rPr lang="en-US" sz="1200" dirty="0" err="1">
                <a:solidFill>
                  <a:schemeClr val="bg1"/>
                </a:solidFill>
                <a:latin typeface="Consolas" panose="020B0609020204030204" pitchFamily="49" charset="0"/>
                <a:cs typeface="Consolas" panose="020B0609020204030204" pitchFamily="49" charset="0"/>
              </a:rPr>
              <a:t>install_wordpress_db</a:t>
            </a:r>
            <a:br>
              <a:rPr lang="en-US" sz="1200" dirty="0">
                <a:solidFill>
                  <a:schemeClr val="bg1"/>
                </a:solidFill>
                <a:latin typeface="Consolas" panose="020B0609020204030204" pitchFamily="49" charset="0"/>
                <a:cs typeface="Consolas" panose="020B0609020204030204" pitchFamily="49" charset="0"/>
              </a:rPr>
            </a:br>
            <a:br>
              <a:rPr lang="en-US" sz="1200" dirty="0">
                <a:solidFill>
                  <a:schemeClr val="bg1"/>
                </a:solidFill>
                <a:latin typeface="Consolas" panose="020B0609020204030204" pitchFamily="49" charset="0"/>
                <a:cs typeface="Consolas" panose="020B0609020204030204" pitchFamily="49" charset="0"/>
              </a:rPr>
            </a:br>
            <a:r>
              <a:rPr lang="en-US" sz="1200" dirty="0">
                <a:solidFill>
                  <a:schemeClr val="bg1"/>
                </a:solidFill>
                <a:latin typeface="Consolas" panose="020B0609020204030204" pitchFamily="49" charset="0"/>
                <a:cs typeface="Consolas" panose="020B0609020204030204" pitchFamily="49" charset="0"/>
              </a:rPr>
              <a:t>- hosts: web</a:t>
            </a:r>
            <a:br>
              <a:rPr lang="en-US" sz="1200" dirty="0">
                <a:solidFill>
                  <a:schemeClr val="bg1"/>
                </a:solidFill>
                <a:latin typeface="Consolas" panose="020B0609020204030204" pitchFamily="49" charset="0"/>
                <a:cs typeface="Consolas" panose="020B0609020204030204" pitchFamily="49" charset="0"/>
              </a:rPr>
            </a:br>
            <a:r>
              <a:rPr lang="en-US" sz="1200" dirty="0">
                <a:solidFill>
                  <a:schemeClr val="bg1"/>
                </a:solidFill>
                <a:latin typeface="Consolas" panose="020B0609020204030204" pitchFamily="49" charset="0"/>
                <a:cs typeface="Consolas" panose="020B0609020204030204" pitchFamily="49" charset="0"/>
              </a:rPr>
              <a:t>  vars:</a:t>
            </a:r>
            <a:br>
              <a:rPr lang="en-US" sz="1200" dirty="0">
                <a:solidFill>
                  <a:schemeClr val="bg1"/>
                </a:solidFill>
                <a:latin typeface="Consolas" panose="020B0609020204030204" pitchFamily="49" charset="0"/>
                <a:cs typeface="Consolas" panose="020B0609020204030204" pitchFamily="49" charset="0"/>
              </a:rPr>
            </a:br>
            <a:r>
              <a:rPr lang="en-US" sz="1200" dirty="0">
                <a:solidFill>
                  <a:schemeClr val="bg1"/>
                </a:solidFill>
                <a:latin typeface="Consolas" panose="020B0609020204030204" pitchFamily="49" charset="0"/>
                <a:cs typeface="Consolas" panose="020B0609020204030204" pitchFamily="49" charset="0"/>
              </a:rPr>
              <a:t>    software:</a:t>
            </a:r>
            <a:br>
              <a:rPr lang="en-US" sz="1200" dirty="0">
                <a:solidFill>
                  <a:schemeClr val="bg1"/>
                </a:solidFill>
                <a:latin typeface="Consolas" panose="020B0609020204030204" pitchFamily="49" charset="0"/>
                <a:cs typeface="Consolas" panose="020B0609020204030204" pitchFamily="49" charset="0"/>
              </a:rPr>
            </a:br>
            <a:r>
              <a:rPr lang="en-US" sz="1200" dirty="0">
                <a:solidFill>
                  <a:schemeClr val="bg1"/>
                </a:solidFill>
                <a:latin typeface="Consolas" panose="020B0609020204030204" pitchFamily="49" charset="0"/>
                <a:cs typeface="Consolas" panose="020B0609020204030204" pitchFamily="49" charset="0"/>
              </a:rPr>
              <a:t>      - httpd</a:t>
            </a:r>
            <a:br>
              <a:rPr lang="en-US" sz="1200" dirty="0">
                <a:solidFill>
                  <a:schemeClr val="bg1"/>
                </a:solidFill>
                <a:latin typeface="Consolas" panose="020B0609020204030204" pitchFamily="49" charset="0"/>
                <a:cs typeface="Consolas" panose="020B0609020204030204" pitchFamily="49" charset="0"/>
              </a:rPr>
            </a:br>
            <a:r>
              <a:rPr lang="en-US" sz="1200" dirty="0">
                <a:solidFill>
                  <a:schemeClr val="bg1"/>
                </a:solidFill>
                <a:latin typeface="Consolas" panose="020B0609020204030204" pitchFamily="49" charset="0"/>
                <a:cs typeface="Consolas" panose="020B0609020204030204" pitchFamily="49" charset="0"/>
              </a:rPr>
              <a:t>      - php</a:t>
            </a:r>
            <a:br>
              <a:rPr lang="en-US" sz="1200" dirty="0">
                <a:solidFill>
                  <a:schemeClr val="bg1"/>
                </a:solidFill>
                <a:latin typeface="Consolas" panose="020B0609020204030204" pitchFamily="49" charset="0"/>
                <a:cs typeface="Consolas" panose="020B0609020204030204" pitchFamily="49" charset="0"/>
              </a:rPr>
            </a:br>
            <a:r>
              <a:rPr lang="en-US" sz="1200" dirty="0">
                <a:solidFill>
                  <a:schemeClr val="bg1"/>
                </a:solidFill>
                <a:latin typeface="Consolas" panose="020B0609020204030204" pitchFamily="49" charset="0"/>
                <a:cs typeface="Consolas" panose="020B0609020204030204" pitchFamily="49" charset="0"/>
              </a:rPr>
              <a:t>  roles:</a:t>
            </a:r>
            <a:br>
              <a:rPr lang="en-US" sz="1200" dirty="0">
                <a:solidFill>
                  <a:schemeClr val="bg1"/>
                </a:solidFill>
                <a:latin typeface="Consolas" panose="020B0609020204030204" pitchFamily="49" charset="0"/>
                <a:cs typeface="Consolas" panose="020B0609020204030204" pitchFamily="49" charset="0"/>
              </a:rPr>
            </a:br>
            <a:r>
              <a:rPr lang="en-US" sz="1200" dirty="0">
                <a:solidFill>
                  <a:schemeClr val="bg1"/>
                </a:solidFill>
                <a:latin typeface="Consolas" panose="020B0609020204030204" pitchFamily="49" charset="0"/>
                <a:cs typeface="Consolas" panose="020B0609020204030204" pitchFamily="49" charset="0"/>
              </a:rPr>
              <a:t>    - </a:t>
            </a:r>
            <a:r>
              <a:rPr lang="en-US" sz="1200" dirty="0" err="1">
                <a:solidFill>
                  <a:schemeClr val="bg1"/>
                </a:solidFill>
                <a:latin typeface="Consolas" panose="020B0609020204030204" pitchFamily="49" charset="0"/>
                <a:cs typeface="Consolas" panose="020B0609020204030204" pitchFamily="49" charset="0"/>
              </a:rPr>
              <a:t>install_wordpress_web</a:t>
            </a:r>
            <a:endParaRPr lang="en-US" sz="1200" dirty="0">
              <a:solidFill>
                <a:schemeClr val="bg1"/>
              </a:solidFill>
              <a:latin typeface="Consolas" panose="020B0609020204030204" pitchFamily="49" charset="0"/>
              <a:cs typeface="Consolas" panose="020B0609020204030204" pitchFamily="49" charset="0"/>
            </a:endParaRPr>
          </a:p>
        </p:txBody>
      </p:sp>
      <p:sp>
        <p:nvSpPr>
          <p:cNvPr id="8" name="Left Brace 7">
            <a:extLst>
              <a:ext uri="{FF2B5EF4-FFF2-40B4-BE49-F238E27FC236}">
                <a16:creationId xmlns:a16="http://schemas.microsoft.com/office/drawing/2014/main" id="{B2F9617E-3191-2E4B-A82C-E739117AEB16}"/>
              </a:ext>
            </a:extLst>
          </p:cNvPr>
          <p:cNvSpPr/>
          <p:nvPr/>
        </p:nvSpPr>
        <p:spPr>
          <a:xfrm>
            <a:off x="1295400" y="2667000"/>
            <a:ext cx="685800" cy="1143000"/>
          </a:xfrm>
          <a:prstGeom prst="leftBrace">
            <a:avLst>
              <a:gd name="adj1" fmla="val 8333"/>
              <a:gd name="adj2" fmla="val 50861"/>
            </a:avLst>
          </a:prstGeom>
          <a:ln w="3810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Left Brace 8">
            <a:extLst>
              <a:ext uri="{FF2B5EF4-FFF2-40B4-BE49-F238E27FC236}">
                <a16:creationId xmlns:a16="http://schemas.microsoft.com/office/drawing/2014/main" id="{D0BE68AC-EB1F-8145-A966-858410C2344A}"/>
              </a:ext>
            </a:extLst>
          </p:cNvPr>
          <p:cNvSpPr/>
          <p:nvPr/>
        </p:nvSpPr>
        <p:spPr>
          <a:xfrm>
            <a:off x="1295400" y="4038600"/>
            <a:ext cx="685800" cy="1143000"/>
          </a:xfrm>
          <a:prstGeom prst="leftBrace">
            <a:avLst>
              <a:gd name="adj1" fmla="val 8333"/>
              <a:gd name="adj2" fmla="val 50861"/>
            </a:avLst>
          </a:prstGeom>
          <a:ln w="3810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BBB10343-8D8E-5841-A3D0-878CA4689841}"/>
              </a:ext>
            </a:extLst>
          </p:cNvPr>
          <p:cNvSpPr txBox="1"/>
          <p:nvPr/>
        </p:nvSpPr>
        <p:spPr>
          <a:xfrm>
            <a:off x="294490" y="3048000"/>
            <a:ext cx="813108" cy="355482"/>
          </a:xfrm>
          <a:prstGeom prst="rect">
            <a:avLst/>
          </a:prstGeom>
        </p:spPr>
        <p:txBody>
          <a:bodyPr vert="horz" wrap="none" lIns="91440" tIns="45720" rIns="91440" bIns="45720" rtlCol="0" anchor="t">
            <a:spAutoFit/>
          </a:bodyPr>
          <a:lstStyle/>
          <a:p>
            <a:pPr marR="0" algn="ctr" defTabSz="914400" rtl="0" eaLnBrk="1" fontAlgn="auto" latinLnBrk="0" hangingPunct="1">
              <a:lnSpc>
                <a:spcPct val="95000"/>
              </a:lnSpc>
              <a:spcBef>
                <a:spcPts val="400"/>
              </a:spcBef>
              <a:spcAft>
                <a:spcPts val="200"/>
              </a:spcAft>
              <a:buClr>
                <a:schemeClr val="accent1"/>
              </a:buClr>
              <a:buSzTx/>
              <a:tabLst/>
            </a:pPr>
            <a:r>
              <a:rPr lang="en-US" dirty="0">
                <a:solidFill>
                  <a:schemeClr val="bg1"/>
                </a:solidFill>
              </a:rPr>
              <a:t>A play</a:t>
            </a:r>
            <a:endParaRPr kumimoji="0" lang="en-US" b="0" i="0" u="none" strike="noStrike" kern="1200" cap="none" spc="0" normalizeH="0" baseline="0" noProof="0" dirty="0">
              <a:ln>
                <a:noFill/>
              </a:ln>
              <a:solidFill>
                <a:schemeClr val="bg1"/>
              </a:solidFill>
              <a:effectLst/>
              <a:uLnTx/>
              <a:uFillTx/>
            </a:endParaRPr>
          </a:p>
        </p:txBody>
      </p:sp>
      <p:sp>
        <p:nvSpPr>
          <p:cNvPr id="11" name="TextBox 10">
            <a:extLst>
              <a:ext uri="{FF2B5EF4-FFF2-40B4-BE49-F238E27FC236}">
                <a16:creationId xmlns:a16="http://schemas.microsoft.com/office/drawing/2014/main" id="{062788BA-11DE-164D-867F-CFC14ADDFD19}"/>
              </a:ext>
            </a:extLst>
          </p:cNvPr>
          <p:cNvSpPr txBox="1"/>
          <p:nvPr/>
        </p:nvSpPr>
        <p:spPr>
          <a:xfrm>
            <a:off x="298117" y="4394725"/>
            <a:ext cx="992579" cy="618631"/>
          </a:xfrm>
          <a:prstGeom prst="rect">
            <a:avLst/>
          </a:prstGeom>
        </p:spPr>
        <p:txBody>
          <a:bodyPr vert="horz" wrap="none" lIns="91440" tIns="45720" rIns="91440" bIns="45720" rtlCol="0" anchor="t">
            <a:spAutoFit/>
          </a:bodyPr>
          <a:lstStyle/>
          <a:p>
            <a:pPr marR="0" algn="ctr" defTabSz="914400" rtl="0" eaLnBrk="1" fontAlgn="auto" latinLnBrk="0" hangingPunct="1">
              <a:lnSpc>
                <a:spcPct val="95000"/>
              </a:lnSpc>
              <a:spcBef>
                <a:spcPts val="400"/>
              </a:spcBef>
              <a:spcAft>
                <a:spcPts val="200"/>
              </a:spcAft>
              <a:buClr>
                <a:schemeClr val="accent1"/>
              </a:buClr>
              <a:buSzTx/>
              <a:tabLst/>
            </a:pPr>
            <a:r>
              <a:rPr kumimoji="0" lang="en-US" b="0" i="0" u="none" strike="noStrike" kern="1200" cap="none" spc="0" normalizeH="0" baseline="0" noProof="0" dirty="0">
                <a:ln>
                  <a:noFill/>
                </a:ln>
                <a:solidFill>
                  <a:schemeClr val="bg1"/>
                </a:solidFill>
                <a:effectLst/>
                <a:uLnTx/>
                <a:uFillTx/>
              </a:rPr>
              <a:t>Another</a:t>
            </a:r>
            <a:br>
              <a:rPr kumimoji="0" lang="en-US" b="0" i="0" u="none" strike="noStrike" kern="1200" cap="none" spc="0" normalizeH="0" baseline="0" noProof="0" dirty="0">
                <a:ln>
                  <a:noFill/>
                </a:ln>
                <a:solidFill>
                  <a:schemeClr val="bg1"/>
                </a:solidFill>
                <a:effectLst/>
                <a:uLnTx/>
                <a:uFillTx/>
              </a:rPr>
            </a:br>
            <a:r>
              <a:rPr kumimoji="0" lang="en-US" b="0" i="0" u="none" strike="noStrike" kern="1200" cap="none" spc="0" normalizeH="0" baseline="0" noProof="0" dirty="0">
                <a:ln>
                  <a:noFill/>
                </a:ln>
                <a:solidFill>
                  <a:schemeClr val="bg1"/>
                </a:solidFill>
                <a:effectLst/>
                <a:uLnTx/>
                <a:uFillTx/>
              </a:rPr>
              <a:t>play</a:t>
            </a:r>
          </a:p>
        </p:txBody>
      </p:sp>
      <p:sp>
        <p:nvSpPr>
          <p:cNvPr id="12" name="TextBox 11">
            <a:extLst>
              <a:ext uri="{FF2B5EF4-FFF2-40B4-BE49-F238E27FC236}">
                <a16:creationId xmlns:a16="http://schemas.microsoft.com/office/drawing/2014/main" id="{3FA8C4F7-D24E-C84C-B97B-8C12A138619C}"/>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3297405422"/>
      </p:ext>
    </p:extLst>
  </p:cSld>
  <p:clrMapOvr>
    <a:masterClrMapping/>
  </p:clrMapOvr>
  <p:transition spd="med">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Playbooks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Common Elements - Connections</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14" name="Content Placeholder 13">
            <a:extLst>
              <a:ext uri="{FF2B5EF4-FFF2-40B4-BE49-F238E27FC236}">
                <a16:creationId xmlns:a16="http://schemas.microsoft.com/office/drawing/2014/main" id="{61FF33B7-9F6A-DC43-BE6F-74D032DDFC4A}"/>
              </a:ext>
            </a:extLst>
          </p:cNvPr>
          <p:cNvSpPr>
            <a:spLocks noGrp="1"/>
          </p:cNvSpPr>
          <p:nvPr>
            <p:ph sz="quarter" idx="14"/>
          </p:nvPr>
        </p:nvSpPr>
        <p:spPr/>
        <p:txBody>
          <a:bodyPr/>
          <a:lstStyle/>
          <a:p>
            <a:r>
              <a:rPr lang="en-US" dirty="0"/>
              <a:t>hosts – The declarative list of hosts or groups against which this play will run.</a:t>
            </a:r>
          </a:p>
          <a:p>
            <a:r>
              <a:rPr lang="en-US" dirty="0"/>
              <a:t>connection – Allows you to change the connection plugin used for tasks to execute on the target</a:t>
            </a:r>
          </a:p>
          <a:p>
            <a:r>
              <a:rPr lang="en-US" dirty="0"/>
              <a:t>port – Used to override the default port used in a connection</a:t>
            </a:r>
          </a:p>
          <a:p>
            <a:r>
              <a:rPr lang="en-US" dirty="0" err="1"/>
              <a:t>remote_user</a:t>
            </a:r>
            <a:r>
              <a:rPr lang="en-US" dirty="0"/>
              <a:t> – User to define/override which user is connecting to the remote system</a:t>
            </a:r>
          </a:p>
          <a:p>
            <a:r>
              <a:rPr lang="en-US" dirty="0"/>
              <a:t>become – Boolean that controls if privilege escalation is used or not on Task execution.</a:t>
            </a:r>
            <a:br>
              <a:rPr lang="en-US" dirty="0"/>
            </a:br>
            <a:r>
              <a:rPr lang="en-US" dirty="0"/>
              <a:t>                 (also </a:t>
            </a:r>
            <a:r>
              <a:rPr lang="en-US" dirty="0" err="1"/>
              <a:t>become_flags</a:t>
            </a:r>
            <a:r>
              <a:rPr lang="en-US" dirty="0"/>
              <a:t>, </a:t>
            </a:r>
            <a:r>
              <a:rPr lang="en-US" dirty="0" err="1"/>
              <a:t>become_user</a:t>
            </a:r>
            <a:r>
              <a:rPr lang="en-US" dirty="0"/>
              <a:t>, </a:t>
            </a:r>
            <a:r>
              <a:rPr lang="en-US" dirty="0" err="1"/>
              <a:t>become_method</a:t>
            </a:r>
            <a:r>
              <a:rPr lang="en-US" dirty="0"/>
              <a:t>)</a:t>
            </a:r>
          </a:p>
          <a:p>
            <a:endParaRPr lang="en-US" dirty="0"/>
          </a:p>
          <a:p>
            <a:r>
              <a:rPr lang="en-US" sz="2400" b="1" dirty="0"/>
              <a:t>NetApp plays will usually have ‘hosts: localhost’ and will not use any of the other elements</a:t>
            </a:r>
          </a:p>
        </p:txBody>
      </p:sp>
    </p:spTree>
    <p:extLst>
      <p:ext uri="{BB962C8B-B14F-4D97-AF65-F5344CB8AC3E}">
        <p14:creationId xmlns:p14="http://schemas.microsoft.com/office/powerpoint/2010/main" val="4178348438"/>
      </p:ext>
    </p:extLst>
  </p:cSld>
  <p:clrMapOvr>
    <a:masterClrMapping/>
  </p:clrMapOvr>
  <p:transition spd="med">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Playbooks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Common Elements – Inventory and Variable Handling</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14" name="Content Placeholder 13">
            <a:extLst>
              <a:ext uri="{FF2B5EF4-FFF2-40B4-BE49-F238E27FC236}">
                <a16:creationId xmlns:a16="http://schemas.microsoft.com/office/drawing/2014/main" id="{61FF33B7-9F6A-DC43-BE6F-74D032DDFC4A}"/>
              </a:ext>
            </a:extLst>
          </p:cNvPr>
          <p:cNvSpPr>
            <a:spLocks noGrp="1"/>
          </p:cNvSpPr>
          <p:nvPr>
            <p:ph sz="quarter" idx="14"/>
          </p:nvPr>
        </p:nvSpPr>
        <p:spPr/>
        <p:txBody>
          <a:bodyPr/>
          <a:lstStyle/>
          <a:p>
            <a:r>
              <a:rPr lang="en-US" dirty="0"/>
              <a:t>order – Controls the sorting of hosts as they are used for executing the play.  Possible values are inventory, sorted, </a:t>
            </a:r>
            <a:r>
              <a:rPr lang="en-US" dirty="0" err="1"/>
              <a:t>reverse_sorted</a:t>
            </a:r>
            <a:r>
              <a:rPr lang="en-US" dirty="0"/>
              <a:t>, </a:t>
            </a:r>
            <a:r>
              <a:rPr lang="en-US" dirty="0" err="1"/>
              <a:t>reverse_inventory</a:t>
            </a:r>
            <a:r>
              <a:rPr lang="en-US" dirty="0"/>
              <a:t> and shuffle.  Not used with NetApp plays</a:t>
            </a:r>
          </a:p>
          <a:p>
            <a:endParaRPr lang="en-US" dirty="0"/>
          </a:p>
          <a:p>
            <a:r>
              <a:rPr lang="en-US" dirty="0"/>
              <a:t>vars – Dictionary/map of variables</a:t>
            </a:r>
          </a:p>
          <a:p>
            <a:r>
              <a:rPr lang="en-US" dirty="0" err="1"/>
              <a:t>vars_files</a:t>
            </a:r>
            <a:r>
              <a:rPr lang="en-US" dirty="0"/>
              <a:t> – List of files that contain vars to include in the play</a:t>
            </a:r>
          </a:p>
          <a:p>
            <a:r>
              <a:rPr lang="en-US" dirty="0" err="1"/>
              <a:t>vars_prompt</a:t>
            </a:r>
            <a:r>
              <a:rPr lang="en-US" dirty="0"/>
              <a:t> – list of variables to prompt for on launch</a:t>
            </a:r>
          </a:p>
        </p:txBody>
      </p:sp>
    </p:spTree>
    <p:extLst>
      <p:ext uri="{BB962C8B-B14F-4D97-AF65-F5344CB8AC3E}">
        <p14:creationId xmlns:p14="http://schemas.microsoft.com/office/powerpoint/2010/main" val="138219305"/>
      </p:ext>
    </p:extLst>
  </p:cSld>
  <p:clrMapOvr>
    <a:masterClrMapping/>
  </p:clrMapOvr>
  <p:transition spd="med">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Playbooks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Common Elements – Information Handling</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14" name="Content Placeholder 13">
            <a:extLst>
              <a:ext uri="{FF2B5EF4-FFF2-40B4-BE49-F238E27FC236}">
                <a16:creationId xmlns:a16="http://schemas.microsoft.com/office/drawing/2014/main" id="{61FF33B7-9F6A-DC43-BE6F-74D032DDFC4A}"/>
              </a:ext>
            </a:extLst>
          </p:cNvPr>
          <p:cNvSpPr>
            <a:spLocks noGrp="1"/>
          </p:cNvSpPr>
          <p:nvPr>
            <p:ph sz="quarter" idx="14"/>
          </p:nvPr>
        </p:nvSpPr>
        <p:spPr/>
        <p:txBody>
          <a:bodyPr/>
          <a:lstStyle/>
          <a:p>
            <a:r>
              <a:rPr lang="en-US" dirty="0"/>
              <a:t>name – Identifier. Can be used for documentation, in or tasks/handlers</a:t>
            </a:r>
          </a:p>
          <a:p>
            <a:r>
              <a:rPr lang="en-US" dirty="0" err="1"/>
              <a:t>gather_facts</a:t>
            </a:r>
            <a:r>
              <a:rPr lang="en-US" dirty="0"/>
              <a:t> – Boolean (default yes) allows the bypass of fact gathering.  This can speed up connection time where facts are not needed in a playbook. For NetApp plays should always be set to ‘false’.</a:t>
            </a:r>
          </a:p>
          <a:p>
            <a:r>
              <a:rPr lang="en-US" dirty="0" err="1"/>
              <a:t>no_log</a:t>
            </a:r>
            <a:r>
              <a:rPr lang="en-US" dirty="0"/>
              <a:t> – Boolean that controls information disclosure and logging.</a:t>
            </a:r>
          </a:p>
          <a:p>
            <a:r>
              <a:rPr lang="en-US" dirty="0" err="1"/>
              <a:t>ignore_errors</a:t>
            </a:r>
            <a:r>
              <a:rPr lang="en-US" dirty="0"/>
              <a:t> – Boolean.  When set to </a:t>
            </a:r>
            <a:r>
              <a:rPr lang="en-US" b="1" dirty="0"/>
              <a:t>yes</a:t>
            </a:r>
            <a:r>
              <a:rPr lang="en-US" dirty="0"/>
              <a:t>, errors will be ignored unless absolutely fatal to the playbook execution</a:t>
            </a:r>
          </a:p>
          <a:p>
            <a:r>
              <a:rPr lang="en-US" dirty="0" err="1"/>
              <a:t>check_mode</a:t>
            </a:r>
            <a:r>
              <a:rPr lang="en-US" dirty="0"/>
              <a:t> – Also known as “dry run” mode, will evaluate but not execute.  For modules that support check mode, the module will report the expected result without making any changes as a result of the tasks.</a:t>
            </a:r>
            <a:endParaRPr lang="en-US" sz="2400" b="1" dirty="0"/>
          </a:p>
        </p:txBody>
      </p:sp>
    </p:spTree>
    <p:extLst>
      <p:ext uri="{BB962C8B-B14F-4D97-AF65-F5344CB8AC3E}">
        <p14:creationId xmlns:p14="http://schemas.microsoft.com/office/powerpoint/2010/main" val="3332989076"/>
      </p:ext>
    </p:extLst>
  </p:cSld>
  <p:clrMapOvr>
    <a:masterClrMapping/>
  </p:clrMapOvr>
  <p:transition spd="med">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Playbooks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Common Elements – Task Handling</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14" name="Content Placeholder 13">
            <a:extLst>
              <a:ext uri="{FF2B5EF4-FFF2-40B4-BE49-F238E27FC236}">
                <a16:creationId xmlns:a16="http://schemas.microsoft.com/office/drawing/2014/main" id="{61FF33B7-9F6A-DC43-BE6F-74D032DDFC4A}"/>
              </a:ext>
            </a:extLst>
          </p:cNvPr>
          <p:cNvSpPr>
            <a:spLocks noGrp="1"/>
          </p:cNvSpPr>
          <p:nvPr>
            <p:ph sz="quarter" idx="14"/>
          </p:nvPr>
        </p:nvSpPr>
        <p:spPr/>
        <p:txBody>
          <a:bodyPr/>
          <a:lstStyle/>
          <a:p>
            <a:r>
              <a:rPr lang="en-US" dirty="0" err="1"/>
              <a:t>pre_tasks</a:t>
            </a:r>
            <a:r>
              <a:rPr lang="en-US" dirty="0"/>
              <a:t> – A list of tasks to execute before roles.</a:t>
            </a:r>
          </a:p>
          <a:p>
            <a:r>
              <a:rPr lang="en-US" sz="2400" dirty="0"/>
              <a:t>roles – List of roles to be imported into the play</a:t>
            </a:r>
          </a:p>
          <a:p>
            <a:r>
              <a:rPr lang="en-US" sz="2400" dirty="0"/>
              <a:t>tasks – Main list of tasks to execute in the play.  They run after roles and before </a:t>
            </a:r>
            <a:r>
              <a:rPr lang="en-US" sz="2400" dirty="0" err="1"/>
              <a:t>post_tasks</a:t>
            </a:r>
            <a:r>
              <a:rPr lang="en-US" sz="2400" dirty="0"/>
              <a:t>.</a:t>
            </a:r>
          </a:p>
          <a:p>
            <a:r>
              <a:rPr lang="en-US" sz="2400" dirty="0" err="1"/>
              <a:t>post_tasks</a:t>
            </a:r>
            <a:r>
              <a:rPr lang="en-US" sz="2400" dirty="0"/>
              <a:t> – A list of tasks to execute after the roles section.</a:t>
            </a:r>
          </a:p>
          <a:p>
            <a:r>
              <a:rPr lang="en-US" sz="2400" dirty="0"/>
              <a:t>handlers – J</a:t>
            </a:r>
            <a:r>
              <a:rPr lang="en-US" dirty="0"/>
              <a:t>ust like regular tasks but are only run if the Task contains a “notify” directive and also indicates that it changed something. For example, if a config file is changed then the task referencing the config file templating operation may notify a service restart </a:t>
            </a:r>
            <a:r>
              <a:rPr lang="en-US" b="1" dirty="0"/>
              <a:t>handler</a:t>
            </a:r>
            <a:r>
              <a:rPr lang="en-US" dirty="0"/>
              <a:t>.</a:t>
            </a:r>
            <a:endParaRPr lang="en-US" sz="2400" dirty="0"/>
          </a:p>
        </p:txBody>
      </p:sp>
    </p:spTree>
    <p:extLst>
      <p:ext uri="{BB962C8B-B14F-4D97-AF65-F5344CB8AC3E}">
        <p14:creationId xmlns:p14="http://schemas.microsoft.com/office/powerpoint/2010/main" val="2489953910"/>
      </p:ext>
    </p:extLst>
  </p:cSld>
  <p:clrMapOvr>
    <a:masterClrMapping/>
  </p:clrMapOvr>
  <p:transition spd="med">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Playbooks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Ansible Plays</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Content Placeholder 6">
            <a:extLst>
              <a:ext uri="{FF2B5EF4-FFF2-40B4-BE49-F238E27FC236}">
                <a16:creationId xmlns:a16="http://schemas.microsoft.com/office/drawing/2014/main" id="{409CF074-C267-3447-A6D5-335E653751C6}"/>
              </a:ext>
            </a:extLst>
          </p:cNvPr>
          <p:cNvSpPr>
            <a:spLocks noGrp="1"/>
          </p:cNvSpPr>
          <p:nvPr>
            <p:ph sz="quarter" idx="14"/>
          </p:nvPr>
        </p:nvSpPr>
        <p:spPr>
          <a:xfrm>
            <a:off x="294490" y="1665288"/>
            <a:ext cx="11618110" cy="4479925"/>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indent="0">
              <a:buNone/>
            </a:pPr>
            <a:r>
              <a:rPr lang="en-US" sz="1200" dirty="0"/>
              <a:t>---</a:t>
            </a:r>
            <a:br>
              <a:rPr lang="en-US" sz="1200" dirty="0"/>
            </a:br>
            <a:r>
              <a:rPr lang="en-US" sz="1200" dirty="0"/>
              <a:t>- </a:t>
            </a:r>
            <a:r>
              <a:rPr lang="en-US" sz="1200" dirty="0">
                <a:solidFill>
                  <a:schemeClr val="tx1"/>
                </a:solidFill>
                <a:highlight>
                  <a:srgbClr val="FFFF00"/>
                </a:highlight>
              </a:rPr>
              <a:t>name</a:t>
            </a:r>
            <a:r>
              <a:rPr lang="en-US" sz="1200" dirty="0"/>
              <a:t>: install a LAMP stack</a:t>
            </a:r>
            <a:br>
              <a:rPr lang="en-US" sz="1200" dirty="0"/>
            </a:br>
            <a:r>
              <a:rPr lang="en-US" sz="1200" dirty="0"/>
              <a:t>  </a:t>
            </a:r>
            <a:r>
              <a:rPr lang="en-US" sz="1200" dirty="0">
                <a:solidFill>
                  <a:schemeClr val="tx1"/>
                </a:solidFill>
                <a:highlight>
                  <a:srgbClr val="FFFF00"/>
                </a:highlight>
              </a:rPr>
              <a:t>hosts</a:t>
            </a:r>
            <a:r>
              <a:rPr lang="en-US" sz="1200" dirty="0"/>
              <a:t>: web,db,appserver01</a:t>
            </a:r>
            <a:br>
              <a:rPr lang="en-US" sz="1200" dirty="0"/>
            </a:br>
            <a:r>
              <a:rPr lang="en-US" sz="1200" dirty="0"/>
              <a:t>  </a:t>
            </a:r>
            <a:r>
              <a:rPr lang="en-US" sz="1200" dirty="0">
                <a:solidFill>
                  <a:schemeClr val="tx1"/>
                </a:solidFill>
                <a:highlight>
                  <a:srgbClr val="FFFF00"/>
                </a:highlight>
              </a:rPr>
              <a:t>become</a:t>
            </a:r>
            <a:r>
              <a:rPr lang="en-US" sz="1200" dirty="0"/>
              <a:t>: yes</a:t>
            </a:r>
            <a:br>
              <a:rPr lang="en-US" sz="1200" dirty="0"/>
            </a:br>
            <a:r>
              <a:rPr lang="en-US" sz="1200" dirty="0"/>
              <a:t>  </a:t>
            </a:r>
            <a:r>
              <a:rPr lang="en-US" sz="1200" dirty="0">
                <a:solidFill>
                  <a:schemeClr val="tx1"/>
                </a:solidFill>
                <a:highlight>
                  <a:srgbClr val="FFFF00"/>
                </a:highlight>
              </a:rPr>
              <a:t>vars</a:t>
            </a:r>
            <a:r>
              <a:rPr lang="en-US" sz="1200" dirty="0"/>
              <a:t>:</a:t>
            </a:r>
            <a:br>
              <a:rPr lang="en-US" sz="1200" dirty="0"/>
            </a:br>
            <a:r>
              <a:rPr lang="en-US" sz="1200" dirty="0"/>
              <a:t>    </a:t>
            </a:r>
            <a:r>
              <a:rPr lang="en-US" sz="1200" dirty="0" err="1"/>
              <a:t>my_greeting</a:t>
            </a:r>
            <a:r>
              <a:rPr lang="en-US" sz="1200" dirty="0"/>
              <a:t>: Welcome to my awesome page</a:t>
            </a:r>
            <a:br>
              <a:rPr lang="en-US" sz="1200" dirty="0"/>
            </a:br>
            <a:r>
              <a:rPr lang="en-US" sz="1200" dirty="0"/>
              <a:t>    </a:t>
            </a:r>
            <a:r>
              <a:rPr lang="en-US" sz="1200" dirty="0" err="1"/>
              <a:t>favorite_food</a:t>
            </a:r>
            <a:r>
              <a:rPr lang="en-US" sz="1200" dirty="0"/>
              <a:t>: fried pickles </a:t>
            </a:r>
          </a:p>
          <a:p>
            <a:pPr marL="0" indent="0">
              <a:buNone/>
            </a:pPr>
            <a:r>
              <a:rPr lang="en-US" sz="1200" dirty="0"/>
              <a:t>  </a:t>
            </a:r>
            <a:r>
              <a:rPr lang="en-US" sz="1200" dirty="0">
                <a:solidFill>
                  <a:schemeClr val="tx1"/>
                </a:solidFill>
                <a:highlight>
                  <a:srgbClr val="FFFF00"/>
                </a:highlight>
              </a:rPr>
              <a:t>roles</a:t>
            </a:r>
            <a:r>
              <a:rPr lang="en-US" sz="1200" dirty="0"/>
              <a:t>:</a:t>
            </a:r>
            <a:br>
              <a:rPr lang="en-US" sz="1200" dirty="0"/>
            </a:br>
            <a:r>
              <a:rPr lang="en-US" sz="1200" dirty="0"/>
              <a:t>  - </a:t>
            </a:r>
            <a:r>
              <a:rPr lang="en-US" sz="1200" dirty="0" err="1"/>
              <a:t>install_lamp_elements</a:t>
            </a:r>
            <a:endParaRPr lang="en-US" sz="1200" dirty="0"/>
          </a:p>
          <a:p>
            <a:pPr marL="0" indent="0">
              <a:buNone/>
            </a:pPr>
            <a:r>
              <a:rPr lang="en-US" sz="1200" dirty="0"/>
              <a:t>  </a:t>
            </a:r>
            <a:r>
              <a:rPr lang="en-US" sz="1200" dirty="0">
                <a:solidFill>
                  <a:schemeClr val="tx1"/>
                </a:solidFill>
                <a:highlight>
                  <a:srgbClr val="FFFF00"/>
                </a:highlight>
              </a:rPr>
              <a:t>tasks</a:t>
            </a:r>
            <a:r>
              <a:rPr lang="en-US" sz="1200" dirty="0"/>
              <a:t>:</a:t>
            </a:r>
            <a:br>
              <a:rPr lang="en-US" sz="1200" dirty="0"/>
            </a:br>
            <a:r>
              <a:rPr lang="en-US" sz="1200" dirty="0"/>
              <a:t>  - name: write the index file</a:t>
            </a:r>
            <a:br>
              <a:rPr lang="en-US" sz="1200" dirty="0"/>
            </a:br>
            <a:r>
              <a:rPr lang="en-US" sz="1200" dirty="0"/>
              <a:t>    copy:</a:t>
            </a:r>
            <a:br>
              <a:rPr lang="en-US" sz="1200" dirty="0"/>
            </a:br>
            <a:r>
              <a:rPr lang="en-US" sz="1200" dirty="0"/>
              <a:t>      content: “{{ </a:t>
            </a:r>
            <a:r>
              <a:rPr lang="en-US" sz="1200" dirty="0" err="1"/>
              <a:t>my_greeting</a:t>
            </a:r>
            <a:r>
              <a:rPr lang="en-US" sz="1200" dirty="0"/>
              <a:t> }}. Enjoy some {{ </a:t>
            </a:r>
            <a:r>
              <a:rPr lang="en-US" sz="1200" dirty="0" err="1"/>
              <a:t>favorite_food</a:t>
            </a:r>
            <a:r>
              <a:rPr lang="en-US" sz="1200" dirty="0"/>
              <a:t> }}”</a:t>
            </a:r>
            <a:br>
              <a:rPr lang="en-US" sz="1200" dirty="0"/>
            </a:br>
            <a:r>
              <a:rPr lang="en-US" sz="1200" dirty="0"/>
              <a:t>      </a:t>
            </a:r>
            <a:r>
              <a:rPr lang="en-US" sz="1200" dirty="0" err="1"/>
              <a:t>dest</a:t>
            </a:r>
            <a:r>
              <a:rPr lang="en-US" sz="1200" dirty="0"/>
              <a:t>: /var/www/html/</a:t>
            </a:r>
            <a:r>
              <a:rPr lang="en-US" sz="1200" dirty="0" err="1"/>
              <a:t>index.html</a:t>
            </a:r>
            <a:br>
              <a:rPr lang="en-US" sz="1200" dirty="0"/>
            </a:br>
            <a:r>
              <a:rPr lang="en-US" sz="1200" dirty="0"/>
              <a:t>    notify: </a:t>
            </a:r>
            <a:r>
              <a:rPr lang="en-US" sz="1200" dirty="0" err="1"/>
              <a:t>reload_apache</a:t>
            </a:r>
            <a:endParaRPr lang="en-US" sz="1200" dirty="0"/>
          </a:p>
          <a:p>
            <a:pPr marL="0" indent="0">
              <a:buNone/>
            </a:pPr>
            <a:r>
              <a:rPr lang="en-US" sz="1200" dirty="0"/>
              <a:t>  </a:t>
            </a:r>
            <a:r>
              <a:rPr lang="en-US" sz="1200" dirty="0">
                <a:solidFill>
                  <a:schemeClr val="tx1"/>
                </a:solidFill>
                <a:highlight>
                  <a:srgbClr val="FFFF00"/>
                </a:highlight>
              </a:rPr>
              <a:t>handlers</a:t>
            </a:r>
            <a:r>
              <a:rPr lang="en-US" sz="1200" dirty="0"/>
              <a:t>:</a:t>
            </a:r>
            <a:br>
              <a:rPr lang="en-US" sz="1200" dirty="0"/>
            </a:br>
            <a:r>
              <a:rPr lang="en-US" sz="1200" dirty="0"/>
              <a:t>  - name: </a:t>
            </a:r>
            <a:r>
              <a:rPr lang="en-US" sz="1200" dirty="0" err="1"/>
              <a:t>reload_apache</a:t>
            </a:r>
            <a:br>
              <a:rPr lang="en-US" sz="1200" dirty="0"/>
            </a:br>
            <a:r>
              <a:rPr lang="en-US" sz="1200" dirty="0"/>
              <a:t>    service:</a:t>
            </a:r>
            <a:br>
              <a:rPr lang="en-US" sz="1200" dirty="0"/>
            </a:br>
            <a:r>
              <a:rPr lang="en-US" sz="1200" dirty="0"/>
              <a:t>      name: httpd</a:t>
            </a:r>
            <a:br>
              <a:rPr lang="en-US" sz="1200" dirty="0"/>
            </a:br>
            <a:r>
              <a:rPr lang="en-US" sz="1200" dirty="0"/>
              <a:t>      state: reloaded</a:t>
            </a:r>
            <a:endParaRPr lang="en-US" sz="1200" dirty="0">
              <a:solidFill>
                <a:schemeClr val="bg1"/>
              </a:solidFill>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3E352740-30B9-2E49-8D50-ACB02332C19B}"/>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2007328019"/>
      </p:ext>
    </p:extLst>
  </p:cSld>
  <p:clrMapOvr>
    <a:masterClrMapping/>
  </p:clrMapOvr>
  <p:transition spd="med">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Playbooks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Using Tasks</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Content Placeholder 6">
            <a:extLst>
              <a:ext uri="{FF2B5EF4-FFF2-40B4-BE49-F238E27FC236}">
                <a16:creationId xmlns:a16="http://schemas.microsoft.com/office/drawing/2014/main" id="{409CF074-C267-3447-A6D5-335E653751C6}"/>
              </a:ext>
            </a:extLst>
          </p:cNvPr>
          <p:cNvSpPr>
            <a:spLocks noGrp="1"/>
          </p:cNvSpPr>
          <p:nvPr>
            <p:ph sz="quarter" idx="14"/>
          </p:nvPr>
        </p:nvSpPr>
        <p:spPr>
          <a:xfrm>
            <a:off x="294490" y="1665288"/>
            <a:ext cx="11618110" cy="4479925"/>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indent="0">
              <a:buNone/>
            </a:pPr>
            <a:r>
              <a:rPr lang="en-US" sz="1600" dirty="0"/>
              <a:t>--- </a:t>
            </a:r>
            <a:br>
              <a:rPr lang="en-US" sz="1600" dirty="0"/>
            </a:br>
            <a:r>
              <a:rPr lang="en-US" sz="1600" dirty="0"/>
              <a:t>tasks:</a:t>
            </a:r>
            <a:br>
              <a:rPr lang="en-US" sz="1600" dirty="0"/>
            </a:br>
            <a:r>
              <a:rPr lang="en-US" sz="1600" dirty="0"/>
              <a:t> - name: Ensure httpd package is present</a:t>
            </a:r>
            <a:br>
              <a:rPr lang="en-US" sz="1600" dirty="0"/>
            </a:br>
            <a:r>
              <a:rPr lang="en-US" sz="1600" dirty="0"/>
              <a:t>   yum:</a:t>
            </a:r>
            <a:br>
              <a:rPr lang="en-US" sz="1600" dirty="0"/>
            </a:br>
            <a:r>
              <a:rPr lang="en-US" sz="1600" dirty="0"/>
              <a:t>     name: httpd</a:t>
            </a:r>
            <a:br>
              <a:rPr lang="en-US" sz="1600" dirty="0"/>
            </a:br>
            <a:r>
              <a:rPr lang="en-US" sz="1600" dirty="0"/>
              <a:t>     state: latest</a:t>
            </a:r>
          </a:p>
          <a:p>
            <a:pPr marL="0" indent="0">
              <a:buNone/>
            </a:pPr>
            <a:r>
              <a:rPr lang="en-US" sz="1600" dirty="0"/>
              <a:t> - name: Ensure latest </a:t>
            </a:r>
            <a:r>
              <a:rPr lang="en-US" sz="1600" dirty="0" err="1"/>
              <a:t>index.html</a:t>
            </a:r>
            <a:r>
              <a:rPr lang="en-US" sz="1600" dirty="0"/>
              <a:t> file is present</a:t>
            </a:r>
            <a:br>
              <a:rPr lang="en-US" sz="1600" dirty="0"/>
            </a:br>
            <a:r>
              <a:rPr lang="en-US" sz="1600" dirty="0"/>
              <a:t>   copy:</a:t>
            </a:r>
            <a:br>
              <a:rPr lang="en-US" sz="1600" dirty="0"/>
            </a:br>
            <a:r>
              <a:rPr lang="en-US" sz="1600" dirty="0"/>
              <a:t>     </a:t>
            </a:r>
            <a:r>
              <a:rPr lang="en-US" sz="1600" dirty="0" err="1"/>
              <a:t>src</a:t>
            </a:r>
            <a:r>
              <a:rPr lang="en-US" sz="1600" dirty="0"/>
              <a:t>: files/</a:t>
            </a:r>
            <a:r>
              <a:rPr lang="en-US" sz="1600" dirty="0" err="1"/>
              <a:t>index.html</a:t>
            </a:r>
            <a:br>
              <a:rPr lang="en-US" sz="1600" dirty="0"/>
            </a:br>
            <a:r>
              <a:rPr lang="en-US" sz="1600" dirty="0"/>
              <a:t>     </a:t>
            </a:r>
            <a:r>
              <a:rPr lang="en-US" sz="1600" dirty="0" err="1"/>
              <a:t>dest</a:t>
            </a:r>
            <a:r>
              <a:rPr lang="en-US" sz="1600" dirty="0"/>
              <a:t>: /var/www/html/ </a:t>
            </a:r>
          </a:p>
          <a:p>
            <a:pPr marL="0" indent="0">
              <a:buNone/>
            </a:pPr>
            <a:r>
              <a:rPr lang="en-US" sz="1600" dirty="0"/>
              <a:t>- name: Restart httpd </a:t>
            </a:r>
            <a:br>
              <a:rPr lang="en-US" sz="1600" dirty="0"/>
            </a:br>
            <a:r>
              <a:rPr lang="en-US" sz="1600" dirty="0"/>
              <a:t>  service: </a:t>
            </a:r>
            <a:br>
              <a:rPr lang="en-US" sz="1600" dirty="0"/>
            </a:br>
            <a:r>
              <a:rPr lang="en-US" sz="1600" dirty="0"/>
              <a:t>    name: httpd</a:t>
            </a:r>
            <a:br>
              <a:rPr lang="en-US" sz="1600" dirty="0"/>
            </a:br>
            <a:r>
              <a:rPr lang="en-US" sz="1600" dirty="0"/>
              <a:t>    state: restart</a:t>
            </a:r>
            <a:endParaRPr lang="en-US" sz="1600" dirty="0">
              <a:solidFill>
                <a:schemeClr val="bg1"/>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52360355"/>
      </p:ext>
    </p:extLst>
  </p:cSld>
  <p:clrMapOvr>
    <a:masterClrMapping/>
  </p:clrMapOvr>
  <p:transition spd="med">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Playbooks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Running the Playbook</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Content Placeholder 6">
            <a:extLst>
              <a:ext uri="{FF2B5EF4-FFF2-40B4-BE49-F238E27FC236}">
                <a16:creationId xmlns:a16="http://schemas.microsoft.com/office/drawing/2014/main" id="{409CF074-C267-3447-A6D5-335E653751C6}"/>
              </a:ext>
            </a:extLst>
          </p:cNvPr>
          <p:cNvSpPr>
            <a:spLocks noGrp="1"/>
          </p:cNvSpPr>
          <p:nvPr>
            <p:ph sz="quarter" idx="14"/>
          </p:nvPr>
        </p:nvSpPr>
        <p:spPr>
          <a:xfrm>
            <a:off x="294490" y="1665288"/>
            <a:ext cx="11618110" cy="4479925"/>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indent="0">
              <a:buNone/>
            </a:pPr>
            <a:r>
              <a:rPr lang="en-US" sz="1200" dirty="0">
                <a:latin typeface="Consolas" panose="020B0609020204030204" pitchFamily="49" charset="0"/>
                <a:cs typeface="Consolas" panose="020B0609020204030204" pitchFamily="49" charset="0"/>
              </a:rPr>
              <a:t>[</a:t>
            </a:r>
            <a:r>
              <a:rPr lang="en-US" sz="1200" dirty="0" err="1">
                <a:latin typeface="Consolas" panose="020B0609020204030204" pitchFamily="49" charset="0"/>
                <a:cs typeface="Consolas" panose="020B0609020204030204" pitchFamily="49" charset="0"/>
              </a:rPr>
              <a:t>user@ansible</a:t>
            </a:r>
            <a:r>
              <a:rPr lang="en-US" sz="1200" dirty="0">
                <a:latin typeface="Consolas" panose="020B0609020204030204" pitchFamily="49" charset="0"/>
                <a:cs typeface="Consolas" panose="020B0609020204030204" pitchFamily="49" charset="0"/>
              </a:rPr>
              <a:t>] $ ansible-playbook </a:t>
            </a:r>
            <a:r>
              <a:rPr lang="en-US" sz="1200" dirty="0" err="1">
                <a:latin typeface="Consolas" panose="020B0609020204030204" pitchFamily="49" charset="0"/>
                <a:cs typeface="Consolas" panose="020B0609020204030204" pitchFamily="49" charset="0"/>
              </a:rPr>
              <a:t>apache.yml</a:t>
            </a:r>
            <a:r>
              <a:rPr lang="en-US" sz="1200" dirty="0">
                <a:latin typeface="Consolas" panose="020B0609020204030204" pitchFamily="49" charset="0"/>
                <a:cs typeface="Consolas" panose="020B0609020204030204" pitchFamily="49" charset="0"/>
              </a:rPr>
              <a:t> </a:t>
            </a:r>
            <a:br>
              <a:rPr lang="en-US" sz="1200" dirty="0">
                <a:latin typeface="Consolas" panose="020B0609020204030204" pitchFamily="49" charset="0"/>
                <a:cs typeface="Consolas" panose="020B0609020204030204" pitchFamily="49" charset="0"/>
              </a:rPr>
            </a:br>
            <a:r>
              <a:rPr lang="en-US" sz="1200" dirty="0">
                <a:latin typeface="Consolas" panose="020B0609020204030204" pitchFamily="49" charset="0"/>
                <a:cs typeface="Consolas" panose="020B0609020204030204" pitchFamily="49" charset="0"/>
              </a:rPr>
              <a:t>PLAY [webservers] *************************************************************************** </a:t>
            </a:r>
          </a:p>
          <a:p>
            <a:pPr marL="0" indent="0">
              <a:buNone/>
            </a:pPr>
            <a:r>
              <a:rPr lang="en-US" sz="1200" dirty="0">
                <a:latin typeface="Consolas" panose="020B0609020204030204" pitchFamily="49" charset="0"/>
                <a:cs typeface="Consolas" panose="020B0609020204030204" pitchFamily="49" charset="0"/>
              </a:rPr>
              <a:t>TASK [Gathering Facts] ********************************************************************** </a:t>
            </a:r>
            <a:br>
              <a:rPr lang="en-US" sz="1200" dirty="0">
                <a:latin typeface="Consolas" panose="020B0609020204030204" pitchFamily="49" charset="0"/>
                <a:cs typeface="Consolas" panose="020B0609020204030204" pitchFamily="49" charset="0"/>
              </a:rPr>
            </a:br>
            <a:r>
              <a:rPr lang="en-US" sz="1200" dirty="0">
                <a:solidFill>
                  <a:srgbClr val="027732"/>
                </a:solidFill>
                <a:latin typeface="Consolas" panose="020B0609020204030204" pitchFamily="49" charset="0"/>
                <a:cs typeface="Consolas" panose="020B0609020204030204" pitchFamily="49" charset="0"/>
              </a:rPr>
              <a:t>ok: [web2] </a:t>
            </a:r>
            <a:br>
              <a:rPr lang="en-US" sz="1200" dirty="0">
                <a:solidFill>
                  <a:srgbClr val="027732"/>
                </a:solidFill>
                <a:latin typeface="Consolas" panose="020B0609020204030204" pitchFamily="49" charset="0"/>
                <a:cs typeface="Consolas" panose="020B0609020204030204" pitchFamily="49" charset="0"/>
              </a:rPr>
            </a:br>
            <a:r>
              <a:rPr lang="en-US" sz="1200" dirty="0">
                <a:solidFill>
                  <a:srgbClr val="027732"/>
                </a:solidFill>
                <a:latin typeface="Consolas" panose="020B0609020204030204" pitchFamily="49" charset="0"/>
                <a:cs typeface="Consolas" panose="020B0609020204030204" pitchFamily="49" charset="0"/>
              </a:rPr>
              <a:t>ok: [web1] </a:t>
            </a:r>
            <a:br>
              <a:rPr lang="en-US" sz="1200" dirty="0">
                <a:solidFill>
                  <a:srgbClr val="027732"/>
                </a:solidFill>
                <a:latin typeface="Consolas" panose="020B0609020204030204" pitchFamily="49" charset="0"/>
                <a:cs typeface="Consolas" panose="020B0609020204030204" pitchFamily="49" charset="0"/>
              </a:rPr>
            </a:br>
            <a:r>
              <a:rPr lang="en-US" sz="1200" dirty="0">
                <a:solidFill>
                  <a:srgbClr val="027732"/>
                </a:solidFill>
                <a:latin typeface="Consolas" panose="020B0609020204030204" pitchFamily="49" charset="0"/>
                <a:cs typeface="Consolas" panose="020B0609020204030204" pitchFamily="49" charset="0"/>
              </a:rPr>
              <a:t>ok: [web3] </a:t>
            </a:r>
          </a:p>
          <a:p>
            <a:pPr marL="0" indent="0">
              <a:buNone/>
            </a:pPr>
            <a:r>
              <a:rPr lang="en-US" sz="1200" dirty="0">
                <a:latin typeface="Consolas" panose="020B0609020204030204" pitchFamily="49" charset="0"/>
                <a:cs typeface="Consolas" panose="020B0609020204030204" pitchFamily="49" charset="0"/>
              </a:rPr>
              <a:t>TASK [Ensure httpd package is present] ****************************************************** </a:t>
            </a:r>
            <a:br>
              <a:rPr lang="en-US" sz="1200" dirty="0">
                <a:latin typeface="Consolas" panose="020B0609020204030204" pitchFamily="49" charset="0"/>
                <a:cs typeface="Consolas" panose="020B0609020204030204" pitchFamily="49" charset="0"/>
              </a:rPr>
            </a:br>
            <a:r>
              <a:rPr lang="en-US" sz="1200" dirty="0">
                <a:solidFill>
                  <a:schemeClr val="accent3">
                    <a:lumMod val="50000"/>
                  </a:schemeClr>
                </a:solidFill>
                <a:latin typeface="Consolas" panose="020B0609020204030204" pitchFamily="49" charset="0"/>
                <a:cs typeface="Consolas" panose="020B0609020204030204" pitchFamily="49" charset="0"/>
              </a:rPr>
              <a:t>ok: [web2] </a:t>
            </a:r>
            <a:br>
              <a:rPr lang="en-US" sz="1200" dirty="0">
                <a:solidFill>
                  <a:schemeClr val="accent3">
                    <a:lumMod val="50000"/>
                  </a:schemeClr>
                </a:solidFill>
                <a:latin typeface="Consolas" panose="020B0609020204030204" pitchFamily="49" charset="0"/>
                <a:cs typeface="Consolas" panose="020B0609020204030204" pitchFamily="49" charset="0"/>
              </a:rPr>
            </a:br>
            <a:r>
              <a:rPr lang="en-US" sz="1200" dirty="0">
                <a:solidFill>
                  <a:schemeClr val="accent3">
                    <a:lumMod val="50000"/>
                  </a:schemeClr>
                </a:solidFill>
                <a:latin typeface="Consolas" panose="020B0609020204030204" pitchFamily="49" charset="0"/>
                <a:cs typeface="Consolas" panose="020B0609020204030204" pitchFamily="49" charset="0"/>
              </a:rPr>
              <a:t>ok: [web1] </a:t>
            </a:r>
            <a:br>
              <a:rPr lang="en-US" sz="1200" dirty="0">
                <a:solidFill>
                  <a:schemeClr val="accent3">
                    <a:lumMod val="50000"/>
                  </a:schemeClr>
                </a:solidFill>
                <a:latin typeface="Consolas" panose="020B0609020204030204" pitchFamily="49" charset="0"/>
                <a:cs typeface="Consolas" panose="020B0609020204030204" pitchFamily="49" charset="0"/>
              </a:rPr>
            </a:br>
            <a:r>
              <a:rPr lang="en-US" sz="1200" dirty="0">
                <a:solidFill>
                  <a:schemeClr val="accent3">
                    <a:lumMod val="50000"/>
                  </a:schemeClr>
                </a:solidFill>
                <a:latin typeface="Consolas" panose="020B0609020204030204" pitchFamily="49" charset="0"/>
                <a:cs typeface="Consolas" panose="020B0609020204030204" pitchFamily="49" charset="0"/>
              </a:rPr>
              <a:t>ok: [web3] </a:t>
            </a:r>
          </a:p>
          <a:p>
            <a:pPr marL="0" indent="0">
              <a:buNone/>
            </a:pPr>
            <a:r>
              <a:rPr lang="en-US" sz="1200" dirty="0">
                <a:latin typeface="Consolas" panose="020B0609020204030204" pitchFamily="49" charset="0"/>
                <a:cs typeface="Consolas" panose="020B0609020204030204" pitchFamily="49" charset="0"/>
              </a:rPr>
              <a:t>TASK [Ensure latest </a:t>
            </a:r>
            <a:r>
              <a:rPr lang="en-US" sz="1200" dirty="0" err="1">
                <a:latin typeface="Consolas" panose="020B0609020204030204" pitchFamily="49" charset="0"/>
                <a:cs typeface="Consolas" panose="020B0609020204030204" pitchFamily="49" charset="0"/>
              </a:rPr>
              <a:t>index.html</a:t>
            </a:r>
            <a:r>
              <a:rPr lang="en-US" sz="1200" dirty="0">
                <a:latin typeface="Consolas" panose="020B0609020204030204" pitchFamily="49" charset="0"/>
                <a:cs typeface="Consolas" panose="020B0609020204030204" pitchFamily="49" charset="0"/>
              </a:rPr>
              <a:t> file is present] ********************************************* </a:t>
            </a:r>
            <a:br>
              <a:rPr lang="en-US" sz="1200" dirty="0">
                <a:latin typeface="Consolas" panose="020B0609020204030204" pitchFamily="49" charset="0"/>
                <a:cs typeface="Consolas" panose="020B0609020204030204" pitchFamily="49" charset="0"/>
              </a:rPr>
            </a:br>
            <a:r>
              <a:rPr lang="en-US" sz="1200" dirty="0">
                <a:solidFill>
                  <a:schemeClr val="accent3">
                    <a:lumMod val="50000"/>
                  </a:schemeClr>
                </a:solidFill>
                <a:latin typeface="Consolas" panose="020B0609020204030204" pitchFamily="49" charset="0"/>
                <a:cs typeface="Consolas" panose="020B0609020204030204" pitchFamily="49" charset="0"/>
              </a:rPr>
              <a:t>ok: [web2] </a:t>
            </a:r>
            <a:br>
              <a:rPr lang="en-US" sz="1200" dirty="0">
                <a:solidFill>
                  <a:schemeClr val="accent3">
                    <a:lumMod val="50000"/>
                  </a:schemeClr>
                </a:solidFill>
                <a:latin typeface="Consolas" panose="020B0609020204030204" pitchFamily="49" charset="0"/>
                <a:cs typeface="Consolas" panose="020B0609020204030204" pitchFamily="49" charset="0"/>
              </a:rPr>
            </a:br>
            <a:r>
              <a:rPr lang="en-US" sz="1200" dirty="0">
                <a:solidFill>
                  <a:schemeClr val="accent3">
                    <a:lumMod val="50000"/>
                  </a:schemeClr>
                </a:solidFill>
                <a:latin typeface="Consolas" panose="020B0609020204030204" pitchFamily="49" charset="0"/>
                <a:cs typeface="Consolas" panose="020B0609020204030204" pitchFamily="49" charset="0"/>
              </a:rPr>
              <a:t>ok: [web1] </a:t>
            </a:r>
            <a:br>
              <a:rPr lang="en-US" sz="1200" dirty="0">
                <a:solidFill>
                  <a:schemeClr val="accent3">
                    <a:lumMod val="50000"/>
                  </a:schemeClr>
                </a:solidFill>
                <a:latin typeface="Consolas" panose="020B0609020204030204" pitchFamily="49" charset="0"/>
                <a:cs typeface="Consolas" panose="020B0609020204030204" pitchFamily="49" charset="0"/>
              </a:rPr>
            </a:br>
            <a:r>
              <a:rPr lang="en-US" sz="1200" dirty="0">
                <a:solidFill>
                  <a:schemeClr val="accent3">
                    <a:lumMod val="50000"/>
                  </a:schemeClr>
                </a:solidFill>
                <a:latin typeface="Consolas" panose="020B0609020204030204" pitchFamily="49" charset="0"/>
                <a:cs typeface="Consolas" panose="020B0609020204030204" pitchFamily="49" charset="0"/>
              </a:rPr>
              <a:t>ok: [web3] </a:t>
            </a:r>
          </a:p>
          <a:p>
            <a:pPr marL="0" indent="0">
              <a:buNone/>
            </a:pPr>
            <a:r>
              <a:rPr lang="en-US" sz="1200" dirty="0">
                <a:latin typeface="Consolas" panose="020B0609020204030204" pitchFamily="49" charset="0"/>
                <a:cs typeface="Consolas" panose="020B0609020204030204" pitchFamily="49" charset="0"/>
              </a:rPr>
              <a:t>TASK [Restart httpd] ************************************************************************ </a:t>
            </a:r>
            <a:br>
              <a:rPr lang="en-US" sz="1200" dirty="0">
                <a:latin typeface="Consolas" panose="020B0609020204030204" pitchFamily="49" charset="0"/>
                <a:cs typeface="Consolas" panose="020B0609020204030204" pitchFamily="49" charset="0"/>
              </a:rPr>
            </a:br>
            <a:r>
              <a:rPr lang="en-US" sz="1200" dirty="0">
                <a:solidFill>
                  <a:schemeClr val="accent3">
                    <a:lumMod val="50000"/>
                  </a:schemeClr>
                </a:solidFill>
                <a:latin typeface="Consolas" panose="020B0609020204030204" pitchFamily="49" charset="0"/>
                <a:cs typeface="Consolas" panose="020B0609020204030204" pitchFamily="49" charset="0"/>
              </a:rPr>
              <a:t>ok: [web2] </a:t>
            </a:r>
            <a:br>
              <a:rPr lang="en-US" sz="1200" dirty="0">
                <a:solidFill>
                  <a:schemeClr val="accent3">
                    <a:lumMod val="50000"/>
                  </a:schemeClr>
                </a:solidFill>
                <a:latin typeface="Consolas" panose="020B0609020204030204" pitchFamily="49" charset="0"/>
                <a:cs typeface="Consolas" panose="020B0609020204030204" pitchFamily="49" charset="0"/>
              </a:rPr>
            </a:br>
            <a:r>
              <a:rPr lang="en-US" sz="1200" dirty="0">
                <a:solidFill>
                  <a:schemeClr val="accent3">
                    <a:lumMod val="50000"/>
                  </a:schemeClr>
                </a:solidFill>
                <a:latin typeface="Consolas" panose="020B0609020204030204" pitchFamily="49" charset="0"/>
                <a:cs typeface="Consolas" panose="020B0609020204030204" pitchFamily="49" charset="0"/>
              </a:rPr>
              <a:t>ok: [web1] </a:t>
            </a:r>
            <a:br>
              <a:rPr lang="en-US" sz="1200" dirty="0">
                <a:solidFill>
                  <a:schemeClr val="accent3">
                    <a:lumMod val="50000"/>
                  </a:schemeClr>
                </a:solidFill>
                <a:latin typeface="Consolas" panose="020B0609020204030204" pitchFamily="49" charset="0"/>
                <a:cs typeface="Consolas" panose="020B0609020204030204" pitchFamily="49" charset="0"/>
              </a:rPr>
            </a:br>
            <a:r>
              <a:rPr lang="en-US" sz="1200" dirty="0">
                <a:solidFill>
                  <a:schemeClr val="accent3">
                    <a:lumMod val="50000"/>
                  </a:schemeClr>
                </a:solidFill>
                <a:latin typeface="Consolas" panose="020B0609020204030204" pitchFamily="49" charset="0"/>
                <a:cs typeface="Consolas" panose="020B0609020204030204" pitchFamily="49" charset="0"/>
              </a:rPr>
              <a:t>ok: [web3] </a:t>
            </a:r>
          </a:p>
          <a:p>
            <a:pPr marL="0" indent="0">
              <a:buNone/>
            </a:pPr>
            <a:r>
              <a:rPr lang="en-US" sz="1200" dirty="0">
                <a:latin typeface="Consolas" panose="020B0609020204030204" pitchFamily="49" charset="0"/>
                <a:cs typeface="Consolas" panose="020B0609020204030204" pitchFamily="49" charset="0"/>
              </a:rPr>
              <a:t>PLAY RECAP ********************************************************************************** </a:t>
            </a:r>
            <a:br>
              <a:rPr lang="en-US" sz="1200" dirty="0">
                <a:latin typeface="Consolas" panose="020B0609020204030204" pitchFamily="49" charset="0"/>
                <a:cs typeface="Consolas" panose="020B0609020204030204" pitchFamily="49" charset="0"/>
              </a:rPr>
            </a:br>
            <a:r>
              <a:rPr lang="en-US" sz="1200" dirty="0">
                <a:solidFill>
                  <a:srgbClr val="027732"/>
                </a:solidFill>
                <a:latin typeface="Consolas" panose="020B0609020204030204" pitchFamily="49" charset="0"/>
                <a:cs typeface="Consolas" panose="020B0609020204030204" pitchFamily="49" charset="0"/>
              </a:rPr>
              <a:t>webservers : ok=3 </a:t>
            </a:r>
            <a:r>
              <a:rPr lang="en-US" sz="1200" dirty="0">
                <a:latin typeface="Consolas" panose="020B0609020204030204" pitchFamily="49" charset="0"/>
                <a:cs typeface="Consolas" panose="020B0609020204030204" pitchFamily="49" charset="0"/>
              </a:rPr>
              <a:t>changed=3 unreachable=0 failed=0</a:t>
            </a:r>
            <a:endParaRPr lang="en-US" sz="1200" dirty="0">
              <a:solidFill>
                <a:schemeClr val="bg1"/>
              </a:solidFill>
              <a:latin typeface="Consolas" panose="020B0609020204030204" pitchFamily="49" charset="0"/>
              <a:cs typeface="Consolas" panose="020B0609020204030204" pitchFamily="49" charset="0"/>
            </a:endParaRPr>
          </a:p>
        </p:txBody>
      </p:sp>
      <p:sp>
        <p:nvSpPr>
          <p:cNvPr id="3" name="Right Brace 2">
            <a:extLst>
              <a:ext uri="{FF2B5EF4-FFF2-40B4-BE49-F238E27FC236}">
                <a16:creationId xmlns:a16="http://schemas.microsoft.com/office/drawing/2014/main" id="{91559250-F82D-5F4E-9F1E-A9BC398F819F}"/>
              </a:ext>
            </a:extLst>
          </p:cNvPr>
          <p:cNvSpPr/>
          <p:nvPr/>
        </p:nvSpPr>
        <p:spPr>
          <a:xfrm>
            <a:off x="2362200" y="2438400"/>
            <a:ext cx="457200" cy="609600"/>
          </a:xfrm>
          <a:prstGeom prst="rightBrace">
            <a:avLst/>
          </a:prstGeom>
          <a:ln w="3810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            </a:t>
            </a:r>
          </a:p>
        </p:txBody>
      </p:sp>
      <p:sp>
        <p:nvSpPr>
          <p:cNvPr id="8" name="Right Brace 7">
            <a:extLst>
              <a:ext uri="{FF2B5EF4-FFF2-40B4-BE49-F238E27FC236}">
                <a16:creationId xmlns:a16="http://schemas.microsoft.com/office/drawing/2014/main" id="{ECCDE150-A872-7A41-864E-02217A078FA7}"/>
              </a:ext>
            </a:extLst>
          </p:cNvPr>
          <p:cNvSpPr/>
          <p:nvPr/>
        </p:nvSpPr>
        <p:spPr>
          <a:xfrm>
            <a:off x="2362200" y="3360653"/>
            <a:ext cx="457200" cy="609600"/>
          </a:xfrm>
          <a:prstGeom prst="rightBrace">
            <a:avLst/>
          </a:prstGeom>
          <a:ln w="3810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            </a:t>
            </a:r>
          </a:p>
        </p:txBody>
      </p:sp>
      <p:sp>
        <p:nvSpPr>
          <p:cNvPr id="9" name="Right Brace 8">
            <a:extLst>
              <a:ext uri="{FF2B5EF4-FFF2-40B4-BE49-F238E27FC236}">
                <a16:creationId xmlns:a16="http://schemas.microsoft.com/office/drawing/2014/main" id="{00B52139-054F-9F47-81C7-2CAD648D05F1}"/>
              </a:ext>
            </a:extLst>
          </p:cNvPr>
          <p:cNvSpPr/>
          <p:nvPr/>
        </p:nvSpPr>
        <p:spPr>
          <a:xfrm>
            <a:off x="2362200" y="4279399"/>
            <a:ext cx="457200" cy="609600"/>
          </a:xfrm>
          <a:prstGeom prst="rightBrace">
            <a:avLst/>
          </a:prstGeom>
          <a:ln w="3810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            </a:t>
            </a:r>
          </a:p>
        </p:txBody>
      </p:sp>
      <p:sp>
        <p:nvSpPr>
          <p:cNvPr id="10" name="Right Brace 9">
            <a:extLst>
              <a:ext uri="{FF2B5EF4-FFF2-40B4-BE49-F238E27FC236}">
                <a16:creationId xmlns:a16="http://schemas.microsoft.com/office/drawing/2014/main" id="{33EAA5FB-693F-F447-B638-CCC6E00FA26B}"/>
              </a:ext>
            </a:extLst>
          </p:cNvPr>
          <p:cNvSpPr/>
          <p:nvPr/>
        </p:nvSpPr>
        <p:spPr>
          <a:xfrm>
            <a:off x="2362200" y="5141981"/>
            <a:ext cx="457200" cy="609600"/>
          </a:xfrm>
          <a:prstGeom prst="rightBrace">
            <a:avLst/>
          </a:prstGeom>
          <a:ln w="3810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a:t>            </a:t>
            </a:r>
          </a:p>
        </p:txBody>
      </p:sp>
      <p:sp>
        <p:nvSpPr>
          <p:cNvPr id="11" name="TextBox 10">
            <a:extLst>
              <a:ext uri="{FF2B5EF4-FFF2-40B4-BE49-F238E27FC236}">
                <a16:creationId xmlns:a16="http://schemas.microsoft.com/office/drawing/2014/main" id="{0B0B43A4-E681-2840-AB8F-56F7F4CCEBB9}"/>
              </a:ext>
            </a:extLst>
          </p:cNvPr>
          <p:cNvSpPr txBox="1"/>
          <p:nvPr/>
        </p:nvSpPr>
        <p:spPr>
          <a:xfrm>
            <a:off x="3124200" y="2550839"/>
            <a:ext cx="2449710" cy="384721"/>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2000" dirty="0">
                <a:solidFill>
                  <a:schemeClr val="accent5"/>
                </a:solidFill>
              </a:rPr>
              <a:t>The “Setup” module</a:t>
            </a:r>
            <a:endParaRPr kumimoji="0" lang="en-US" sz="2000" b="0" i="0" u="none" strike="noStrike" kern="1200" cap="none" spc="0" normalizeH="0" baseline="0" noProof="0" dirty="0">
              <a:ln>
                <a:noFill/>
              </a:ln>
              <a:solidFill>
                <a:schemeClr val="accent5"/>
              </a:solidFill>
              <a:effectLst/>
              <a:uLnTx/>
              <a:uFillTx/>
            </a:endParaRPr>
          </a:p>
        </p:txBody>
      </p:sp>
      <p:sp>
        <p:nvSpPr>
          <p:cNvPr id="12" name="TextBox 11">
            <a:extLst>
              <a:ext uri="{FF2B5EF4-FFF2-40B4-BE49-F238E27FC236}">
                <a16:creationId xmlns:a16="http://schemas.microsoft.com/office/drawing/2014/main" id="{D353EA29-3714-8243-95CE-55937B45CC70}"/>
              </a:ext>
            </a:extLst>
          </p:cNvPr>
          <p:cNvSpPr txBox="1"/>
          <p:nvPr/>
        </p:nvSpPr>
        <p:spPr>
          <a:xfrm>
            <a:off x="3124200" y="3473092"/>
            <a:ext cx="2263761" cy="384721"/>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2000" dirty="0">
                <a:solidFill>
                  <a:schemeClr val="accent5"/>
                </a:solidFill>
              </a:rPr>
              <a:t>The “yum” module</a:t>
            </a:r>
            <a:endParaRPr kumimoji="0" lang="en-US" sz="2000" b="0" i="0" u="none" strike="noStrike" kern="1200" cap="none" spc="0" normalizeH="0" baseline="0" noProof="0" dirty="0">
              <a:ln>
                <a:noFill/>
              </a:ln>
              <a:solidFill>
                <a:schemeClr val="accent5"/>
              </a:solidFill>
              <a:effectLst/>
              <a:uLnTx/>
              <a:uFillTx/>
            </a:endParaRPr>
          </a:p>
        </p:txBody>
      </p:sp>
      <p:sp>
        <p:nvSpPr>
          <p:cNvPr id="13" name="TextBox 12">
            <a:extLst>
              <a:ext uri="{FF2B5EF4-FFF2-40B4-BE49-F238E27FC236}">
                <a16:creationId xmlns:a16="http://schemas.microsoft.com/office/drawing/2014/main" id="{8D2B2794-9AA9-FA4B-A6E7-324D2C99B904}"/>
              </a:ext>
            </a:extLst>
          </p:cNvPr>
          <p:cNvSpPr txBox="1"/>
          <p:nvPr/>
        </p:nvSpPr>
        <p:spPr>
          <a:xfrm>
            <a:off x="3124200" y="4395345"/>
            <a:ext cx="2321469" cy="384721"/>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2000" dirty="0">
                <a:solidFill>
                  <a:schemeClr val="accent5"/>
                </a:solidFill>
              </a:rPr>
              <a:t>The “copy” module</a:t>
            </a:r>
            <a:endParaRPr kumimoji="0" lang="en-US" sz="2000" b="0" i="0" u="none" strike="noStrike" kern="1200" cap="none" spc="0" normalizeH="0" baseline="0" noProof="0" dirty="0">
              <a:ln>
                <a:noFill/>
              </a:ln>
              <a:solidFill>
                <a:schemeClr val="accent5"/>
              </a:solidFill>
              <a:effectLst/>
              <a:uLnTx/>
              <a:uFillTx/>
            </a:endParaRPr>
          </a:p>
        </p:txBody>
      </p:sp>
      <p:sp>
        <p:nvSpPr>
          <p:cNvPr id="14" name="TextBox 13">
            <a:extLst>
              <a:ext uri="{FF2B5EF4-FFF2-40B4-BE49-F238E27FC236}">
                <a16:creationId xmlns:a16="http://schemas.microsoft.com/office/drawing/2014/main" id="{395C96C1-4B5C-E541-A512-30FA1F0B3A28}"/>
              </a:ext>
            </a:extLst>
          </p:cNvPr>
          <p:cNvSpPr txBox="1"/>
          <p:nvPr/>
        </p:nvSpPr>
        <p:spPr>
          <a:xfrm>
            <a:off x="3124199" y="5254420"/>
            <a:ext cx="2592376" cy="384721"/>
          </a:xfrm>
          <a:prstGeom prst="rect">
            <a:avLst/>
          </a:prstGeom>
        </p:spPr>
        <p:txBody>
          <a:bodyPr vert="horz" wrap="non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2000" dirty="0">
                <a:solidFill>
                  <a:schemeClr val="accent5"/>
                </a:solidFill>
              </a:rPr>
              <a:t>The “service” module</a:t>
            </a:r>
            <a:endParaRPr kumimoji="0" lang="en-US" sz="2000" b="0" i="0" u="none" strike="noStrike" kern="1200" cap="none" spc="0" normalizeH="0" baseline="0" noProof="0" dirty="0">
              <a:ln>
                <a:noFill/>
              </a:ln>
              <a:solidFill>
                <a:schemeClr val="accent5"/>
              </a:solidFill>
              <a:effectLst/>
              <a:uLnTx/>
              <a:uFillTx/>
            </a:endParaRPr>
          </a:p>
        </p:txBody>
      </p:sp>
      <p:sp>
        <p:nvSpPr>
          <p:cNvPr id="15" name="TextBox 14">
            <a:extLst>
              <a:ext uri="{FF2B5EF4-FFF2-40B4-BE49-F238E27FC236}">
                <a16:creationId xmlns:a16="http://schemas.microsoft.com/office/drawing/2014/main" id="{C43F39E1-6DCA-3A47-A521-E12CC5C9C5C9}"/>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2715185919"/>
      </p:ext>
    </p:extLst>
  </p:cSld>
  <p:clrMapOvr>
    <a:masterClrMapping/>
  </p:clrMapOvr>
  <p:transition spd="med">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Playbooks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Running Outputs</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Content Placeholder 6">
            <a:extLst>
              <a:ext uri="{FF2B5EF4-FFF2-40B4-BE49-F238E27FC236}">
                <a16:creationId xmlns:a16="http://schemas.microsoft.com/office/drawing/2014/main" id="{409CF074-C267-3447-A6D5-335E653751C6}"/>
              </a:ext>
            </a:extLst>
          </p:cNvPr>
          <p:cNvSpPr>
            <a:spLocks noGrp="1"/>
          </p:cNvSpPr>
          <p:nvPr>
            <p:ph sz="quarter" idx="14"/>
          </p:nvPr>
        </p:nvSpPr>
        <p:spPr>
          <a:xfrm>
            <a:off x="294490" y="1665288"/>
            <a:ext cx="11618110" cy="4479925"/>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indent="0">
              <a:buNone/>
            </a:pPr>
            <a:r>
              <a:rPr lang="en-US" sz="2000" dirty="0">
                <a:solidFill>
                  <a:schemeClr val="tx2">
                    <a:lumMod val="60000"/>
                    <a:lumOff val="40000"/>
                  </a:schemeClr>
                </a:solidFill>
              </a:rPr>
              <a:t>A task executed as expected, no change was made.</a:t>
            </a:r>
          </a:p>
          <a:p>
            <a:pPr marL="0" indent="0">
              <a:buNone/>
            </a:pPr>
            <a:r>
              <a:rPr lang="en-US" sz="2000" dirty="0">
                <a:solidFill>
                  <a:schemeClr val="accent3">
                    <a:lumMod val="50000"/>
                  </a:schemeClr>
                </a:solidFill>
              </a:rPr>
              <a:t>A task executed as expected, making a change </a:t>
            </a:r>
          </a:p>
          <a:p>
            <a:pPr marL="0" indent="0">
              <a:buNone/>
            </a:pPr>
            <a:r>
              <a:rPr lang="en-US" sz="2000" dirty="0">
                <a:solidFill>
                  <a:schemeClr val="accent1">
                    <a:lumMod val="20000"/>
                    <a:lumOff val="80000"/>
                  </a:schemeClr>
                </a:solidFill>
              </a:rPr>
              <a:t>General text information and headers </a:t>
            </a:r>
          </a:p>
          <a:p>
            <a:pPr marL="0" indent="0">
              <a:buNone/>
            </a:pPr>
            <a:r>
              <a:rPr lang="en-US" sz="2000" dirty="0">
                <a:solidFill>
                  <a:srgbClr val="00B0F0"/>
                </a:solidFill>
              </a:rPr>
              <a:t>A conditional task was skipped </a:t>
            </a:r>
          </a:p>
          <a:p>
            <a:pPr marL="0" indent="0">
              <a:buNone/>
            </a:pPr>
            <a:r>
              <a:rPr lang="en-US" sz="2000" dirty="0">
                <a:solidFill>
                  <a:schemeClr val="accent6"/>
                </a:solidFill>
              </a:rPr>
              <a:t>A bug or deprecation warning </a:t>
            </a:r>
          </a:p>
          <a:p>
            <a:pPr marL="0" indent="0">
              <a:buNone/>
            </a:pPr>
            <a:r>
              <a:rPr lang="en-US" sz="2000" dirty="0">
                <a:solidFill>
                  <a:schemeClr val="accent5"/>
                </a:solidFill>
              </a:rPr>
              <a:t>A task failed to execute successfully</a:t>
            </a:r>
            <a:endParaRPr lang="en-US" sz="2000" dirty="0">
              <a:solidFill>
                <a:schemeClr val="accent5"/>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583741536"/>
      </p:ext>
    </p:extLst>
  </p:cSld>
  <p:clrMapOvr>
    <a:masterClrMapping/>
  </p:clrMapOvr>
  <p:transition spd="med">
    <p:fade/>
  </p:transition>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7805270-30BF-AF46-9E5B-435698B8AE92}"/>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4" name="Title 3">
            <a:extLst>
              <a:ext uri="{FF2B5EF4-FFF2-40B4-BE49-F238E27FC236}">
                <a16:creationId xmlns:a16="http://schemas.microsoft.com/office/drawing/2014/main" id="{04338EE2-5B45-D745-9547-2EEAAE343E43}"/>
              </a:ext>
            </a:extLst>
          </p:cNvPr>
          <p:cNvSpPr>
            <a:spLocks noGrp="1"/>
          </p:cNvSpPr>
          <p:nvPr>
            <p:ph type="title"/>
          </p:nvPr>
        </p:nvSpPr>
        <p:spPr/>
        <p:txBody>
          <a:bodyPr/>
          <a:lstStyle/>
          <a:p>
            <a:endParaRPr lang="en-US" dirty="0"/>
          </a:p>
        </p:txBody>
      </p:sp>
      <p:sp>
        <p:nvSpPr>
          <p:cNvPr id="6" name="Content Placeholder 5">
            <a:extLst>
              <a:ext uri="{FF2B5EF4-FFF2-40B4-BE49-F238E27FC236}">
                <a16:creationId xmlns:a16="http://schemas.microsoft.com/office/drawing/2014/main" id="{A6114798-8997-9E47-B7DF-7FF76F5370B1}"/>
              </a:ext>
            </a:extLst>
          </p:cNvPr>
          <p:cNvSpPr txBox="1">
            <a:spLocks/>
          </p:cNvSpPr>
          <p:nvPr/>
        </p:nvSpPr>
        <p:spPr>
          <a:xfrm>
            <a:off x="1066800" y="1447800"/>
            <a:ext cx="9829800" cy="4343400"/>
          </a:xfrm>
          <a:prstGeom prst="rect">
            <a:avLst/>
          </a:prstGeom>
        </p:spPr>
        <p:txBody>
          <a:bodyPr lIns="0"/>
          <a:lstStyle>
            <a:lvl1pPr marL="235159" indent="-235159" algn="l" defTabSz="915216" rtl="0" eaLnBrk="1" latinLnBrk="0" hangingPunct="1">
              <a:lnSpc>
                <a:spcPct val="95000"/>
              </a:lnSpc>
              <a:spcBef>
                <a:spcPts val="1200"/>
              </a:spcBef>
              <a:spcAft>
                <a:spcPts val="400"/>
              </a:spcAft>
              <a:buClr>
                <a:schemeClr val="accent2"/>
              </a:buClr>
              <a:buFont typeface="Wingdings" panose="05000000000000000000" pitchFamily="2" charset="2"/>
              <a:buChar char="§"/>
              <a:defRPr sz="2200" kern="1200">
                <a:solidFill>
                  <a:schemeClr val="bg1"/>
                </a:solidFill>
                <a:latin typeface="+mn-lt"/>
                <a:ea typeface="+mn-ea"/>
                <a:cs typeface="+mn-cs"/>
              </a:defRPr>
            </a:lvl1pPr>
            <a:lvl2pPr marL="457608" indent="-228804" algn="l" defTabSz="915216" rtl="0" eaLnBrk="1" latinLnBrk="0" hangingPunct="1">
              <a:lnSpc>
                <a:spcPct val="90000"/>
              </a:lnSpc>
              <a:spcBef>
                <a:spcPts val="200"/>
              </a:spcBef>
              <a:spcAft>
                <a:spcPts val="400"/>
              </a:spcAft>
              <a:buClr>
                <a:schemeClr val="accent2"/>
              </a:buClr>
              <a:buFont typeface="Wingdings" panose="05000000000000000000" pitchFamily="2" charset="2"/>
              <a:buChar char="§"/>
              <a:defRPr sz="1800" kern="1200">
                <a:solidFill>
                  <a:schemeClr val="bg1"/>
                </a:solidFill>
                <a:latin typeface="+mn-lt"/>
                <a:ea typeface="+mn-ea"/>
                <a:cs typeface="+mn-cs"/>
              </a:defRPr>
            </a:lvl2pPr>
            <a:lvl3pPr marL="686412" indent="-228804" algn="l" defTabSz="915216" rtl="0" eaLnBrk="1" latinLnBrk="0" hangingPunct="1">
              <a:lnSpc>
                <a:spcPct val="85000"/>
              </a:lnSpc>
              <a:spcBef>
                <a:spcPts val="200"/>
              </a:spcBef>
              <a:spcAft>
                <a:spcPts val="400"/>
              </a:spcAft>
              <a:buClr>
                <a:schemeClr val="accent2"/>
              </a:buClr>
              <a:buFont typeface="Wingdings" panose="05000000000000000000" pitchFamily="2" charset="2"/>
              <a:buChar char="§"/>
              <a:defRPr sz="1600" kern="1200">
                <a:solidFill>
                  <a:schemeClr val="bg1"/>
                </a:solidFill>
                <a:latin typeface="+mn-lt"/>
                <a:ea typeface="+mn-ea"/>
                <a:cs typeface="+mn-cs"/>
              </a:defRPr>
            </a:lvl3pPr>
            <a:lvl4pPr marL="915216" indent="-228804" algn="l" defTabSz="915216" rtl="0" eaLnBrk="1" latinLnBrk="0" hangingPunct="1">
              <a:lnSpc>
                <a:spcPct val="85000"/>
              </a:lnSpc>
              <a:spcBef>
                <a:spcPts val="200"/>
              </a:spcBef>
              <a:spcAft>
                <a:spcPts val="400"/>
              </a:spcAft>
              <a:buClr>
                <a:schemeClr val="accent2"/>
              </a:buClr>
              <a:buFont typeface="Wingdings" panose="05000000000000000000" pitchFamily="2" charset="2"/>
              <a:buChar char="§"/>
              <a:defRPr sz="1400" kern="1200">
                <a:solidFill>
                  <a:schemeClr val="bg1"/>
                </a:solidFill>
                <a:latin typeface="+mn-lt"/>
                <a:ea typeface="+mn-ea"/>
                <a:cs typeface="+mn-cs"/>
              </a:defRPr>
            </a:lvl4pPr>
            <a:lvl5pPr marL="1086818" marR="0" indent="-171603" algn="l" defTabSz="915216" rtl="0" eaLnBrk="1" fontAlgn="auto" latinLnBrk="0" hangingPunct="1">
              <a:lnSpc>
                <a:spcPct val="85000"/>
              </a:lnSpc>
              <a:spcBef>
                <a:spcPts val="200"/>
              </a:spcBef>
              <a:spcAft>
                <a:spcPts val="400"/>
              </a:spcAft>
              <a:buClr>
                <a:schemeClr val="accent2"/>
              </a:buClr>
              <a:buSzTx/>
              <a:buFont typeface="Wingdings" panose="05000000000000000000" pitchFamily="2" charset="2"/>
              <a:buChar char="§"/>
              <a:tabLst/>
              <a:defRPr lang="en-US" sz="1200" kern="1200" dirty="0">
                <a:solidFill>
                  <a:schemeClr val="bg1"/>
                </a:solidFill>
                <a:latin typeface="+mn-lt"/>
                <a:ea typeface="+mn-ea"/>
                <a:cs typeface="+mn-cs"/>
              </a:defRPr>
            </a:lvl5pPr>
            <a:lvl6pPr marL="1144018" indent="-228804" algn="l" defTabSz="91521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1144018" indent="-228804" algn="l" defTabSz="91521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1144018" indent="-228804" algn="l" defTabSz="91521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1144018" indent="-228804" algn="l" defTabSz="91521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3600" dirty="0"/>
              <a:t>Exercise Time – Do exercise 3 now in your lab environment.</a:t>
            </a:r>
          </a:p>
        </p:txBody>
      </p:sp>
    </p:spTree>
    <p:extLst>
      <p:ext uri="{BB962C8B-B14F-4D97-AF65-F5344CB8AC3E}">
        <p14:creationId xmlns:p14="http://schemas.microsoft.com/office/powerpoint/2010/main" val="3509398761"/>
      </p:ext>
    </p:extLst>
  </p:cSld>
  <p:clrMapOvr>
    <a:masterClrMapping/>
  </p:clrMapOvr>
  <p:transition spd="med">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1572391" y="4085414"/>
            <a:ext cx="9047153" cy="1096186"/>
          </a:xfrm>
        </p:spPr>
        <p:txBody>
          <a:bodyPr/>
          <a:lstStyle/>
          <a:p>
            <a:r>
              <a:rPr lang="en-US" dirty="0"/>
              <a:t>Variables</a:t>
            </a:r>
          </a:p>
          <a:p>
            <a:r>
              <a:rPr lang="en-US" dirty="0"/>
              <a:t>Conditionals, Handlers, Loops</a:t>
            </a:r>
          </a:p>
          <a:p>
            <a:r>
              <a:rPr lang="en-US" dirty="0"/>
              <a:t>Templates</a:t>
            </a:r>
          </a:p>
          <a:p>
            <a:r>
              <a:rPr lang="en-US" dirty="0"/>
              <a:t>Roles</a:t>
            </a:r>
          </a:p>
        </p:txBody>
      </p:sp>
      <p:sp>
        <p:nvSpPr>
          <p:cNvPr id="3" name="Title 2"/>
          <p:cNvSpPr>
            <a:spLocks noGrp="1"/>
          </p:cNvSpPr>
          <p:nvPr>
            <p:ph type="ctrTitle"/>
          </p:nvPr>
        </p:nvSpPr>
        <p:spPr/>
        <p:txBody>
          <a:bodyPr/>
          <a:lstStyle/>
          <a:p>
            <a:r>
              <a:rPr lang="en-US" dirty="0"/>
              <a:t>1.4 Working with Playbooks</a:t>
            </a:r>
          </a:p>
        </p:txBody>
      </p:sp>
      <p:sp>
        <p:nvSpPr>
          <p:cNvPr id="4" name="Footer Placeholder 3"/>
          <p:cNvSpPr>
            <a:spLocks noGrp="1"/>
          </p:cNvSpPr>
          <p:nvPr>
            <p:ph type="ftr" sz="quarter" idx="3"/>
          </p:nvPr>
        </p:nvSpPr>
        <p:spPr/>
        <p:txBody>
          <a:bodyPr/>
          <a:lstStyle/>
          <a:p>
            <a:r>
              <a:rPr lang="en-US"/>
              <a:t>© 2023 NetApp, Inc. All rights reserved.  — NETAPP CONFIDENTIAL — </a:t>
            </a:r>
            <a:endParaRPr dirty="0"/>
          </a:p>
        </p:txBody>
      </p:sp>
    </p:spTree>
    <p:extLst>
      <p:ext uri="{BB962C8B-B14F-4D97-AF65-F5344CB8AC3E}">
        <p14:creationId xmlns:p14="http://schemas.microsoft.com/office/powerpoint/2010/main" val="550590903"/>
      </p:ext>
    </p:extLst>
  </p:cSld>
  <p:clrMapOvr>
    <a:masterClrMapping/>
  </p:clrMapOvr>
  <p:transition spd="med">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Variables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Variable examples</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Content Placeholder 6">
            <a:extLst>
              <a:ext uri="{FF2B5EF4-FFF2-40B4-BE49-F238E27FC236}">
                <a16:creationId xmlns:a16="http://schemas.microsoft.com/office/drawing/2014/main" id="{409CF074-C267-3447-A6D5-335E653751C6}"/>
              </a:ext>
            </a:extLst>
          </p:cNvPr>
          <p:cNvSpPr>
            <a:spLocks noGrp="1"/>
          </p:cNvSpPr>
          <p:nvPr>
            <p:ph sz="quarter" idx="14"/>
          </p:nvPr>
        </p:nvSpPr>
        <p:spPr>
          <a:xfrm>
            <a:off x="294490" y="1665288"/>
            <a:ext cx="11618110" cy="4479925"/>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indent="0">
              <a:buNone/>
            </a:pPr>
            <a:r>
              <a:rPr lang="en-US" sz="2000" dirty="0"/>
              <a:t>--- </a:t>
            </a:r>
            <a:br>
              <a:rPr lang="en-US" sz="2000" dirty="0"/>
            </a:br>
            <a:r>
              <a:rPr lang="en-US" sz="2000" dirty="0"/>
              <a:t>- hosts: all </a:t>
            </a:r>
          </a:p>
          <a:p>
            <a:pPr marL="0" indent="0">
              <a:buNone/>
            </a:pPr>
            <a:r>
              <a:rPr lang="en-US" sz="2000" dirty="0"/>
              <a:t>  vars: </a:t>
            </a:r>
            <a:br>
              <a:rPr lang="en-US" sz="2000" dirty="0"/>
            </a:br>
            <a:r>
              <a:rPr lang="en-US" sz="2000" dirty="0"/>
              <a:t>    </a:t>
            </a:r>
            <a:r>
              <a:rPr lang="en-US" sz="2000" dirty="0" err="1"/>
              <a:t>var_one</a:t>
            </a:r>
            <a:r>
              <a:rPr lang="en-US" sz="2000" dirty="0"/>
              <a:t>: one is the loneliest number </a:t>
            </a:r>
            <a:br>
              <a:rPr lang="en-US" sz="2000" dirty="0"/>
            </a:br>
            <a:r>
              <a:rPr lang="en-US" sz="2000" dirty="0"/>
              <a:t>    </a:t>
            </a:r>
            <a:r>
              <a:rPr lang="en-US" sz="2000" dirty="0" err="1"/>
              <a:t>var_two</a:t>
            </a:r>
            <a:r>
              <a:rPr lang="en-US" sz="2000" dirty="0"/>
              <a:t>: two can be as sad as one </a:t>
            </a:r>
            <a:br>
              <a:rPr lang="en-US" sz="2000" dirty="0"/>
            </a:br>
            <a:r>
              <a:rPr lang="en-US" sz="2000" dirty="0"/>
              <a:t>    </a:t>
            </a:r>
            <a:r>
              <a:rPr lang="en-US" sz="2000" dirty="0" err="1"/>
              <a:t>var_three</a:t>
            </a:r>
            <a:r>
              <a:rPr lang="en-US" sz="2000" dirty="0"/>
              <a:t>: three dog night said that </a:t>
            </a:r>
            <a:br>
              <a:rPr lang="en-US" sz="2000" dirty="0"/>
            </a:br>
            <a:r>
              <a:rPr lang="en-US" sz="2000" dirty="0"/>
              <a:t>    </a:t>
            </a:r>
            <a:r>
              <a:rPr lang="en-US" sz="2000" dirty="0" err="1">
                <a:solidFill>
                  <a:schemeClr val="tx1"/>
                </a:solidFill>
                <a:highlight>
                  <a:srgbClr val="FFFF00"/>
                </a:highlight>
              </a:rPr>
              <a:t>var_four</a:t>
            </a:r>
            <a:r>
              <a:rPr lang="en-US" sz="2000" dirty="0">
                <a:solidFill>
                  <a:schemeClr val="tx1"/>
                </a:solidFill>
                <a:highlight>
                  <a:srgbClr val="FFFF00"/>
                </a:highlight>
              </a:rPr>
              <a:t>: "{{ </a:t>
            </a:r>
            <a:r>
              <a:rPr lang="en-US" sz="2000" dirty="0" err="1">
                <a:solidFill>
                  <a:schemeClr val="tx1"/>
                </a:solidFill>
                <a:highlight>
                  <a:srgbClr val="FFFF00"/>
                </a:highlight>
              </a:rPr>
              <a:t>var_three</a:t>
            </a:r>
            <a:r>
              <a:rPr lang="en-US" sz="2000" dirty="0">
                <a:solidFill>
                  <a:schemeClr val="tx1"/>
                </a:solidFill>
                <a:highlight>
                  <a:srgbClr val="FFFF00"/>
                </a:highlight>
              </a:rPr>
              <a:t> }} {{ </a:t>
            </a:r>
            <a:r>
              <a:rPr lang="en-US" sz="2000" dirty="0" err="1">
                <a:solidFill>
                  <a:schemeClr val="tx1"/>
                </a:solidFill>
                <a:highlight>
                  <a:srgbClr val="FFFF00"/>
                </a:highlight>
              </a:rPr>
              <a:t>var_one</a:t>
            </a:r>
            <a:r>
              <a:rPr lang="en-US" sz="2000" dirty="0">
                <a:solidFill>
                  <a:schemeClr val="tx1"/>
                </a:solidFill>
                <a:highlight>
                  <a:srgbClr val="FFFF00"/>
                </a:highlight>
              </a:rPr>
              <a:t> }}" </a:t>
            </a:r>
            <a:br>
              <a:rPr lang="en-US" sz="2000" dirty="0"/>
            </a:br>
            <a:r>
              <a:rPr lang="en-US" sz="2000" dirty="0"/>
              <a:t>    </a:t>
            </a:r>
            <a:r>
              <a:rPr lang="en-US" sz="2000" dirty="0" err="1">
                <a:solidFill>
                  <a:schemeClr val="bg2"/>
                </a:solidFill>
                <a:highlight>
                  <a:srgbClr val="0000FF"/>
                </a:highlight>
              </a:rPr>
              <a:t>var_five</a:t>
            </a:r>
            <a:r>
              <a:rPr lang="en-US" sz="2000" dirty="0">
                <a:solidFill>
                  <a:schemeClr val="bg2"/>
                </a:solidFill>
                <a:highlight>
                  <a:srgbClr val="0000FF"/>
                </a:highlight>
              </a:rPr>
              <a:t>: "and that {{ </a:t>
            </a:r>
            <a:r>
              <a:rPr lang="en-US" sz="2000" dirty="0" err="1">
                <a:solidFill>
                  <a:schemeClr val="bg2"/>
                </a:solidFill>
                <a:highlight>
                  <a:srgbClr val="0000FF"/>
                </a:highlight>
              </a:rPr>
              <a:t>var_two</a:t>
            </a:r>
            <a:r>
              <a:rPr lang="en-US" sz="2000" dirty="0">
                <a:solidFill>
                  <a:schemeClr val="bg2"/>
                </a:solidFill>
                <a:highlight>
                  <a:srgbClr val="0000FF"/>
                </a:highlight>
              </a:rPr>
              <a:t> }}." </a:t>
            </a:r>
          </a:p>
          <a:p>
            <a:pPr marL="0" indent="0">
              <a:buNone/>
            </a:pPr>
            <a:r>
              <a:rPr lang="en-US" sz="2000" dirty="0">
                <a:solidFill>
                  <a:schemeClr val="accent3"/>
                </a:solidFill>
              </a:rPr>
              <a:t>three dog night said that one is the loneliest number</a:t>
            </a:r>
          </a:p>
          <a:p>
            <a:pPr marL="0" indent="0">
              <a:buNone/>
            </a:pPr>
            <a:r>
              <a:rPr lang="en-US" sz="2000" dirty="0">
                <a:solidFill>
                  <a:schemeClr val="accent1"/>
                </a:solidFill>
              </a:rPr>
              <a:t>and that two can be as sad as one.</a:t>
            </a:r>
            <a:r>
              <a:rPr lang="en-US" sz="2000" dirty="0"/>
              <a:t> </a:t>
            </a:r>
            <a:endParaRPr lang="en-US" sz="2000" dirty="0">
              <a:solidFill>
                <a:schemeClr val="accent5"/>
              </a:solidFill>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64E750CE-6B88-4A40-95EC-051CBB78D5BB}"/>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1269883579"/>
      </p:ext>
    </p:extLst>
  </p:cSld>
  <p:clrMapOvr>
    <a:masterClrMapping/>
  </p:clrMapOvr>
  <p:transition spd="med">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Variables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Variables and Facts/Info</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Content Placeholder 6">
            <a:extLst>
              <a:ext uri="{FF2B5EF4-FFF2-40B4-BE49-F238E27FC236}">
                <a16:creationId xmlns:a16="http://schemas.microsoft.com/office/drawing/2014/main" id="{409CF074-C267-3447-A6D5-335E653751C6}"/>
              </a:ext>
            </a:extLst>
          </p:cNvPr>
          <p:cNvSpPr>
            <a:spLocks noGrp="1"/>
          </p:cNvSpPr>
          <p:nvPr>
            <p:ph sz="quarter" idx="14"/>
          </p:nvPr>
        </p:nvSpPr>
        <p:spPr>
          <a:xfrm>
            <a:off x="294490" y="1665289"/>
            <a:ext cx="11618110" cy="2449512"/>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indent="0">
              <a:buNone/>
            </a:pPr>
            <a:r>
              <a:rPr lang="en-US" sz="2000" dirty="0">
                <a:solidFill>
                  <a:schemeClr val="bg1"/>
                </a:solidFill>
                <a:latin typeface="Consolas" panose="020B0609020204030204" pitchFamily="49" charset="0"/>
                <a:cs typeface="Consolas" panose="020B0609020204030204" pitchFamily="49" charset="0"/>
              </a:rPr>
              <a:t>"</a:t>
            </a:r>
            <a:r>
              <a:rPr lang="en-US" sz="2000" dirty="0" err="1">
                <a:solidFill>
                  <a:schemeClr val="bg1"/>
                </a:solidFill>
                <a:latin typeface="Consolas" panose="020B0609020204030204" pitchFamily="49" charset="0"/>
                <a:cs typeface="Consolas" panose="020B0609020204030204" pitchFamily="49" charset="0"/>
              </a:rPr>
              <a:t>ontap_info</a:t>
            </a:r>
            <a:r>
              <a:rPr lang="en-US" sz="2000" dirty="0">
                <a:solidFill>
                  <a:schemeClr val="bg1"/>
                </a:solidFill>
                <a:latin typeface="Consolas" panose="020B0609020204030204" pitchFamily="49" charset="0"/>
                <a:cs typeface="Consolas" panose="020B0609020204030204" pitchFamily="49" charset="0"/>
              </a:rPr>
              <a:t>": {</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a:t>
            </a:r>
            <a:r>
              <a:rPr lang="en-US" sz="2000" dirty="0" err="1">
                <a:solidFill>
                  <a:schemeClr val="bg1"/>
                </a:solidFill>
                <a:latin typeface="Consolas" panose="020B0609020204030204" pitchFamily="49" charset="0"/>
                <a:cs typeface="Consolas" panose="020B0609020204030204" pitchFamily="49" charset="0"/>
              </a:rPr>
              <a:t>aggregate_info</a:t>
            </a:r>
            <a:r>
              <a:rPr lang="en-US" sz="2000" dirty="0">
                <a:solidFill>
                  <a:schemeClr val="bg1"/>
                </a:solidFill>
                <a:latin typeface="Consolas" panose="020B0609020204030204" pitchFamily="49" charset="0"/>
                <a:cs typeface="Consolas" panose="020B0609020204030204" pitchFamily="49" charset="0"/>
              </a:rPr>
              <a:t>": {</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"aggr0_ansible1_01": {</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a:t>
            </a:r>
            <a:r>
              <a:rPr lang="en-US" sz="2000" dirty="0" err="1">
                <a:solidFill>
                  <a:schemeClr val="bg1"/>
                </a:solidFill>
                <a:latin typeface="Consolas" panose="020B0609020204030204" pitchFamily="49" charset="0"/>
                <a:cs typeface="Consolas" panose="020B0609020204030204" pitchFamily="49" charset="0"/>
              </a:rPr>
              <a:t>aggr_fs_attributes</a:t>
            </a:r>
            <a:r>
              <a:rPr lang="en-US" sz="2000" dirty="0">
                <a:solidFill>
                  <a:schemeClr val="bg1"/>
                </a:solidFill>
                <a:latin typeface="Consolas" panose="020B0609020204030204" pitchFamily="49" charset="0"/>
                <a:cs typeface="Consolas" panose="020B0609020204030204" pitchFamily="49" charset="0"/>
              </a:rPr>
              <a:t>": {</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a:t>
            </a:r>
            <a:r>
              <a:rPr lang="en-US" sz="2000" dirty="0" err="1">
                <a:solidFill>
                  <a:schemeClr val="bg1"/>
                </a:solidFill>
                <a:latin typeface="Consolas" panose="020B0609020204030204" pitchFamily="49" charset="0"/>
                <a:cs typeface="Consolas" panose="020B0609020204030204" pitchFamily="49" charset="0"/>
              </a:rPr>
              <a:t>block_type</a:t>
            </a:r>
            <a:r>
              <a:rPr lang="en-US" sz="2000" dirty="0">
                <a:solidFill>
                  <a:schemeClr val="bg1"/>
                </a:solidFill>
                <a:latin typeface="Consolas" panose="020B0609020204030204" pitchFamily="49" charset="0"/>
                <a:cs typeface="Consolas" panose="020B0609020204030204" pitchFamily="49" charset="0"/>
              </a:rPr>
              <a:t>": "64_bit",</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a:t>
            </a:r>
            <a:r>
              <a:rPr lang="en-US" sz="2000" dirty="0" err="1">
                <a:solidFill>
                  <a:schemeClr val="bg1"/>
                </a:solidFill>
                <a:latin typeface="Consolas" panose="020B0609020204030204" pitchFamily="49" charset="0"/>
                <a:cs typeface="Consolas" panose="020B0609020204030204" pitchFamily="49" charset="0"/>
              </a:rPr>
              <a:t>fsid</a:t>
            </a:r>
            <a:r>
              <a:rPr lang="en-US" sz="2000" dirty="0">
                <a:solidFill>
                  <a:schemeClr val="bg1"/>
                </a:solidFill>
                <a:latin typeface="Consolas" panose="020B0609020204030204" pitchFamily="49" charset="0"/>
                <a:cs typeface="Consolas" panose="020B0609020204030204" pitchFamily="49" charset="0"/>
              </a:rPr>
              <a:t>": "1201229146",</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"type": "</a:t>
            </a:r>
            <a:r>
              <a:rPr lang="en-US" sz="2000" dirty="0" err="1">
                <a:solidFill>
                  <a:schemeClr val="bg1"/>
                </a:solidFill>
                <a:latin typeface="Consolas" panose="020B0609020204030204" pitchFamily="49" charset="0"/>
                <a:cs typeface="Consolas" panose="020B0609020204030204" pitchFamily="49" charset="0"/>
              </a:rPr>
              <a:t>aggr</a:t>
            </a:r>
            <a:r>
              <a:rPr lang="en-US" sz="2000" dirty="0">
                <a:solidFill>
                  <a:schemeClr val="bg1"/>
                </a:solidFill>
                <a:latin typeface="Consolas" panose="020B0609020204030204" pitchFamily="49" charset="0"/>
                <a:cs typeface="Consolas" panose="020B0609020204030204" pitchFamily="49" charset="0"/>
              </a:rPr>
              <a:t>”</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a:t>
            </a:r>
          </a:p>
        </p:txBody>
      </p:sp>
      <p:sp>
        <p:nvSpPr>
          <p:cNvPr id="8" name="Content Placeholder 6">
            <a:extLst>
              <a:ext uri="{FF2B5EF4-FFF2-40B4-BE49-F238E27FC236}">
                <a16:creationId xmlns:a16="http://schemas.microsoft.com/office/drawing/2014/main" id="{19A1176C-0FC8-C542-B0FE-02D69EADBCA9}"/>
              </a:ext>
            </a:extLst>
          </p:cNvPr>
          <p:cNvSpPr txBox="1">
            <a:spLocks/>
          </p:cNvSpPr>
          <p:nvPr/>
        </p:nvSpPr>
        <p:spPr>
          <a:xfrm>
            <a:off x="2057400" y="4143466"/>
            <a:ext cx="8991600" cy="580934"/>
          </a:xfrm>
          <a:prstGeom prst="rect">
            <a:avLst/>
          </a:prstGeom>
          <a:solidFill>
            <a:schemeClr val="tx1"/>
          </a:solidFill>
          <a:ln w="12700"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235159" indent="-235159" algn="l" defTabSz="915216" rtl="0" eaLnBrk="1" latinLnBrk="0" hangingPunct="1">
              <a:lnSpc>
                <a:spcPct val="95000"/>
              </a:lnSpc>
              <a:spcBef>
                <a:spcPts val="1200"/>
              </a:spcBef>
              <a:spcAft>
                <a:spcPts val="400"/>
              </a:spcAft>
              <a:buClr>
                <a:schemeClr val="accent2"/>
              </a:buClr>
              <a:buFont typeface="Wingdings" panose="05000000000000000000" pitchFamily="2" charset="2"/>
              <a:buChar char="§"/>
              <a:defRPr sz="2200" kern="1200">
                <a:solidFill>
                  <a:schemeClr val="lt1"/>
                </a:solidFill>
                <a:latin typeface="+mn-lt"/>
                <a:ea typeface="+mn-ea"/>
                <a:cs typeface="+mn-cs"/>
              </a:defRPr>
            </a:lvl1pPr>
            <a:lvl2pPr marL="457608" indent="-228804" algn="l" defTabSz="915216" rtl="0" eaLnBrk="1" latinLnBrk="0" hangingPunct="1">
              <a:lnSpc>
                <a:spcPct val="90000"/>
              </a:lnSpc>
              <a:spcBef>
                <a:spcPts val="200"/>
              </a:spcBef>
              <a:spcAft>
                <a:spcPts val="400"/>
              </a:spcAft>
              <a:buClr>
                <a:schemeClr val="accent2"/>
              </a:buClr>
              <a:buFont typeface="Wingdings" panose="05000000000000000000" pitchFamily="2" charset="2"/>
              <a:buChar char="§"/>
              <a:defRPr sz="1800" kern="1200">
                <a:solidFill>
                  <a:schemeClr val="lt1"/>
                </a:solidFill>
                <a:latin typeface="+mn-lt"/>
                <a:ea typeface="+mn-ea"/>
                <a:cs typeface="+mn-cs"/>
              </a:defRPr>
            </a:lvl2pPr>
            <a:lvl3pPr marL="686412" indent="-228804" algn="l" defTabSz="915216" rtl="0" eaLnBrk="1" latinLnBrk="0" hangingPunct="1">
              <a:lnSpc>
                <a:spcPct val="85000"/>
              </a:lnSpc>
              <a:spcBef>
                <a:spcPts val="200"/>
              </a:spcBef>
              <a:spcAft>
                <a:spcPts val="400"/>
              </a:spcAft>
              <a:buClr>
                <a:schemeClr val="accent2"/>
              </a:buClr>
              <a:buFont typeface="Wingdings" panose="05000000000000000000" pitchFamily="2" charset="2"/>
              <a:buChar char="§"/>
              <a:defRPr sz="1600" kern="1200">
                <a:solidFill>
                  <a:schemeClr val="lt1"/>
                </a:solidFill>
                <a:latin typeface="+mn-lt"/>
                <a:ea typeface="+mn-ea"/>
                <a:cs typeface="+mn-cs"/>
              </a:defRPr>
            </a:lvl3pPr>
            <a:lvl4pPr marL="915216" indent="-228804" algn="l" defTabSz="915216" rtl="0" eaLnBrk="1" latinLnBrk="0" hangingPunct="1">
              <a:lnSpc>
                <a:spcPct val="85000"/>
              </a:lnSpc>
              <a:spcBef>
                <a:spcPts val="200"/>
              </a:spcBef>
              <a:spcAft>
                <a:spcPts val="400"/>
              </a:spcAft>
              <a:buClr>
                <a:schemeClr val="accent2"/>
              </a:buClr>
              <a:buFont typeface="Wingdings" panose="05000000000000000000" pitchFamily="2" charset="2"/>
              <a:buChar char="§"/>
              <a:defRPr sz="1400" kern="1200">
                <a:solidFill>
                  <a:schemeClr val="lt1"/>
                </a:solidFill>
                <a:latin typeface="+mn-lt"/>
                <a:ea typeface="+mn-ea"/>
                <a:cs typeface="+mn-cs"/>
              </a:defRPr>
            </a:lvl4pPr>
            <a:lvl5pPr marL="1086818" marR="0" indent="-171603" algn="l" defTabSz="915216" rtl="0" eaLnBrk="1" fontAlgn="auto" latinLnBrk="0" hangingPunct="1">
              <a:lnSpc>
                <a:spcPct val="85000"/>
              </a:lnSpc>
              <a:spcBef>
                <a:spcPts val="200"/>
              </a:spcBef>
              <a:spcAft>
                <a:spcPts val="400"/>
              </a:spcAft>
              <a:buClr>
                <a:schemeClr val="accent2"/>
              </a:buClr>
              <a:buSzTx/>
              <a:buFont typeface="Wingdings" panose="05000000000000000000" pitchFamily="2" charset="2"/>
              <a:buChar char="§"/>
              <a:tabLst/>
              <a:defRPr lang="en-US" sz="1200" kern="1200">
                <a:solidFill>
                  <a:schemeClr val="lt1"/>
                </a:solidFill>
                <a:latin typeface="+mn-lt"/>
                <a:ea typeface="+mn-ea"/>
                <a:cs typeface="+mn-cs"/>
              </a:defRPr>
            </a:lvl5pPr>
            <a:lvl6pPr marL="1144018" indent="-228804" algn="l" defTabSz="915216"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1144018" indent="-228804" algn="l" defTabSz="915216"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1144018" indent="-228804" algn="l" defTabSz="915216"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1144018" indent="-228804" algn="l" defTabSz="915216"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buFont typeface="Wingdings" panose="05000000000000000000" pitchFamily="2" charset="2"/>
              <a:buNone/>
            </a:pPr>
            <a:r>
              <a:rPr lang="en-US" sz="2000" dirty="0">
                <a:solidFill>
                  <a:schemeClr val="bg1"/>
                </a:solidFill>
                <a:latin typeface="Consolas" panose="020B0609020204030204" pitchFamily="49" charset="0"/>
                <a:cs typeface="Consolas" panose="020B0609020204030204" pitchFamily="49" charset="0"/>
              </a:rPr>
              <a:t>vars:</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volume: vol_name1</a:t>
            </a:r>
          </a:p>
        </p:txBody>
      </p:sp>
      <p:sp>
        <p:nvSpPr>
          <p:cNvPr id="3" name="TextBox 2">
            <a:extLst>
              <a:ext uri="{FF2B5EF4-FFF2-40B4-BE49-F238E27FC236}">
                <a16:creationId xmlns:a16="http://schemas.microsoft.com/office/drawing/2014/main" id="{71927362-933D-7242-89B2-FA1E1F93DCCC}"/>
              </a:ext>
            </a:extLst>
          </p:cNvPr>
          <p:cNvSpPr txBox="1"/>
          <p:nvPr/>
        </p:nvSpPr>
        <p:spPr>
          <a:xfrm>
            <a:off x="294490" y="4183095"/>
            <a:ext cx="1718169" cy="501676"/>
          </a:xfrm>
          <a:prstGeom prst="rect">
            <a:avLst/>
          </a:prstGeom>
        </p:spPr>
        <p:txBody>
          <a:bodyPr vert="horz" wrap="squar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mn-lt"/>
              </a:rPr>
              <a:t>A variable defined in our playbook</a:t>
            </a:r>
          </a:p>
        </p:txBody>
      </p:sp>
      <p:sp>
        <p:nvSpPr>
          <p:cNvPr id="9" name="Content Placeholder 6">
            <a:extLst>
              <a:ext uri="{FF2B5EF4-FFF2-40B4-BE49-F238E27FC236}">
                <a16:creationId xmlns:a16="http://schemas.microsoft.com/office/drawing/2014/main" id="{A814C141-5E9C-FD44-ABEF-56A38BCB2233}"/>
              </a:ext>
            </a:extLst>
          </p:cNvPr>
          <p:cNvSpPr txBox="1">
            <a:spLocks/>
          </p:cNvSpPr>
          <p:nvPr/>
        </p:nvSpPr>
        <p:spPr>
          <a:xfrm>
            <a:off x="3581399" y="4792694"/>
            <a:ext cx="8334695" cy="1379506"/>
          </a:xfrm>
          <a:prstGeom prst="rect">
            <a:avLst/>
          </a:prstGeom>
          <a:solidFill>
            <a:schemeClr val="tx1"/>
          </a:solidFill>
          <a:ln w="12700"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235159" indent="-235159" algn="l" defTabSz="915216" rtl="0" eaLnBrk="1" latinLnBrk="0" hangingPunct="1">
              <a:lnSpc>
                <a:spcPct val="95000"/>
              </a:lnSpc>
              <a:spcBef>
                <a:spcPts val="1200"/>
              </a:spcBef>
              <a:spcAft>
                <a:spcPts val="400"/>
              </a:spcAft>
              <a:buClr>
                <a:schemeClr val="accent2"/>
              </a:buClr>
              <a:buFont typeface="Wingdings" panose="05000000000000000000" pitchFamily="2" charset="2"/>
              <a:buChar char="§"/>
              <a:defRPr sz="2200" kern="1200">
                <a:solidFill>
                  <a:schemeClr val="lt1"/>
                </a:solidFill>
                <a:latin typeface="+mn-lt"/>
                <a:ea typeface="+mn-ea"/>
                <a:cs typeface="+mn-cs"/>
              </a:defRPr>
            </a:lvl1pPr>
            <a:lvl2pPr marL="457608" indent="-228804" algn="l" defTabSz="915216" rtl="0" eaLnBrk="1" latinLnBrk="0" hangingPunct="1">
              <a:lnSpc>
                <a:spcPct val="90000"/>
              </a:lnSpc>
              <a:spcBef>
                <a:spcPts val="200"/>
              </a:spcBef>
              <a:spcAft>
                <a:spcPts val="400"/>
              </a:spcAft>
              <a:buClr>
                <a:schemeClr val="accent2"/>
              </a:buClr>
              <a:buFont typeface="Wingdings" panose="05000000000000000000" pitchFamily="2" charset="2"/>
              <a:buChar char="§"/>
              <a:defRPr sz="1800" kern="1200">
                <a:solidFill>
                  <a:schemeClr val="lt1"/>
                </a:solidFill>
                <a:latin typeface="+mn-lt"/>
                <a:ea typeface="+mn-ea"/>
                <a:cs typeface="+mn-cs"/>
              </a:defRPr>
            </a:lvl2pPr>
            <a:lvl3pPr marL="686412" indent="-228804" algn="l" defTabSz="915216" rtl="0" eaLnBrk="1" latinLnBrk="0" hangingPunct="1">
              <a:lnSpc>
                <a:spcPct val="85000"/>
              </a:lnSpc>
              <a:spcBef>
                <a:spcPts val="200"/>
              </a:spcBef>
              <a:spcAft>
                <a:spcPts val="400"/>
              </a:spcAft>
              <a:buClr>
                <a:schemeClr val="accent2"/>
              </a:buClr>
              <a:buFont typeface="Wingdings" panose="05000000000000000000" pitchFamily="2" charset="2"/>
              <a:buChar char="§"/>
              <a:defRPr sz="1600" kern="1200">
                <a:solidFill>
                  <a:schemeClr val="lt1"/>
                </a:solidFill>
                <a:latin typeface="+mn-lt"/>
                <a:ea typeface="+mn-ea"/>
                <a:cs typeface="+mn-cs"/>
              </a:defRPr>
            </a:lvl3pPr>
            <a:lvl4pPr marL="915216" indent="-228804" algn="l" defTabSz="915216" rtl="0" eaLnBrk="1" latinLnBrk="0" hangingPunct="1">
              <a:lnSpc>
                <a:spcPct val="85000"/>
              </a:lnSpc>
              <a:spcBef>
                <a:spcPts val="200"/>
              </a:spcBef>
              <a:spcAft>
                <a:spcPts val="400"/>
              </a:spcAft>
              <a:buClr>
                <a:schemeClr val="accent2"/>
              </a:buClr>
              <a:buFont typeface="Wingdings" panose="05000000000000000000" pitchFamily="2" charset="2"/>
              <a:buChar char="§"/>
              <a:defRPr sz="1400" kern="1200">
                <a:solidFill>
                  <a:schemeClr val="lt1"/>
                </a:solidFill>
                <a:latin typeface="+mn-lt"/>
                <a:ea typeface="+mn-ea"/>
                <a:cs typeface="+mn-cs"/>
              </a:defRPr>
            </a:lvl4pPr>
            <a:lvl5pPr marL="1086818" marR="0" indent="-171603" algn="l" defTabSz="915216" rtl="0" eaLnBrk="1" fontAlgn="auto" latinLnBrk="0" hangingPunct="1">
              <a:lnSpc>
                <a:spcPct val="85000"/>
              </a:lnSpc>
              <a:spcBef>
                <a:spcPts val="200"/>
              </a:spcBef>
              <a:spcAft>
                <a:spcPts val="400"/>
              </a:spcAft>
              <a:buClr>
                <a:schemeClr val="accent2"/>
              </a:buClr>
              <a:buSzTx/>
              <a:buFont typeface="Wingdings" panose="05000000000000000000" pitchFamily="2" charset="2"/>
              <a:buChar char="§"/>
              <a:tabLst/>
              <a:defRPr lang="en-US" sz="1200" kern="1200">
                <a:solidFill>
                  <a:schemeClr val="lt1"/>
                </a:solidFill>
                <a:latin typeface="+mn-lt"/>
                <a:ea typeface="+mn-ea"/>
                <a:cs typeface="+mn-cs"/>
              </a:defRPr>
            </a:lvl5pPr>
            <a:lvl6pPr marL="1144018" indent="-228804" algn="l" defTabSz="915216"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6pPr>
            <a:lvl7pPr marL="1144018" indent="-228804" algn="l" defTabSz="915216"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7pPr>
            <a:lvl8pPr marL="1144018" indent="-228804" algn="l" defTabSz="915216"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8pPr>
            <a:lvl9pPr marL="1144018" indent="-228804" algn="l" defTabSz="915216" rtl="0" eaLnBrk="1" latinLnBrk="0" hangingPunct="1">
              <a:spcBef>
                <a:spcPct val="20000"/>
              </a:spcBef>
              <a:buFont typeface="Arial" panose="020B0604020202020204" pitchFamily="34" charset="0"/>
              <a:buChar char="•"/>
              <a:defRPr sz="2000" kern="1200">
                <a:solidFill>
                  <a:schemeClr val="lt1"/>
                </a:solidFill>
                <a:latin typeface="+mn-lt"/>
                <a:ea typeface="+mn-ea"/>
                <a:cs typeface="+mn-cs"/>
              </a:defRPr>
            </a:lvl9pPr>
          </a:lstStyle>
          <a:p>
            <a:pPr marL="0" indent="0">
              <a:buFont typeface="Wingdings" panose="05000000000000000000" pitchFamily="2" charset="2"/>
              <a:buNone/>
            </a:pPr>
            <a:r>
              <a:rPr lang="en-US" sz="2000" dirty="0">
                <a:solidFill>
                  <a:schemeClr val="bg1"/>
                </a:solidFill>
                <a:latin typeface="Consolas" panose="020B0609020204030204" pitchFamily="49" charset="0"/>
                <a:cs typeface="Consolas" panose="020B0609020204030204" pitchFamily="49" charset="0"/>
              </a:rPr>
              <a:t>name: “{{ volume }}”</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size: 10</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aggregate: “{{ </a:t>
            </a:r>
            <a:r>
              <a:rPr lang="en-US" sz="2000" dirty="0" err="1">
                <a:solidFill>
                  <a:schemeClr val="bg1"/>
                </a:solidFill>
                <a:latin typeface="Consolas" panose="020B0609020204030204" pitchFamily="49" charset="0"/>
                <a:cs typeface="Consolas" panose="020B0609020204030204" pitchFamily="49" charset="0"/>
              </a:rPr>
              <a:t>ontap_info.aggregate_info</a:t>
            </a:r>
            <a:r>
              <a:rPr lang="en-US" sz="2000" dirty="0">
                <a:solidFill>
                  <a:schemeClr val="bg1"/>
                </a:solidFill>
                <a:latin typeface="Consolas" panose="020B0609020204030204" pitchFamily="49" charset="0"/>
                <a:cs typeface="Consolas" panose="020B0609020204030204" pitchFamily="49" charset="0"/>
              </a:rPr>
              <a:t> }}”</a:t>
            </a:r>
          </a:p>
        </p:txBody>
      </p:sp>
      <p:sp>
        <p:nvSpPr>
          <p:cNvPr id="11" name="TextBox 10">
            <a:extLst>
              <a:ext uri="{FF2B5EF4-FFF2-40B4-BE49-F238E27FC236}">
                <a16:creationId xmlns:a16="http://schemas.microsoft.com/office/drawing/2014/main" id="{E86D5875-4529-A84E-AFBE-B53C2C1CAABF}"/>
              </a:ext>
            </a:extLst>
          </p:cNvPr>
          <p:cNvSpPr txBox="1"/>
          <p:nvPr/>
        </p:nvSpPr>
        <p:spPr>
          <a:xfrm>
            <a:off x="264755" y="4792694"/>
            <a:ext cx="3164245" cy="706347"/>
          </a:xfrm>
          <a:prstGeom prst="rect">
            <a:avLst/>
          </a:prstGeom>
        </p:spPr>
        <p:txBody>
          <a:bodyPr vert="horz" wrap="squar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mn-lt"/>
              </a:rPr>
              <a:t>With in a playbook you can use a mix of hardcoded info, variables, or collected facts or info.</a:t>
            </a:r>
          </a:p>
        </p:txBody>
      </p:sp>
    </p:spTree>
    <p:extLst>
      <p:ext uri="{BB962C8B-B14F-4D97-AF65-F5344CB8AC3E}">
        <p14:creationId xmlns:p14="http://schemas.microsoft.com/office/powerpoint/2010/main" val="3871232181"/>
      </p:ext>
    </p:extLst>
  </p:cSld>
  <p:clrMapOvr>
    <a:masterClrMapping/>
  </p:clrMapOvr>
  <p:transition spd="med">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Variables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Variables Precedence</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14" name="Content Placeholder 13">
            <a:extLst>
              <a:ext uri="{FF2B5EF4-FFF2-40B4-BE49-F238E27FC236}">
                <a16:creationId xmlns:a16="http://schemas.microsoft.com/office/drawing/2014/main" id="{33B80500-6B1E-1146-9983-9CE63E3DA9F3}"/>
              </a:ext>
            </a:extLst>
          </p:cNvPr>
          <p:cNvSpPr>
            <a:spLocks noGrp="1"/>
          </p:cNvSpPr>
          <p:nvPr>
            <p:ph sz="quarter" idx="14"/>
          </p:nvPr>
        </p:nvSpPr>
        <p:spPr/>
        <p:txBody>
          <a:bodyPr numCol="2"/>
          <a:lstStyle/>
          <a:p>
            <a:pPr marL="457200" indent="-457200">
              <a:buFont typeface="+mj-lt"/>
              <a:buAutoNum type="arabicPeriod"/>
            </a:pPr>
            <a:r>
              <a:rPr lang="en-US" dirty="0"/>
              <a:t>extra vars (highest, overwrites all)</a:t>
            </a:r>
          </a:p>
          <a:p>
            <a:pPr marL="457200" indent="-457200">
              <a:buFont typeface="+mj-lt"/>
              <a:buAutoNum type="arabicPeriod"/>
            </a:pPr>
            <a:r>
              <a:rPr lang="en-US" dirty="0"/>
              <a:t>task vars (overridden just for that task)</a:t>
            </a:r>
          </a:p>
          <a:p>
            <a:pPr marL="457200" indent="-457200">
              <a:buFont typeface="+mj-lt"/>
              <a:buAutoNum type="arabicPeriod"/>
            </a:pPr>
            <a:r>
              <a:rPr lang="en-US" dirty="0"/>
              <a:t>block vars (overridden just for that block)</a:t>
            </a:r>
          </a:p>
          <a:p>
            <a:pPr marL="457200" indent="-457200">
              <a:buFont typeface="+mj-lt"/>
              <a:buAutoNum type="arabicPeriod"/>
            </a:pPr>
            <a:r>
              <a:rPr lang="en-US" dirty="0"/>
              <a:t>role and include vars</a:t>
            </a:r>
          </a:p>
          <a:p>
            <a:pPr marL="457200" indent="-457200">
              <a:buFont typeface="+mj-lt"/>
              <a:buAutoNum type="arabicPeriod"/>
            </a:pPr>
            <a:r>
              <a:rPr lang="en-US" dirty="0"/>
              <a:t>play </a:t>
            </a:r>
            <a:r>
              <a:rPr lang="en-US" dirty="0" err="1"/>
              <a:t>vars_files</a:t>
            </a:r>
            <a:endParaRPr lang="en-US" dirty="0"/>
          </a:p>
          <a:p>
            <a:pPr marL="457200" indent="-457200">
              <a:buFont typeface="+mj-lt"/>
              <a:buAutoNum type="arabicPeriod"/>
            </a:pPr>
            <a:r>
              <a:rPr lang="en-US" dirty="0"/>
              <a:t>play </a:t>
            </a:r>
            <a:r>
              <a:rPr lang="en-US" dirty="0" err="1"/>
              <a:t>vars_prompt</a:t>
            </a:r>
            <a:endParaRPr lang="en-US" dirty="0"/>
          </a:p>
          <a:p>
            <a:pPr marL="457200" indent="-457200">
              <a:buFont typeface="+mj-lt"/>
              <a:buAutoNum type="arabicPeriod"/>
            </a:pPr>
            <a:r>
              <a:rPr lang="en-US" dirty="0"/>
              <a:t>play vars</a:t>
            </a:r>
          </a:p>
          <a:p>
            <a:pPr marL="457200" indent="-457200">
              <a:buFont typeface="+mj-lt"/>
              <a:buAutoNum type="arabicPeriod"/>
            </a:pPr>
            <a:r>
              <a:rPr lang="en-US" dirty="0" err="1"/>
              <a:t>set_facts</a:t>
            </a:r>
            <a:endParaRPr lang="en-US" dirty="0"/>
          </a:p>
          <a:p>
            <a:pPr marL="457200" indent="-457200">
              <a:buFont typeface="+mj-lt"/>
              <a:buAutoNum type="arabicPeriod"/>
            </a:pPr>
            <a:r>
              <a:rPr lang="en-US" dirty="0"/>
              <a:t>registered vars</a:t>
            </a:r>
          </a:p>
          <a:p>
            <a:pPr marL="457200" indent="-457200">
              <a:buFont typeface="+mj-lt"/>
              <a:buAutoNum type="arabicPeriod"/>
            </a:pPr>
            <a:r>
              <a:rPr lang="en-US" dirty="0"/>
              <a:t>host facts</a:t>
            </a:r>
          </a:p>
          <a:p>
            <a:pPr marL="457200" indent="-457200">
              <a:buFont typeface="+mj-lt"/>
              <a:buAutoNum type="arabicPeriod"/>
            </a:pPr>
            <a:r>
              <a:rPr lang="en-US" dirty="0"/>
              <a:t>playbook </a:t>
            </a:r>
            <a:r>
              <a:rPr lang="en-US" dirty="0" err="1"/>
              <a:t>host_vars</a:t>
            </a:r>
            <a:endParaRPr lang="en-US" dirty="0"/>
          </a:p>
          <a:p>
            <a:pPr marL="457200" indent="-457200">
              <a:buFont typeface="+mj-lt"/>
              <a:buAutoNum type="arabicPeriod"/>
            </a:pPr>
            <a:r>
              <a:rPr lang="en-US" dirty="0"/>
              <a:t>playbook </a:t>
            </a:r>
            <a:r>
              <a:rPr lang="en-US" dirty="0" err="1"/>
              <a:t>group_vars</a:t>
            </a:r>
            <a:endParaRPr lang="en-US" dirty="0"/>
          </a:p>
          <a:p>
            <a:pPr marL="457200" indent="-457200">
              <a:buFont typeface="+mj-lt"/>
              <a:buAutoNum type="arabicPeriod"/>
            </a:pPr>
            <a:r>
              <a:rPr lang="en-US" dirty="0"/>
              <a:t>inventory </a:t>
            </a:r>
            <a:r>
              <a:rPr lang="en-US" dirty="0" err="1"/>
              <a:t>host_vars</a:t>
            </a:r>
            <a:endParaRPr lang="en-US" dirty="0"/>
          </a:p>
          <a:p>
            <a:pPr marL="457200" indent="-457200">
              <a:buFont typeface="+mj-lt"/>
              <a:buAutoNum type="arabicPeriod"/>
            </a:pPr>
            <a:r>
              <a:rPr lang="en-US" dirty="0"/>
              <a:t>inventory </a:t>
            </a:r>
            <a:r>
              <a:rPr lang="en-US" dirty="0" err="1"/>
              <a:t>group_vars</a:t>
            </a:r>
            <a:endParaRPr lang="en-US" dirty="0"/>
          </a:p>
          <a:p>
            <a:pPr marL="457200" indent="-457200">
              <a:buFont typeface="+mj-lt"/>
              <a:buAutoNum type="arabicPeriod"/>
            </a:pPr>
            <a:r>
              <a:rPr lang="en-US" dirty="0"/>
              <a:t>inventory vars</a:t>
            </a:r>
          </a:p>
          <a:p>
            <a:pPr marL="457200" indent="-457200">
              <a:buFont typeface="+mj-lt"/>
              <a:buAutoNum type="arabicPeriod"/>
            </a:pPr>
            <a:r>
              <a:rPr lang="en-US" dirty="0"/>
              <a:t>role defaults (lowest, will be overwritten by anything)</a:t>
            </a:r>
          </a:p>
        </p:txBody>
      </p:sp>
    </p:spTree>
    <p:extLst>
      <p:ext uri="{BB962C8B-B14F-4D97-AF65-F5344CB8AC3E}">
        <p14:creationId xmlns:p14="http://schemas.microsoft.com/office/powerpoint/2010/main" val="2837315440"/>
      </p:ext>
    </p:extLst>
  </p:cSld>
  <p:clrMapOvr>
    <a:masterClrMapping/>
  </p:clrMapOvr>
  <p:transition spd="med">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Merge Ansible Variables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endParaRPr lang="en-US" dirty="0"/>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pic>
        <p:nvPicPr>
          <p:cNvPr id="5" name="Tijdelijke aanduiding voor inhoud 4">
            <a:extLst>
              <a:ext uri="{FF2B5EF4-FFF2-40B4-BE49-F238E27FC236}">
                <a16:creationId xmlns:a16="http://schemas.microsoft.com/office/drawing/2014/main" id="{9B85CC49-141E-90E1-E94D-B6CDB4058EC2}"/>
              </a:ext>
            </a:extLst>
          </p:cNvPr>
          <p:cNvPicPr>
            <a:picLocks noGrp="1" noChangeAspect="1"/>
          </p:cNvPicPr>
          <p:nvPr>
            <p:ph sz="quarter" idx="14"/>
          </p:nvPr>
        </p:nvPicPr>
        <p:blipFill>
          <a:blip r:embed="rId2"/>
          <a:stretch>
            <a:fillRect/>
          </a:stretch>
        </p:blipFill>
        <p:spPr>
          <a:xfrm>
            <a:off x="263031" y="1842042"/>
            <a:ext cx="11661637" cy="1542544"/>
          </a:xfrm>
        </p:spPr>
      </p:pic>
      <p:sp>
        <p:nvSpPr>
          <p:cNvPr id="8" name="Tekstvak 7">
            <a:extLst>
              <a:ext uri="{FF2B5EF4-FFF2-40B4-BE49-F238E27FC236}">
                <a16:creationId xmlns:a16="http://schemas.microsoft.com/office/drawing/2014/main" id="{7D16CECD-45C0-1F77-7FE3-28F7A4D63E73}"/>
              </a:ext>
            </a:extLst>
          </p:cNvPr>
          <p:cNvSpPr txBox="1"/>
          <p:nvPr/>
        </p:nvSpPr>
        <p:spPr>
          <a:xfrm>
            <a:off x="685800" y="3810000"/>
            <a:ext cx="11125200" cy="1960537"/>
          </a:xfrm>
          <a:prstGeom prst="rect">
            <a:avLst/>
          </a:prstGeom>
        </p:spPr>
        <p:txBody>
          <a:bodyPr vert="horz" wrap="squar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2800" b="0" i="0" u="none" strike="noStrike" kern="1200" cap="none" spc="0" normalizeH="0" baseline="0" noProof="0" dirty="0" err="1">
                <a:ln>
                  <a:noFill/>
                </a:ln>
                <a:solidFill>
                  <a:schemeClr val="accent3">
                    <a:lumMod val="40000"/>
                    <a:lumOff val="60000"/>
                  </a:schemeClr>
                </a:solidFill>
                <a:effectLst/>
                <a:uLnTx/>
                <a:uFillTx/>
                <a:latin typeface="+mn-lt"/>
              </a:rPr>
              <a:t>vars_default.cluster</a:t>
            </a:r>
            <a:r>
              <a:rPr kumimoji="0" lang="en-US" sz="2800" b="0" i="0" u="none" strike="noStrike" kern="1200" cap="none" spc="0" normalizeH="0" baseline="0" noProof="0" dirty="0">
                <a:ln>
                  <a:noFill/>
                </a:ln>
                <a:solidFill>
                  <a:schemeClr val="accent3">
                    <a:lumMod val="40000"/>
                    <a:lumOff val="60000"/>
                  </a:schemeClr>
                </a:solidFill>
                <a:effectLst/>
                <a:uLnTx/>
                <a:uFillTx/>
                <a:latin typeface="+mn-lt"/>
              </a:rPr>
              <a:t> </a:t>
            </a:r>
            <a:r>
              <a:rPr kumimoji="0" lang="en-US" sz="2800" b="0" i="0" u="none" strike="noStrike" kern="1200" cap="none" spc="0" normalizeH="0" baseline="0" noProof="0" dirty="0">
                <a:ln>
                  <a:noFill/>
                </a:ln>
                <a:solidFill>
                  <a:srgbClr val="A2E1D7"/>
                </a:solidFill>
                <a:effectLst/>
                <a:uLnTx/>
                <a:uFillTx/>
                <a:latin typeface="+mn-lt"/>
              </a:rPr>
              <a:t>=&gt; from file</a:t>
            </a:r>
          </a:p>
          <a:p>
            <a:pPr marR="0" algn="l" defTabSz="914400" rtl="0" eaLnBrk="1" fontAlgn="auto" latinLnBrk="0" hangingPunct="1">
              <a:lnSpc>
                <a:spcPct val="95000"/>
              </a:lnSpc>
              <a:spcBef>
                <a:spcPts val="400"/>
              </a:spcBef>
              <a:spcAft>
                <a:spcPts val="200"/>
              </a:spcAft>
              <a:buClr>
                <a:schemeClr val="accent1"/>
              </a:buClr>
              <a:buSzTx/>
              <a:tabLst/>
            </a:pPr>
            <a:r>
              <a:rPr lang="en-US" sz="2800" dirty="0">
                <a:solidFill>
                  <a:schemeClr val="accent3">
                    <a:lumMod val="40000"/>
                    <a:lumOff val="60000"/>
                  </a:schemeClr>
                </a:solidFill>
              </a:rPr>
              <a:t>    + </a:t>
            </a:r>
            <a:r>
              <a:rPr lang="en-US" sz="2800" dirty="0" err="1">
                <a:solidFill>
                  <a:schemeClr val="accent3">
                    <a:lumMod val="40000"/>
                    <a:lumOff val="60000"/>
                  </a:schemeClr>
                </a:solidFill>
              </a:rPr>
              <a:t>vars_templates</a:t>
            </a:r>
            <a:r>
              <a:rPr lang="en-US" sz="2800" dirty="0">
                <a:solidFill>
                  <a:schemeClr val="accent3">
                    <a:lumMod val="40000"/>
                    <a:lumOff val="60000"/>
                  </a:schemeClr>
                </a:solidFill>
              </a:rPr>
              <a:t>[</a:t>
            </a:r>
            <a:r>
              <a:rPr lang="en-US" sz="2800" dirty="0" err="1">
                <a:solidFill>
                  <a:schemeClr val="accent3">
                    <a:lumMod val="40000"/>
                    <a:lumOff val="60000"/>
                  </a:schemeClr>
                </a:solidFill>
              </a:rPr>
              <a:t>template_name</a:t>
            </a:r>
            <a:r>
              <a:rPr lang="en-US" sz="2800" dirty="0">
                <a:solidFill>
                  <a:schemeClr val="accent3">
                    <a:lumMod val="40000"/>
                    <a:lumOff val="60000"/>
                  </a:schemeClr>
                </a:solidFill>
              </a:rPr>
              <a:t>].cluster </a:t>
            </a:r>
            <a:r>
              <a:rPr kumimoji="0" lang="en-US" sz="2800" b="0" i="0" u="none" strike="noStrike" kern="1200" cap="none" spc="0" normalizeH="0" baseline="0" noProof="0" dirty="0">
                <a:ln>
                  <a:noFill/>
                </a:ln>
                <a:solidFill>
                  <a:srgbClr val="A2E1D7"/>
                </a:solidFill>
                <a:effectLst/>
                <a:uLnTx/>
                <a:uFillTx/>
                <a:latin typeface="+mn-lt"/>
              </a:rPr>
              <a:t>=&gt; from file</a:t>
            </a:r>
            <a:endParaRPr lang="en-US" sz="2800" dirty="0">
              <a:solidFill>
                <a:schemeClr val="accent3">
                  <a:lumMod val="40000"/>
                  <a:lumOff val="60000"/>
                </a:schemeClr>
              </a:solidFill>
            </a:endParaRPr>
          </a:p>
          <a:p>
            <a:pPr marR="0" algn="l" defTabSz="914400" rtl="0" eaLnBrk="1" fontAlgn="auto" latinLnBrk="0" hangingPunct="1">
              <a:lnSpc>
                <a:spcPct val="95000"/>
              </a:lnSpc>
              <a:spcBef>
                <a:spcPts val="400"/>
              </a:spcBef>
              <a:spcAft>
                <a:spcPts val="200"/>
              </a:spcAft>
              <a:buClr>
                <a:schemeClr val="accent1"/>
              </a:buClr>
              <a:buSzTx/>
              <a:tabLst/>
            </a:pPr>
            <a:r>
              <a:rPr kumimoji="0" lang="en-US" sz="2800" b="0" i="0" u="none" strike="noStrike" kern="1200" cap="none" spc="0" normalizeH="0" baseline="0" noProof="0" dirty="0">
                <a:ln>
                  <a:noFill/>
                </a:ln>
                <a:solidFill>
                  <a:schemeClr val="accent3">
                    <a:lumMod val="40000"/>
                    <a:lumOff val="60000"/>
                  </a:schemeClr>
                </a:solidFill>
                <a:effectLst/>
                <a:uLnTx/>
                <a:uFillTx/>
                <a:latin typeface="+mn-lt"/>
              </a:rPr>
              <a:t>          + </a:t>
            </a:r>
            <a:r>
              <a:rPr kumimoji="0" lang="en-US" sz="2800" b="0" i="0" u="none" strike="noStrike" kern="1200" cap="none" spc="0" normalizeH="0" baseline="0" noProof="0" dirty="0" err="1">
                <a:ln>
                  <a:noFill/>
                </a:ln>
                <a:solidFill>
                  <a:schemeClr val="accent3">
                    <a:lumMod val="40000"/>
                    <a:lumOff val="60000"/>
                  </a:schemeClr>
                </a:solidFill>
                <a:effectLst/>
                <a:uLnTx/>
                <a:uFillTx/>
                <a:latin typeface="+mn-lt"/>
              </a:rPr>
              <a:t>vars_external.cluster</a:t>
            </a:r>
            <a:r>
              <a:rPr kumimoji="0" lang="en-US" sz="2800" b="0" i="0" u="none" strike="noStrike" kern="1200" cap="none" spc="0" normalizeH="0" baseline="0" noProof="0" dirty="0">
                <a:ln>
                  <a:noFill/>
                </a:ln>
                <a:solidFill>
                  <a:schemeClr val="accent3">
                    <a:lumMod val="40000"/>
                    <a:lumOff val="60000"/>
                  </a:schemeClr>
                </a:solidFill>
                <a:effectLst/>
                <a:uLnTx/>
                <a:uFillTx/>
                <a:latin typeface="+mn-lt"/>
              </a:rPr>
              <a:t> </a:t>
            </a:r>
            <a:r>
              <a:rPr kumimoji="0" lang="en-US" sz="2800" b="0" i="0" u="none" strike="noStrike" kern="1200" cap="none" spc="0" normalizeH="0" baseline="0" noProof="0" dirty="0">
                <a:ln>
                  <a:noFill/>
                </a:ln>
                <a:solidFill>
                  <a:srgbClr val="A2E1D7"/>
                </a:solidFill>
                <a:effectLst/>
                <a:uLnTx/>
                <a:uFillTx/>
                <a:latin typeface="+mn-lt"/>
              </a:rPr>
              <a:t>=&gt; from operator</a:t>
            </a:r>
            <a:endParaRPr kumimoji="0" lang="en-US" sz="2800" b="0" i="0" u="none" strike="noStrike" kern="1200" cap="none" spc="0" normalizeH="0" baseline="0" noProof="0" dirty="0">
              <a:ln>
                <a:noFill/>
              </a:ln>
              <a:solidFill>
                <a:schemeClr val="accent3">
                  <a:lumMod val="40000"/>
                  <a:lumOff val="60000"/>
                </a:schemeClr>
              </a:solidFill>
              <a:effectLst/>
              <a:uLnTx/>
              <a:uFillTx/>
              <a:latin typeface="+mn-lt"/>
            </a:endParaRPr>
          </a:p>
          <a:p>
            <a:pPr marR="0" algn="l" defTabSz="914400" rtl="0" eaLnBrk="1" fontAlgn="auto" latinLnBrk="0" hangingPunct="1">
              <a:lnSpc>
                <a:spcPct val="95000"/>
              </a:lnSpc>
              <a:spcBef>
                <a:spcPts val="400"/>
              </a:spcBef>
              <a:spcAft>
                <a:spcPts val="200"/>
              </a:spcAft>
              <a:buClr>
                <a:schemeClr val="accent1"/>
              </a:buClr>
              <a:buSzTx/>
              <a:tabLst/>
            </a:pPr>
            <a:r>
              <a:rPr lang="en-US" sz="2800" dirty="0">
                <a:solidFill>
                  <a:schemeClr val="accent3">
                    <a:lumMod val="40000"/>
                    <a:lumOff val="60000"/>
                  </a:schemeClr>
                </a:solidFill>
              </a:rPr>
              <a:t>                 + </a:t>
            </a:r>
            <a:r>
              <a:rPr lang="en-US" sz="2800" dirty="0" err="1">
                <a:solidFill>
                  <a:schemeClr val="accent3">
                    <a:lumMod val="40000"/>
                    <a:lumOff val="60000"/>
                  </a:schemeClr>
                </a:solidFill>
              </a:rPr>
              <a:t>vars_override.cluster</a:t>
            </a:r>
            <a:r>
              <a:rPr lang="en-US" sz="2800" dirty="0">
                <a:solidFill>
                  <a:schemeClr val="accent3">
                    <a:lumMod val="40000"/>
                    <a:lumOff val="60000"/>
                  </a:schemeClr>
                </a:solidFill>
              </a:rPr>
              <a:t> </a:t>
            </a:r>
            <a:r>
              <a:rPr kumimoji="0" lang="en-US" sz="2800" b="0" i="0" u="none" strike="noStrike" kern="1200" cap="none" spc="0" normalizeH="0" baseline="0" noProof="0" dirty="0">
                <a:ln>
                  <a:noFill/>
                </a:ln>
                <a:solidFill>
                  <a:srgbClr val="A2E1D7"/>
                </a:solidFill>
                <a:effectLst/>
                <a:uLnTx/>
                <a:uFillTx/>
                <a:latin typeface="+mn-lt"/>
              </a:rPr>
              <a:t>=&gt; from env based file</a:t>
            </a:r>
            <a:endParaRPr kumimoji="0" lang="fr-BE" sz="2800" b="0" i="0" u="none" strike="noStrike" kern="1200" cap="none" spc="0" normalizeH="0" baseline="0" noProof="0" dirty="0">
              <a:ln>
                <a:noFill/>
              </a:ln>
              <a:solidFill>
                <a:schemeClr val="accent3">
                  <a:lumMod val="40000"/>
                  <a:lumOff val="60000"/>
                </a:schemeClr>
              </a:solidFill>
              <a:effectLst/>
              <a:uLnTx/>
              <a:uFillTx/>
              <a:latin typeface="+mn-lt"/>
            </a:endParaRPr>
          </a:p>
        </p:txBody>
      </p:sp>
    </p:spTree>
    <p:extLst>
      <p:ext uri="{BB962C8B-B14F-4D97-AF65-F5344CB8AC3E}">
        <p14:creationId xmlns:p14="http://schemas.microsoft.com/office/powerpoint/2010/main" val="3030409129"/>
      </p:ext>
    </p:extLst>
  </p:cSld>
  <p:clrMapOvr>
    <a:masterClrMapping/>
  </p:clrMapOvr>
  <p:transition spd="med">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Merge Ansible Variables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endParaRPr lang="en-US" dirty="0"/>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11" name="Tijdelijke aanduiding voor inhoud 10">
            <a:extLst>
              <a:ext uri="{FF2B5EF4-FFF2-40B4-BE49-F238E27FC236}">
                <a16:creationId xmlns:a16="http://schemas.microsoft.com/office/drawing/2014/main" id="{F671B0B4-B4A6-B44B-1957-C2C03A8AD067}"/>
              </a:ext>
            </a:extLst>
          </p:cNvPr>
          <p:cNvSpPr>
            <a:spLocks noGrp="1"/>
          </p:cNvSpPr>
          <p:nvPr>
            <p:ph sz="quarter" idx="14"/>
          </p:nvPr>
        </p:nvSpPr>
        <p:spPr/>
        <p:txBody>
          <a:bodyPr/>
          <a:lstStyle/>
          <a:p>
            <a:endParaRPr lang="fr-BE"/>
          </a:p>
        </p:txBody>
      </p:sp>
      <p:pic>
        <p:nvPicPr>
          <p:cNvPr id="13" name="Afbeelding 12">
            <a:extLst>
              <a:ext uri="{FF2B5EF4-FFF2-40B4-BE49-F238E27FC236}">
                <a16:creationId xmlns:a16="http://schemas.microsoft.com/office/drawing/2014/main" id="{1279B82C-A9BA-5264-1DEC-DEF7A44C04B6}"/>
              </a:ext>
            </a:extLst>
          </p:cNvPr>
          <p:cNvPicPr>
            <a:picLocks noChangeAspect="1"/>
          </p:cNvPicPr>
          <p:nvPr/>
        </p:nvPicPr>
        <p:blipFill>
          <a:blip r:embed="rId2"/>
          <a:stretch>
            <a:fillRect/>
          </a:stretch>
        </p:blipFill>
        <p:spPr>
          <a:xfrm>
            <a:off x="381000" y="1624108"/>
            <a:ext cx="9809671" cy="4479925"/>
          </a:xfrm>
          <a:prstGeom prst="rect">
            <a:avLst/>
          </a:prstGeom>
        </p:spPr>
      </p:pic>
    </p:spTree>
    <p:extLst>
      <p:ext uri="{BB962C8B-B14F-4D97-AF65-F5344CB8AC3E}">
        <p14:creationId xmlns:p14="http://schemas.microsoft.com/office/powerpoint/2010/main" val="1947341199"/>
      </p:ext>
    </p:extLst>
  </p:cSld>
  <p:clrMapOvr>
    <a:masterClrMapping/>
  </p:clrMapOvr>
  <p:transition spd="med">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Merge Ansible Variables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endParaRPr lang="en-US" dirty="0"/>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5" name="Tijdelijke aanduiding voor inhoud 4">
            <a:extLst>
              <a:ext uri="{FF2B5EF4-FFF2-40B4-BE49-F238E27FC236}">
                <a16:creationId xmlns:a16="http://schemas.microsoft.com/office/drawing/2014/main" id="{302070E3-4549-F063-AC25-34B022BF721B}"/>
              </a:ext>
            </a:extLst>
          </p:cNvPr>
          <p:cNvSpPr>
            <a:spLocks noGrp="1"/>
          </p:cNvSpPr>
          <p:nvPr>
            <p:ph sz="quarter" idx="14"/>
          </p:nvPr>
        </p:nvSpPr>
        <p:spPr/>
        <p:txBody>
          <a:bodyPr/>
          <a:lstStyle/>
          <a:p>
            <a:endParaRPr lang="fr-BE"/>
          </a:p>
        </p:txBody>
      </p:sp>
      <p:pic>
        <p:nvPicPr>
          <p:cNvPr id="8" name="Afbeelding 7">
            <a:extLst>
              <a:ext uri="{FF2B5EF4-FFF2-40B4-BE49-F238E27FC236}">
                <a16:creationId xmlns:a16="http://schemas.microsoft.com/office/drawing/2014/main" id="{EA010313-9528-8A35-4586-B446B0D05724}"/>
              </a:ext>
            </a:extLst>
          </p:cNvPr>
          <p:cNvPicPr>
            <a:picLocks noChangeAspect="1"/>
          </p:cNvPicPr>
          <p:nvPr/>
        </p:nvPicPr>
        <p:blipFill>
          <a:blip r:embed="rId2"/>
          <a:stretch>
            <a:fillRect/>
          </a:stretch>
        </p:blipFill>
        <p:spPr>
          <a:xfrm>
            <a:off x="263031" y="1306473"/>
            <a:ext cx="9185769" cy="4926240"/>
          </a:xfrm>
          <a:prstGeom prst="rect">
            <a:avLst/>
          </a:prstGeom>
        </p:spPr>
      </p:pic>
    </p:spTree>
    <p:extLst>
      <p:ext uri="{BB962C8B-B14F-4D97-AF65-F5344CB8AC3E}">
        <p14:creationId xmlns:p14="http://schemas.microsoft.com/office/powerpoint/2010/main" val="2550474536"/>
      </p:ext>
    </p:extLst>
  </p:cSld>
  <p:clrMapOvr>
    <a:masterClrMapping/>
  </p:clrMapOvr>
  <p:transition spd="med">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Conditionals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When this, do that</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Content Placeholder 6">
            <a:extLst>
              <a:ext uri="{FF2B5EF4-FFF2-40B4-BE49-F238E27FC236}">
                <a16:creationId xmlns:a16="http://schemas.microsoft.com/office/drawing/2014/main" id="{409CF074-C267-3447-A6D5-335E653751C6}"/>
              </a:ext>
            </a:extLst>
          </p:cNvPr>
          <p:cNvSpPr>
            <a:spLocks noGrp="1"/>
          </p:cNvSpPr>
          <p:nvPr>
            <p:ph sz="quarter" idx="14"/>
          </p:nvPr>
        </p:nvSpPr>
        <p:spPr>
          <a:xfrm>
            <a:off x="294490" y="1665288"/>
            <a:ext cx="11618110" cy="4479925"/>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indent="0">
              <a:buNone/>
            </a:pPr>
            <a:r>
              <a:rPr lang="en-US" sz="2000" dirty="0"/>
              <a:t>vars: </a:t>
            </a:r>
            <a:br>
              <a:rPr lang="en-US" sz="2000" dirty="0"/>
            </a:br>
            <a:r>
              <a:rPr lang="en-US" sz="2000" dirty="0"/>
              <a:t>  </a:t>
            </a:r>
            <a:r>
              <a:rPr lang="en-US" sz="2000" dirty="0" err="1"/>
              <a:t>my_mood</a:t>
            </a:r>
            <a:r>
              <a:rPr lang="en-US" sz="2000" dirty="0"/>
              <a:t>: happy </a:t>
            </a:r>
          </a:p>
          <a:p>
            <a:pPr marL="0" indent="0">
              <a:buNone/>
            </a:pPr>
            <a:r>
              <a:rPr lang="en-US" sz="2000" dirty="0"/>
              <a:t>tasks:</a:t>
            </a:r>
            <a:br>
              <a:rPr lang="en-US" sz="2000" dirty="0"/>
            </a:br>
            <a:r>
              <a:rPr lang="en-US" sz="2000" dirty="0"/>
              <a:t> - name: conditional task, based on </a:t>
            </a:r>
            <a:r>
              <a:rPr lang="en-US" sz="2000" dirty="0" err="1"/>
              <a:t>my_mood</a:t>
            </a:r>
            <a:r>
              <a:rPr lang="en-US" sz="2000" dirty="0"/>
              <a:t> var </a:t>
            </a:r>
          </a:p>
          <a:p>
            <a:pPr marL="0" indent="0">
              <a:buNone/>
            </a:pPr>
            <a:r>
              <a:rPr lang="en-US" sz="2000" dirty="0"/>
              <a:t>  debug: </a:t>
            </a:r>
            <a:br>
              <a:rPr lang="en-US" sz="2000" dirty="0"/>
            </a:br>
            <a:r>
              <a:rPr lang="en-US" sz="2000" dirty="0"/>
              <a:t>     msg: "Come talk to me. I am {{ </a:t>
            </a:r>
            <a:r>
              <a:rPr lang="en-US" sz="2000" dirty="0" err="1"/>
              <a:t>my_mood</a:t>
            </a:r>
            <a:r>
              <a:rPr lang="en-US" sz="2000" dirty="0"/>
              <a:t> }}!" </a:t>
            </a:r>
            <a:br>
              <a:rPr lang="en-US" sz="2000" dirty="0"/>
            </a:br>
            <a:r>
              <a:rPr lang="en-US" sz="2000" dirty="0"/>
              <a:t>   when: </a:t>
            </a:r>
            <a:r>
              <a:rPr lang="en-US" sz="2000" dirty="0" err="1"/>
              <a:t>my_mood</a:t>
            </a:r>
            <a:r>
              <a:rPr lang="en-US" sz="2000" dirty="0"/>
              <a:t> == happy </a:t>
            </a:r>
          </a:p>
          <a:p>
            <a:pPr marL="0" indent="0">
              <a:buNone/>
            </a:pPr>
            <a:r>
              <a:rPr lang="en-US" sz="2000" dirty="0"/>
              <a:t>  debug: </a:t>
            </a:r>
            <a:br>
              <a:rPr lang="en-US" sz="2000" dirty="0"/>
            </a:br>
            <a:r>
              <a:rPr lang="en-US" sz="2000" dirty="0"/>
              <a:t>    msg: "Feel free to interact. I am {{ </a:t>
            </a:r>
            <a:r>
              <a:rPr lang="en-US" sz="2000" dirty="0" err="1"/>
              <a:t>my_mood</a:t>
            </a:r>
            <a:r>
              <a:rPr lang="en-US" sz="2000" dirty="0"/>
              <a:t> }}" </a:t>
            </a:r>
            <a:br>
              <a:rPr lang="en-US" sz="2000" dirty="0"/>
            </a:br>
            <a:r>
              <a:rPr lang="en-US" sz="2000" dirty="0"/>
              <a:t>  when: </a:t>
            </a:r>
            <a:r>
              <a:rPr lang="en-US" sz="2000" dirty="0" err="1"/>
              <a:t>my_mood</a:t>
            </a:r>
            <a:r>
              <a:rPr lang="en-US" sz="2000" dirty="0"/>
              <a:t> != grumpy</a:t>
            </a:r>
            <a:endParaRPr lang="en-US" sz="2000" dirty="0">
              <a:solidFill>
                <a:schemeClr val="accent5"/>
              </a:solidFill>
              <a:latin typeface="Consolas" panose="020B0609020204030204" pitchFamily="49" charset="0"/>
              <a:cs typeface="Consolas" panose="020B0609020204030204" pitchFamily="49" charset="0"/>
            </a:endParaRPr>
          </a:p>
        </p:txBody>
      </p:sp>
      <p:sp>
        <p:nvSpPr>
          <p:cNvPr id="3" name="Rectangle 2">
            <a:extLst>
              <a:ext uri="{FF2B5EF4-FFF2-40B4-BE49-F238E27FC236}">
                <a16:creationId xmlns:a16="http://schemas.microsoft.com/office/drawing/2014/main" id="{4784B028-456F-FB43-BE4B-2B5EE788024F}"/>
              </a:ext>
            </a:extLst>
          </p:cNvPr>
          <p:cNvSpPr/>
          <p:nvPr/>
        </p:nvSpPr>
        <p:spPr>
          <a:xfrm>
            <a:off x="294490" y="4648200"/>
            <a:ext cx="11630178" cy="76200"/>
          </a:xfrm>
          <a:prstGeom prst="rect">
            <a:avLst/>
          </a:prstGeom>
          <a:solidFill>
            <a:srgbClr val="05254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5000"/>
              </a:lnSpc>
            </a:pPr>
            <a:endParaRPr lang="en-US" dirty="0" err="1"/>
          </a:p>
        </p:txBody>
      </p:sp>
      <p:sp>
        <p:nvSpPr>
          <p:cNvPr id="8" name="TextBox 7">
            <a:extLst>
              <a:ext uri="{FF2B5EF4-FFF2-40B4-BE49-F238E27FC236}">
                <a16:creationId xmlns:a16="http://schemas.microsoft.com/office/drawing/2014/main" id="{716AC407-7FEB-974D-B351-E9E65D99E24A}"/>
              </a:ext>
            </a:extLst>
          </p:cNvPr>
          <p:cNvSpPr txBox="1"/>
          <p:nvPr/>
        </p:nvSpPr>
        <p:spPr>
          <a:xfrm>
            <a:off x="6858000" y="4419600"/>
            <a:ext cx="1905000" cy="443198"/>
          </a:xfrm>
          <a:prstGeom prst="rect">
            <a:avLst/>
          </a:prstGeom>
        </p:spPr>
        <p:txBody>
          <a:bodyPr vert="horz" wrap="squar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2400" b="0" i="0" u="none" strike="noStrike" kern="1200" cap="none" spc="0" normalizeH="0" baseline="0" noProof="0" dirty="0">
                <a:ln>
                  <a:noFill/>
                </a:ln>
                <a:solidFill>
                  <a:schemeClr val="bg1"/>
                </a:solidFill>
                <a:effectLst/>
                <a:uLnTx/>
                <a:uFillTx/>
                <a:latin typeface="+mn-lt"/>
              </a:rPr>
              <a:t>Alternatively</a:t>
            </a:r>
          </a:p>
        </p:txBody>
      </p:sp>
    </p:spTree>
    <p:extLst>
      <p:ext uri="{BB962C8B-B14F-4D97-AF65-F5344CB8AC3E}">
        <p14:creationId xmlns:p14="http://schemas.microsoft.com/office/powerpoint/2010/main" val="4115597864"/>
      </p:ext>
    </p:extLst>
  </p:cSld>
  <p:clrMapOvr>
    <a:masterClrMapping/>
  </p:clrMapOvr>
  <p:transition spd="med">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Handlers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What to run when something runs</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Content Placeholder 6">
            <a:extLst>
              <a:ext uri="{FF2B5EF4-FFF2-40B4-BE49-F238E27FC236}">
                <a16:creationId xmlns:a16="http://schemas.microsoft.com/office/drawing/2014/main" id="{409CF074-C267-3447-A6D5-335E653751C6}"/>
              </a:ext>
            </a:extLst>
          </p:cNvPr>
          <p:cNvSpPr>
            <a:spLocks noGrp="1"/>
          </p:cNvSpPr>
          <p:nvPr>
            <p:ph sz="quarter" idx="14"/>
          </p:nvPr>
        </p:nvSpPr>
        <p:spPr>
          <a:xfrm>
            <a:off x="294490" y="1665288"/>
            <a:ext cx="11618110" cy="4479925"/>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indent="0">
              <a:buNone/>
            </a:pPr>
            <a:r>
              <a:rPr lang="en-US" sz="2000" dirty="0"/>
              <a:t>tasks: </a:t>
            </a:r>
            <a:br>
              <a:rPr lang="en-US" sz="2000" dirty="0"/>
            </a:br>
            <a:r>
              <a:rPr lang="en-US" sz="2000" dirty="0"/>
              <a:t>- name: Ensure httpd package is present </a:t>
            </a:r>
            <a:br>
              <a:rPr lang="en-US" sz="2000" dirty="0"/>
            </a:br>
            <a:r>
              <a:rPr lang="en-US" sz="2000" dirty="0"/>
              <a:t>  yum: </a:t>
            </a:r>
            <a:br>
              <a:rPr lang="en-US" sz="2000" dirty="0"/>
            </a:br>
            <a:r>
              <a:rPr lang="en-US" sz="2000" dirty="0"/>
              <a:t>    name: httpd </a:t>
            </a:r>
            <a:br>
              <a:rPr lang="en-US" sz="2000" dirty="0"/>
            </a:br>
            <a:r>
              <a:rPr lang="en-US" sz="2000" dirty="0"/>
              <a:t>    state: latest </a:t>
            </a:r>
            <a:br>
              <a:rPr lang="en-US" sz="2000" dirty="0"/>
            </a:br>
            <a:r>
              <a:rPr lang="en-US" sz="2000" dirty="0"/>
              <a:t>  notify: </a:t>
            </a:r>
            <a:r>
              <a:rPr lang="en-US" sz="2000" dirty="0" err="1">
                <a:solidFill>
                  <a:schemeClr val="accent2"/>
                </a:solidFill>
              </a:rPr>
              <a:t>restart_httpd</a:t>
            </a:r>
            <a:r>
              <a:rPr lang="en-US" sz="2000" dirty="0">
                <a:solidFill>
                  <a:schemeClr val="accent2"/>
                </a:solidFill>
              </a:rPr>
              <a:t> </a:t>
            </a:r>
          </a:p>
          <a:p>
            <a:pPr marL="0" indent="0">
              <a:buNone/>
            </a:pPr>
            <a:r>
              <a:rPr lang="en-US" sz="2000" dirty="0"/>
              <a:t>  handlers: </a:t>
            </a:r>
            <a:br>
              <a:rPr lang="en-US" sz="2000" dirty="0"/>
            </a:br>
            <a:r>
              <a:rPr lang="en-US" sz="2000" dirty="0"/>
              <a:t>  - name: </a:t>
            </a:r>
            <a:r>
              <a:rPr lang="en-US" sz="2000" dirty="0" err="1">
                <a:solidFill>
                  <a:schemeClr val="accent2"/>
                </a:solidFill>
              </a:rPr>
              <a:t>restart_httpd</a:t>
            </a:r>
            <a:r>
              <a:rPr lang="en-US" sz="2000" dirty="0">
                <a:solidFill>
                  <a:schemeClr val="accent2"/>
                </a:solidFill>
              </a:rPr>
              <a:t> </a:t>
            </a:r>
            <a:br>
              <a:rPr lang="en-US" sz="2000" dirty="0"/>
            </a:br>
            <a:r>
              <a:rPr lang="en-US" sz="2000" dirty="0"/>
              <a:t>    service: </a:t>
            </a:r>
            <a:br>
              <a:rPr lang="en-US" sz="2000" dirty="0"/>
            </a:br>
            <a:r>
              <a:rPr lang="en-US" sz="2000" dirty="0"/>
              <a:t>      name: httpd </a:t>
            </a:r>
            <a:br>
              <a:rPr lang="en-US" sz="2000" dirty="0"/>
            </a:br>
            <a:r>
              <a:rPr lang="en-US" sz="2000" dirty="0"/>
              <a:t>      state: restart </a:t>
            </a:r>
            <a:br>
              <a:rPr lang="en-US" sz="2000" dirty="0"/>
            </a:br>
            <a:r>
              <a:rPr lang="en-US" sz="2000" dirty="0"/>
              <a:t>    when: </a:t>
            </a:r>
            <a:r>
              <a:rPr lang="en-US" sz="2000" dirty="0" err="1"/>
              <a:t>httpd_results.changed</a:t>
            </a:r>
            <a:endParaRPr lang="en-US" sz="2000" dirty="0">
              <a:solidFill>
                <a:schemeClr val="accent5"/>
              </a:solidFill>
              <a:latin typeface="Consolas" panose="020B0609020204030204" pitchFamily="49" charset="0"/>
              <a:cs typeface="Consolas" panose="020B0609020204030204" pitchFamily="49" charset="0"/>
            </a:endParaRPr>
          </a:p>
        </p:txBody>
      </p:sp>
      <p:cxnSp>
        <p:nvCxnSpPr>
          <p:cNvPr id="10" name="Straight Arrow Connector 9">
            <a:extLst>
              <a:ext uri="{FF2B5EF4-FFF2-40B4-BE49-F238E27FC236}">
                <a16:creationId xmlns:a16="http://schemas.microsoft.com/office/drawing/2014/main" id="{D5575D1B-4EB4-5846-9DF7-4A5CC66428AD}"/>
              </a:ext>
            </a:extLst>
          </p:cNvPr>
          <p:cNvCxnSpPr/>
          <p:nvPr/>
        </p:nvCxnSpPr>
        <p:spPr>
          <a:xfrm flipH="1" flipV="1">
            <a:off x="3276600" y="3657600"/>
            <a:ext cx="2362200" cy="152400"/>
          </a:xfrm>
          <a:prstGeom prst="straightConnector1">
            <a:avLst/>
          </a:prstGeom>
          <a:ln w="50800">
            <a:solidFill>
              <a:schemeClr val="accent5">
                <a:alpha val="96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BB6B182-42C8-9942-87DD-5C7B99AA44C9}"/>
              </a:ext>
            </a:extLst>
          </p:cNvPr>
          <p:cNvCxnSpPr/>
          <p:nvPr/>
        </p:nvCxnSpPr>
        <p:spPr>
          <a:xfrm flipH="1">
            <a:off x="3352800" y="3810000"/>
            <a:ext cx="2286000" cy="685800"/>
          </a:xfrm>
          <a:prstGeom prst="straightConnector1">
            <a:avLst/>
          </a:prstGeom>
          <a:ln w="50800">
            <a:solidFill>
              <a:schemeClr val="accent5">
                <a:alpha val="96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0421917"/>
      </p:ext>
    </p:extLst>
  </p:cSld>
  <p:clrMapOvr>
    <a:masterClrMapping/>
  </p:clrMapOvr>
  <p:transition spd="med">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Loops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Don’t Do This</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Content Placeholder 6">
            <a:extLst>
              <a:ext uri="{FF2B5EF4-FFF2-40B4-BE49-F238E27FC236}">
                <a16:creationId xmlns:a16="http://schemas.microsoft.com/office/drawing/2014/main" id="{409CF074-C267-3447-A6D5-335E653751C6}"/>
              </a:ext>
            </a:extLst>
          </p:cNvPr>
          <p:cNvSpPr>
            <a:spLocks noGrp="1"/>
          </p:cNvSpPr>
          <p:nvPr>
            <p:ph sz="quarter" idx="14"/>
          </p:nvPr>
        </p:nvSpPr>
        <p:spPr>
          <a:xfrm>
            <a:off x="294490" y="1665288"/>
            <a:ext cx="11618110" cy="4479925"/>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buFontTx/>
              <a:buChar char="-"/>
            </a:pPr>
            <a:r>
              <a:rPr lang="en-US" sz="2000" dirty="0">
                <a:solidFill>
                  <a:schemeClr val="bg1"/>
                </a:solidFill>
                <a:latin typeface="Consolas" panose="020B0609020204030204" pitchFamily="49" charset="0"/>
                <a:cs typeface="Consolas" panose="020B0609020204030204" pitchFamily="49" charset="0"/>
              </a:rPr>
              <a:t>yum:</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name: httpd</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state: latest</a:t>
            </a:r>
          </a:p>
          <a:p>
            <a:pPr>
              <a:buFontTx/>
              <a:buChar char="-"/>
            </a:pPr>
            <a:r>
              <a:rPr lang="en-US" sz="2000" dirty="0">
                <a:solidFill>
                  <a:schemeClr val="bg1"/>
                </a:solidFill>
                <a:latin typeface="Consolas" panose="020B0609020204030204" pitchFamily="49" charset="0"/>
                <a:cs typeface="Consolas" panose="020B0609020204030204" pitchFamily="49" charset="0"/>
              </a:rPr>
              <a:t>yum:</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name: httpd-tools</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state: latest</a:t>
            </a:r>
          </a:p>
          <a:p>
            <a:pPr>
              <a:buFontTx/>
              <a:buChar char="-"/>
            </a:pPr>
            <a:r>
              <a:rPr lang="en-US" sz="2000" dirty="0">
                <a:solidFill>
                  <a:schemeClr val="bg1"/>
                </a:solidFill>
                <a:latin typeface="Consolas" panose="020B0609020204030204" pitchFamily="49" charset="0"/>
                <a:cs typeface="Consolas" panose="020B0609020204030204" pitchFamily="49" charset="0"/>
              </a:rPr>
              <a:t>yum:</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name: </a:t>
            </a:r>
            <a:r>
              <a:rPr lang="en-US" sz="2000" dirty="0" err="1">
                <a:solidFill>
                  <a:schemeClr val="bg1"/>
                </a:solidFill>
                <a:latin typeface="Consolas" panose="020B0609020204030204" pitchFamily="49" charset="0"/>
                <a:cs typeface="Consolas" panose="020B0609020204030204" pitchFamily="49" charset="0"/>
              </a:rPr>
              <a:t>mysql</a:t>
            </a:r>
            <a:r>
              <a:rPr lang="en-US" sz="2000" dirty="0">
                <a:solidFill>
                  <a:schemeClr val="bg1"/>
                </a:solidFill>
                <a:latin typeface="Consolas" panose="020B0609020204030204" pitchFamily="49" charset="0"/>
                <a:cs typeface="Consolas" panose="020B0609020204030204" pitchFamily="49" charset="0"/>
              </a:rPr>
              <a:t>-server</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state: latest</a:t>
            </a:r>
          </a:p>
          <a:p>
            <a:pPr>
              <a:buFontTx/>
              <a:buChar char="-"/>
            </a:pPr>
            <a:r>
              <a:rPr lang="en-US" sz="2000" dirty="0">
                <a:solidFill>
                  <a:schemeClr val="bg1"/>
                </a:solidFill>
                <a:latin typeface="Consolas" panose="020B0609020204030204" pitchFamily="49" charset="0"/>
                <a:cs typeface="Consolas" panose="020B0609020204030204" pitchFamily="49" charset="0"/>
              </a:rPr>
              <a:t>yum:</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name: php56-mysql</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state: latest</a:t>
            </a:r>
          </a:p>
        </p:txBody>
      </p:sp>
      <p:sp>
        <p:nvSpPr>
          <p:cNvPr id="8" name="&quot;No&quot; Symbol 7">
            <a:extLst>
              <a:ext uri="{FF2B5EF4-FFF2-40B4-BE49-F238E27FC236}">
                <a16:creationId xmlns:a16="http://schemas.microsoft.com/office/drawing/2014/main" id="{CD2E62BC-625F-6046-B845-628E197DC314}"/>
              </a:ext>
            </a:extLst>
          </p:cNvPr>
          <p:cNvSpPr/>
          <p:nvPr/>
        </p:nvSpPr>
        <p:spPr>
          <a:xfrm>
            <a:off x="6172200" y="2133600"/>
            <a:ext cx="3581400" cy="3581400"/>
          </a:xfrm>
          <a:prstGeom prst="noSmoking">
            <a:avLst/>
          </a:pr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5000"/>
              </a:lnSpc>
            </a:pPr>
            <a:endParaRPr lang="en-US" dirty="0" err="1">
              <a:solidFill>
                <a:schemeClr val="tx1"/>
              </a:solidFill>
            </a:endParaRPr>
          </a:p>
        </p:txBody>
      </p:sp>
    </p:spTree>
    <p:extLst>
      <p:ext uri="{BB962C8B-B14F-4D97-AF65-F5344CB8AC3E}">
        <p14:creationId xmlns:p14="http://schemas.microsoft.com/office/powerpoint/2010/main" val="4038310874"/>
      </p:ext>
    </p:extLst>
  </p:cSld>
  <p:clrMapOvr>
    <a:masterClrMapping/>
  </p:clrMapOvr>
  <p:transition spd="med">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Loops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This is better, check if a list is accepted</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Content Placeholder 6">
            <a:extLst>
              <a:ext uri="{FF2B5EF4-FFF2-40B4-BE49-F238E27FC236}">
                <a16:creationId xmlns:a16="http://schemas.microsoft.com/office/drawing/2014/main" id="{409CF074-C267-3447-A6D5-335E653751C6}"/>
              </a:ext>
            </a:extLst>
          </p:cNvPr>
          <p:cNvSpPr>
            <a:spLocks noGrp="1"/>
          </p:cNvSpPr>
          <p:nvPr>
            <p:ph sz="quarter" idx="14"/>
          </p:nvPr>
        </p:nvSpPr>
        <p:spPr>
          <a:xfrm>
            <a:off x="294490" y="1665288"/>
            <a:ext cx="11618110" cy="4479925"/>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buFontTx/>
              <a:buChar char="-"/>
            </a:pPr>
            <a:r>
              <a:rPr lang="en-US" sz="2000" dirty="0">
                <a:solidFill>
                  <a:schemeClr val="bg1"/>
                </a:solidFill>
                <a:latin typeface="Consolas" panose="020B0609020204030204" pitchFamily="49" charset="0"/>
                <a:cs typeface="Consolas" panose="020B0609020204030204" pitchFamily="49" charset="0"/>
              </a:rPr>
              <a:t>name: ensure a list of packages are installed</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yum:</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name: “{{ packages }}”</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state: latest</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vars:</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packages:</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 httpd</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 httpd-tools</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 </a:t>
            </a:r>
            <a:r>
              <a:rPr lang="en-US" sz="2000" dirty="0" err="1">
                <a:solidFill>
                  <a:schemeClr val="bg1"/>
                </a:solidFill>
                <a:latin typeface="Consolas" panose="020B0609020204030204" pitchFamily="49" charset="0"/>
                <a:cs typeface="Consolas" panose="020B0609020204030204" pitchFamily="49" charset="0"/>
              </a:rPr>
              <a:t>mysql</a:t>
            </a:r>
            <a:r>
              <a:rPr lang="en-US" sz="2000" dirty="0">
                <a:solidFill>
                  <a:schemeClr val="bg1"/>
                </a:solidFill>
                <a:latin typeface="Consolas" panose="020B0609020204030204" pitchFamily="49" charset="0"/>
                <a:cs typeface="Consolas" panose="020B0609020204030204" pitchFamily="49" charset="0"/>
              </a:rPr>
              <a:t>-server</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 php56-mysqlnd</a:t>
            </a:r>
          </a:p>
        </p:txBody>
      </p:sp>
    </p:spTree>
    <p:extLst>
      <p:ext uri="{BB962C8B-B14F-4D97-AF65-F5344CB8AC3E}">
        <p14:creationId xmlns:p14="http://schemas.microsoft.com/office/powerpoint/2010/main" val="2028247303"/>
      </p:ext>
    </p:extLst>
  </p:cSld>
  <p:clrMapOvr>
    <a:masterClrMapping/>
  </p:clrMapOvr>
  <p:transition spd="med">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Loops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Real loop</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Content Placeholder 6">
            <a:extLst>
              <a:ext uri="{FF2B5EF4-FFF2-40B4-BE49-F238E27FC236}">
                <a16:creationId xmlns:a16="http://schemas.microsoft.com/office/drawing/2014/main" id="{409CF074-C267-3447-A6D5-335E653751C6}"/>
              </a:ext>
            </a:extLst>
          </p:cNvPr>
          <p:cNvSpPr>
            <a:spLocks noGrp="1"/>
          </p:cNvSpPr>
          <p:nvPr>
            <p:ph sz="quarter" idx="14"/>
          </p:nvPr>
        </p:nvSpPr>
        <p:spPr>
          <a:xfrm>
            <a:off x="294490" y="1665288"/>
            <a:ext cx="11618110" cy="4479925"/>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buFontTx/>
              <a:buChar char="-"/>
            </a:pPr>
            <a:r>
              <a:rPr lang="en-US" sz="2000" dirty="0">
                <a:solidFill>
                  <a:schemeClr val="bg1"/>
                </a:solidFill>
                <a:latin typeface="Consolas" panose="020B0609020204030204" pitchFamily="49" charset="0"/>
                <a:cs typeface="Consolas" panose="020B0609020204030204" pitchFamily="49" charset="0"/>
              </a:rPr>
              <a:t>name: ensure a list of packages are installed</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yum:</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name: “{{ package }}”</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state: latest</a:t>
            </a:r>
          </a:p>
          <a:p>
            <a:pPr marL="0" indent="0">
              <a:buNone/>
            </a:pPr>
            <a:r>
              <a:rPr lang="en-US" sz="2000" dirty="0">
                <a:solidFill>
                  <a:schemeClr val="bg1"/>
                </a:solidFill>
                <a:latin typeface="Consolas" panose="020B0609020204030204" pitchFamily="49" charset="0"/>
                <a:cs typeface="Consolas" panose="020B0609020204030204" pitchFamily="49" charset="0"/>
              </a:rPr>
              <a:t>  </a:t>
            </a:r>
            <a:r>
              <a:rPr lang="en-US" sz="2000" dirty="0" err="1">
                <a:solidFill>
                  <a:schemeClr val="bg1"/>
                </a:solidFill>
                <a:latin typeface="Consolas" panose="020B0609020204030204" pitchFamily="49" charset="0"/>
                <a:cs typeface="Consolas" panose="020B0609020204030204" pitchFamily="49" charset="0"/>
              </a:rPr>
              <a:t>loop_control</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a:t>
            </a:r>
            <a:r>
              <a:rPr lang="en-US" sz="2000" dirty="0" err="1">
                <a:solidFill>
                  <a:schemeClr val="bg1"/>
                </a:solidFill>
                <a:latin typeface="Consolas" panose="020B0609020204030204" pitchFamily="49" charset="0"/>
                <a:cs typeface="Consolas" panose="020B0609020204030204" pitchFamily="49" charset="0"/>
              </a:rPr>
              <a:t>loop_var</a:t>
            </a:r>
            <a:r>
              <a:rPr lang="en-US" sz="2000" dirty="0">
                <a:solidFill>
                  <a:schemeClr val="bg1"/>
                </a:solidFill>
                <a:latin typeface="Consolas" panose="020B0609020204030204" pitchFamily="49" charset="0"/>
                <a:cs typeface="Consolas" panose="020B0609020204030204" pitchFamily="49" charset="0"/>
              </a:rPr>
              <a:t>: package (defaults to “item”)</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label: “Installing {{ package }}”</a:t>
            </a:r>
          </a:p>
          <a:p>
            <a:pPr marL="0" indent="0">
              <a:buNone/>
            </a:pPr>
            <a:r>
              <a:rPr lang="en-US" sz="2000" dirty="0">
                <a:solidFill>
                  <a:schemeClr val="bg1"/>
                </a:solidFill>
                <a:latin typeface="Consolas" panose="020B0609020204030204" pitchFamily="49" charset="0"/>
                <a:cs typeface="Consolas" panose="020B0609020204030204" pitchFamily="49" charset="0"/>
              </a:rPr>
              <a:t>  loop:</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 httpd</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 httpd-tools</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 </a:t>
            </a:r>
            <a:r>
              <a:rPr lang="en-US" sz="2000" dirty="0" err="1">
                <a:solidFill>
                  <a:schemeClr val="bg1"/>
                </a:solidFill>
                <a:latin typeface="Consolas" panose="020B0609020204030204" pitchFamily="49" charset="0"/>
                <a:cs typeface="Consolas" panose="020B0609020204030204" pitchFamily="49" charset="0"/>
              </a:rPr>
              <a:t>mysql</a:t>
            </a:r>
            <a:r>
              <a:rPr lang="en-US" sz="2000" dirty="0">
                <a:solidFill>
                  <a:schemeClr val="bg1"/>
                </a:solidFill>
                <a:latin typeface="Consolas" panose="020B0609020204030204" pitchFamily="49" charset="0"/>
                <a:cs typeface="Consolas" panose="020B0609020204030204" pitchFamily="49" charset="0"/>
              </a:rPr>
              <a:t>-server</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 php56-mysqlnd</a:t>
            </a:r>
          </a:p>
        </p:txBody>
      </p:sp>
    </p:spTree>
    <p:extLst>
      <p:ext uri="{BB962C8B-B14F-4D97-AF65-F5344CB8AC3E}">
        <p14:creationId xmlns:p14="http://schemas.microsoft.com/office/powerpoint/2010/main" val="693434329"/>
      </p:ext>
    </p:extLst>
  </p:cSld>
  <p:clrMapOvr>
    <a:masterClrMapping/>
  </p:clrMapOvr>
  <p:transition spd="med">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Loops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Use list of dictionaries</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Content Placeholder 6">
            <a:extLst>
              <a:ext uri="{FF2B5EF4-FFF2-40B4-BE49-F238E27FC236}">
                <a16:creationId xmlns:a16="http://schemas.microsoft.com/office/drawing/2014/main" id="{409CF074-C267-3447-A6D5-335E653751C6}"/>
              </a:ext>
            </a:extLst>
          </p:cNvPr>
          <p:cNvSpPr>
            <a:spLocks noGrp="1"/>
          </p:cNvSpPr>
          <p:nvPr>
            <p:ph sz="quarter" idx="14"/>
          </p:nvPr>
        </p:nvSpPr>
        <p:spPr>
          <a:xfrm>
            <a:off x="294490" y="1665288"/>
            <a:ext cx="11618110" cy="4479925"/>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buFontTx/>
              <a:buChar char="-"/>
            </a:pPr>
            <a:r>
              <a:rPr lang="en-US" sz="2000" dirty="0">
                <a:solidFill>
                  <a:schemeClr val="bg1"/>
                </a:solidFill>
                <a:latin typeface="Consolas" panose="020B0609020204030204" pitchFamily="49" charset="0"/>
                <a:cs typeface="Consolas" panose="020B0609020204030204" pitchFamily="49" charset="0"/>
              </a:rPr>
              <a:t>name: ensure a list of packages are installed</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yum:</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name: “{{ package.name }}”</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state: latest</a:t>
            </a:r>
          </a:p>
          <a:p>
            <a:pPr marL="0" indent="0">
              <a:buNone/>
            </a:pPr>
            <a:r>
              <a:rPr lang="en-US" sz="2000" dirty="0">
                <a:solidFill>
                  <a:schemeClr val="bg1"/>
                </a:solidFill>
                <a:latin typeface="Consolas" panose="020B0609020204030204" pitchFamily="49" charset="0"/>
                <a:cs typeface="Consolas" panose="020B0609020204030204" pitchFamily="49" charset="0"/>
              </a:rPr>
              <a:t>  </a:t>
            </a:r>
            <a:r>
              <a:rPr lang="en-US" sz="2000" dirty="0" err="1">
                <a:solidFill>
                  <a:schemeClr val="bg1"/>
                </a:solidFill>
                <a:latin typeface="Consolas" panose="020B0609020204030204" pitchFamily="49" charset="0"/>
                <a:cs typeface="Consolas" panose="020B0609020204030204" pitchFamily="49" charset="0"/>
              </a:rPr>
              <a:t>loop_control</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a:t>
            </a:r>
            <a:r>
              <a:rPr lang="en-US" sz="2000" dirty="0" err="1">
                <a:solidFill>
                  <a:schemeClr val="bg1"/>
                </a:solidFill>
                <a:latin typeface="Consolas" panose="020B0609020204030204" pitchFamily="49" charset="0"/>
                <a:cs typeface="Consolas" panose="020B0609020204030204" pitchFamily="49" charset="0"/>
              </a:rPr>
              <a:t>loop_var</a:t>
            </a:r>
            <a:r>
              <a:rPr lang="en-US" sz="2000" dirty="0">
                <a:solidFill>
                  <a:schemeClr val="bg1"/>
                </a:solidFill>
                <a:latin typeface="Consolas" panose="020B0609020204030204" pitchFamily="49" charset="0"/>
                <a:cs typeface="Consolas" panose="020B0609020204030204" pitchFamily="49" charset="0"/>
              </a:rPr>
              <a:t>: package</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label: “Installing {{ </a:t>
            </a:r>
            <a:r>
              <a:rPr lang="en-US" sz="2000" dirty="0" err="1">
                <a:solidFill>
                  <a:schemeClr val="bg1"/>
                </a:solidFill>
                <a:latin typeface="Consolas" panose="020B0609020204030204" pitchFamily="49" charset="0"/>
                <a:cs typeface="Consolas" panose="020B0609020204030204" pitchFamily="49" charset="0"/>
              </a:rPr>
              <a:t>package.description</a:t>
            </a:r>
            <a:r>
              <a:rPr lang="en-US" sz="2000" dirty="0">
                <a:solidFill>
                  <a:schemeClr val="bg1"/>
                </a:solidFill>
                <a:latin typeface="Consolas" panose="020B0609020204030204" pitchFamily="49" charset="0"/>
                <a:cs typeface="Consolas" panose="020B0609020204030204" pitchFamily="49" charset="0"/>
              </a:rPr>
              <a:t> }}”</a:t>
            </a:r>
          </a:p>
          <a:p>
            <a:pPr marL="0" indent="0">
              <a:buNone/>
            </a:pPr>
            <a:r>
              <a:rPr lang="en-US" sz="2000" dirty="0">
                <a:solidFill>
                  <a:schemeClr val="bg1"/>
                </a:solidFill>
                <a:latin typeface="Consolas" panose="020B0609020204030204" pitchFamily="49" charset="0"/>
                <a:cs typeface="Consolas" panose="020B0609020204030204" pitchFamily="49" charset="0"/>
              </a:rPr>
              <a:t>  loop:</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 name: httpd</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description: Webserver daemon</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 name: </a:t>
            </a:r>
            <a:r>
              <a:rPr lang="en-US" sz="2000" dirty="0" err="1">
                <a:solidFill>
                  <a:schemeClr val="bg1"/>
                </a:solidFill>
                <a:latin typeface="Consolas" panose="020B0609020204030204" pitchFamily="49" charset="0"/>
                <a:cs typeface="Consolas" panose="020B0609020204030204" pitchFamily="49" charset="0"/>
              </a:rPr>
              <a:t>mysql</a:t>
            </a:r>
            <a:r>
              <a:rPr lang="en-US" sz="2000" dirty="0">
                <a:solidFill>
                  <a:schemeClr val="bg1"/>
                </a:solidFill>
                <a:latin typeface="Consolas" panose="020B0609020204030204" pitchFamily="49" charset="0"/>
                <a:cs typeface="Consolas" panose="020B0609020204030204" pitchFamily="49" charset="0"/>
              </a:rPr>
              <a:t>-server</a:t>
            </a:r>
            <a:br>
              <a:rPr lang="en-US" sz="2000" dirty="0">
                <a:solidFill>
                  <a:schemeClr val="bg1"/>
                </a:solidFill>
                <a:latin typeface="Consolas" panose="020B0609020204030204" pitchFamily="49" charset="0"/>
                <a:cs typeface="Consolas" panose="020B0609020204030204" pitchFamily="49" charset="0"/>
              </a:rPr>
            </a:br>
            <a:r>
              <a:rPr lang="en-US" sz="2000" dirty="0">
                <a:solidFill>
                  <a:schemeClr val="bg1"/>
                </a:solidFill>
                <a:latin typeface="Consolas" panose="020B0609020204030204" pitchFamily="49" charset="0"/>
                <a:cs typeface="Consolas" panose="020B0609020204030204" pitchFamily="49" charset="0"/>
              </a:rPr>
              <a:t>      description: </a:t>
            </a:r>
            <a:r>
              <a:rPr lang="en-US" sz="2000" dirty="0" err="1">
                <a:solidFill>
                  <a:schemeClr val="bg1"/>
                </a:solidFill>
                <a:latin typeface="Consolas" panose="020B0609020204030204" pitchFamily="49" charset="0"/>
                <a:cs typeface="Consolas" panose="020B0609020204030204" pitchFamily="49" charset="0"/>
              </a:rPr>
              <a:t>Mysql</a:t>
            </a:r>
            <a:r>
              <a:rPr lang="en-US" sz="2000" dirty="0">
                <a:solidFill>
                  <a:schemeClr val="bg1"/>
                </a:solidFill>
                <a:latin typeface="Consolas" panose="020B0609020204030204" pitchFamily="49" charset="0"/>
                <a:cs typeface="Consolas" panose="020B0609020204030204" pitchFamily="49" charset="0"/>
              </a:rPr>
              <a:t> database server</a:t>
            </a:r>
          </a:p>
        </p:txBody>
      </p:sp>
    </p:spTree>
    <p:extLst>
      <p:ext uri="{BB962C8B-B14F-4D97-AF65-F5344CB8AC3E}">
        <p14:creationId xmlns:p14="http://schemas.microsoft.com/office/powerpoint/2010/main" val="3829109558"/>
      </p:ext>
    </p:extLst>
  </p:cSld>
  <p:clrMapOvr>
    <a:masterClrMapping/>
  </p:clrMapOvr>
  <p:transition spd="med">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Templates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Advanced Playbooks</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7" name="Content Placeholder 6">
            <a:extLst>
              <a:ext uri="{FF2B5EF4-FFF2-40B4-BE49-F238E27FC236}">
                <a16:creationId xmlns:a16="http://schemas.microsoft.com/office/drawing/2014/main" id="{409CF074-C267-3447-A6D5-335E653751C6}"/>
              </a:ext>
            </a:extLst>
          </p:cNvPr>
          <p:cNvSpPr>
            <a:spLocks noGrp="1"/>
          </p:cNvSpPr>
          <p:nvPr>
            <p:ph sz="quarter" idx="14"/>
          </p:nvPr>
        </p:nvSpPr>
        <p:spPr>
          <a:xfrm>
            <a:off x="294490" y="1665289"/>
            <a:ext cx="5725310" cy="3135312"/>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buFontTx/>
              <a:buChar char="-"/>
            </a:pPr>
            <a:r>
              <a:rPr lang="en-US" sz="1400" dirty="0">
                <a:solidFill>
                  <a:schemeClr val="bg1"/>
                </a:solidFill>
                <a:latin typeface="Consolas" panose="020B0609020204030204" pitchFamily="49" charset="0"/>
                <a:cs typeface="Consolas" panose="020B0609020204030204" pitchFamily="49" charset="0"/>
              </a:rPr>
              <a:t>name: Ensure apache is installed and started</a:t>
            </a:r>
            <a:br>
              <a:rPr lang="en-US" sz="1400" dirty="0">
                <a:solidFill>
                  <a:schemeClr val="bg1"/>
                </a:solidFill>
                <a:latin typeface="Consolas" panose="020B0609020204030204" pitchFamily="49" charset="0"/>
                <a:cs typeface="Consolas" panose="020B0609020204030204" pitchFamily="49" charset="0"/>
              </a:rPr>
            </a:br>
            <a:r>
              <a:rPr lang="en-US" sz="1400" dirty="0">
                <a:solidFill>
                  <a:schemeClr val="bg1"/>
                </a:solidFill>
                <a:latin typeface="Consolas" panose="020B0609020204030204" pitchFamily="49" charset="0"/>
                <a:cs typeface="Consolas" panose="020B0609020204030204" pitchFamily="49" charset="0"/>
              </a:rPr>
              <a:t>hosts: web</a:t>
            </a:r>
            <a:br>
              <a:rPr lang="en-US" sz="1400" dirty="0">
                <a:solidFill>
                  <a:schemeClr val="bg1"/>
                </a:solidFill>
                <a:latin typeface="Consolas" panose="020B0609020204030204" pitchFamily="49" charset="0"/>
                <a:cs typeface="Consolas" panose="020B0609020204030204" pitchFamily="49" charset="0"/>
              </a:rPr>
            </a:br>
            <a:r>
              <a:rPr lang="en-US" sz="1400" dirty="0">
                <a:solidFill>
                  <a:schemeClr val="bg1"/>
                </a:solidFill>
                <a:latin typeface="Consolas" panose="020B0609020204030204" pitchFamily="49" charset="0"/>
                <a:cs typeface="Consolas" panose="020B0609020204030204" pitchFamily="49" charset="0"/>
              </a:rPr>
              <a:t>become: yes</a:t>
            </a:r>
            <a:br>
              <a:rPr lang="en-US" sz="1400" dirty="0">
                <a:solidFill>
                  <a:schemeClr val="bg1"/>
                </a:solidFill>
                <a:latin typeface="Consolas" panose="020B0609020204030204" pitchFamily="49" charset="0"/>
                <a:cs typeface="Consolas" panose="020B0609020204030204" pitchFamily="49" charset="0"/>
              </a:rPr>
            </a:br>
            <a:r>
              <a:rPr lang="en-US" sz="1400" dirty="0">
                <a:solidFill>
                  <a:schemeClr val="bg1"/>
                </a:solidFill>
                <a:latin typeface="Consolas" panose="020B0609020204030204" pitchFamily="49" charset="0"/>
                <a:cs typeface="Consolas" panose="020B0609020204030204" pitchFamily="49" charset="0"/>
              </a:rPr>
              <a:t>vars:</a:t>
            </a:r>
            <a:br>
              <a:rPr lang="en-US" sz="1400" dirty="0">
                <a:solidFill>
                  <a:schemeClr val="bg1"/>
                </a:solidFill>
                <a:latin typeface="Consolas" panose="020B0609020204030204" pitchFamily="49" charset="0"/>
                <a:cs typeface="Consolas" panose="020B0609020204030204" pitchFamily="49" charset="0"/>
              </a:rPr>
            </a:br>
            <a:r>
              <a:rPr lang="en-US" sz="1400" dirty="0">
                <a:solidFill>
                  <a:schemeClr val="bg1"/>
                </a:solidFill>
                <a:latin typeface="Consolas" panose="020B0609020204030204" pitchFamily="49" charset="0"/>
                <a:cs typeface="Consolas" panose="020B0609020204030204" pitchFamily="49" charset="0"/>
              </a:rPr>
              <a:t>  </a:t>
            </a:r>
            <a:r>
              <a:rPr lang="en-US" sz="1400" dirty="0" err="1">
                <a:solidFill>
                  <a:schemeClr val="bg1"/>
                </a:solidFill>
                <a:latin typeface="Consolas" panose="020B0609020204030204" pitchFamily="49" charset="0"/>
                <a:cs typeface="Consolas" panose="020B0609020204030204" pitchFamily="49" charset="0"/>
              </a:rPr>
              <a:t>http_port</a:t>
            </a:r>
            <a:r>
              <a:rPr lang="en-US" sz="1400" dirty="0">
                <a:solidFill>
                  <a:schemeClr val="bg1"/>
                </a:solidFill>
                <a:latin typeface="Consolas" panose="020B0609020204030204" pitchFamily="49" charset="0"/>
                <a:cs typeface="Consolas" panose="020B0609020204030204" pitchFamily="49" charset="0"/>
              </a:rPr>
              <a:t>: 80</a:t>
            </a:r>
            <a:br>
              <a:rPr lang="en-US" sz="1400" dirty="0">
                <a:solidFill>
                  <a:schemeClr val="bg1"/>
                </a:solidFill>
                <a:latin typeface="Consolas" panose="020B0609020204030204" pitchFamily="49" charset="0"/>
                <a:cs typeface="Consolas" panose="020B0609020204030204" pitchFamily="49" charset="0"/>
              </a:rPr>
            </a:br>
            <a:r>
              <a:rPr lang="en-US" sz="1400" dirty="0">
                <a:solidFill>
                  <a:schemeClr val="bg1"/>
                </a:solidFill>
                <a:latin typeface="Consolas" panose="020B0609020204030204" pitchFamily="49" charset="0"/>
                <a:cs typeface="Consolas" panose="020B0609020204030204" pitchFamily="49" charset="0"/>
              </a:rPr>
              <a:t>  </a:t>
            </a:r>
            <a:r>
              <a:rPr lang="en-US" sz="1400" dirty="0" err="1">
                <a:solidFill>
                  <a:schemeClr val="bg1"/>
                </a:solidFill>
                <a:latin typeface="Consolas" panose="020B0609020204030204" pitchFamily="49" charset="0"/>
                <a:cs typeface="Consolas" panose="020B0609020204030204" pitchFamily="49" charset="0"/>
              </a:rPr>
              <a:t>http_docroot</a:t>
            </a:r>
            <a:r>
              <a:rPr lang="en-US" sz="1400" dirty="0">
                <a:solidFill>
                  <a:schemeClr val="bg1"/>
                </a:solidFill>
                <a:latin typeface="Consolas" panose="020B0609020204030204" pitchFamily="49" charset="0"/>
                <a:cs typeface="Consolas" panose="020B0609020204030204" pitchFamily="49" charset="0"/>
              </a:rPr>
              <a:t>: /var/www/</a:t>
            </a:r>
            <a:r>
              <a:rPr lang="en-US" sz="1400" dirty="0" err="1">
                <a:solidFill>
                  <a:schemeClr val="bg1"/>
                </a:solidFill>
                <a:latin typeface="Consolas" panose="020B0609020204030204" pitchFamily="49" charset="0"/>
                <a:cs typeface="Consolas" panose="020B0609020204030204" pitchFamily="49" charset="0"/>
              </a:rPr>
              <a:t>mysite.com</a:t>
            </a:r>
            <a:endParaRPr lang="en-US" sz="1400" dirty="0">
              <a:solidFill>
                <a:schemeClr val="bg1"/>
              </a:solidFill>
              <a:latin typeface="Consolas" panose="020B0609020204030204" pitchFamily="49" charset="0"/>
              <a:cs typeface="Consolas" panose="020B0609020204030204" pitchFamily="49" charset="0"/>
            </a:endParaRPr>
          </a:p>
          <a:p>
            <a:pPr marL="0" indent="0">
              <a:buNone/>
            </a:pPr>
            <a:r>
              <a:rPr lang="en-US" sz="1400" dirty="0">
                <a:solidFill>
                  <a:schemeClr val="bg1"/>
                </a:solidFill>
                <a:latin typeface="Consolas" panose="020B0609020204030204" pitchFamily="49" charset="0"/>
                <a:cs typeface="Consolas" panose="020B0609020204030204" pitchFamily="49" charset="0"/>
              </a:rPr>
              <a:t>  tasks:</a:t>
            </a:r>
            <a:br>
              <a:rPr lang="en-US" sz="1400" dirty="0">
                <a:solidFill>
                  <a:schemeClr val="bg1"/>
                </a:solidFill>
                <a:latin typeface="Consolas" panose="020B0609020204030204" pitchFamily="49" charset="0"/>
                <a:cs typeface="Consolas" panose="020B0609020204030204" pitchFamily="49" charset="0"/>
              </a:rPr>
            </a:br>
            <a:r>
              <a:rPr lang="en-US" sz="1400" dirty="0">
                <a:solidFill>
                  <a:schemeClr val="bg1"/>
                </a:solidFill>
                <a:latin typeface="Consolas" panose="020B0609020204030204" pitchFamily="49" charset="0"/>
                <a:cs typeface="Consolas" panose="020B0609020204030204" pitchFamily="49" charset="0"/>
              </a:rPr>
              <a:t>    - name: Verify correct config file is present</a:t>
            </a:r>
            <a:br>
              <a:rPr lang="en-US" sz="1400" dirty="0">
                <a:solidFill>
                  <a:schemeClr val="bg1"/>
                </a:solidFill>
                <a:latin typeface="Consolas" panose="020B0609020204030204" pitchFamily="49" charset="0"/>
                <a:cs typeface="Consolas" panose="020B0609020204030204" pitchFamily="49" charset="0"/>
              </a:rPr>
            </a:br>
            <a:r>
              <a:rPr lang="en-US" sz="1400" dirty="0">
                <a:solidFill>
                  <a:schemeClr val="bg1"/>
                </a:solidFill>
                <a:latin typeface="Consolas" panose="020B0609020204030204" pitchFamily="49" charset="0"/>
                <a:cs typeface="Consolas" panose="020B0609020204030204" pitchFamily="49" charset="0"/>
              </a:rPr>
              <a:t>      template:</a:t>
            </a:r>
            <a:br>
              <a:rPr lang="en-US" sz="1400" dirty="0">
                <a:solidFill>
                  <a:schemeClr val="bg1"/>
                </a:solidFill>
                <a:latin typeface="Consolas" panose="020B0609020204030204" pitchFamily="49" charset="0"/>
                <a:cs typeface="Consolas" panose="020B0609020204030204" pitchFamily="49" charset="0"/>
              </a:rPr>
            </a:br>
            <a:r>
              <a:rPr lang="en-US" sz="1400" dirty="0">
                <a:solidFill>
                  <a:schemeClr val="bg1"/>
                </a:solidFill>
                <a:latin typeface="Consolas" panose="020B0609020204030204" pitchFamily="49" charset="0"/>
                <a:cs typeface="Consolas" panose="020B0609020204030204" pitchFamily="49" charset="0"/>
              </a:rPr>
              <a:t>        </a:t>
            </a:r>
            <a:r>
              <a:rPr lang="en-US" sz="1400" dirty="0" err="1">
                <a:solidFill>
                  <a:schemeClr val="bg1"/>
                </a:solidFill>
                <a:latin typeface="Consolas" panose="020B0609020204030204" pitchFamily="49" charset="0"/>
                <a:cs typeface="Consolas" panose="020B0609020204030204" pitchFamily="49" charset="0"/>
              </a:rPr>
              <a:t>src</a:t>
            </a:r>
            <a:r>
              <a:rPr lang="en-US" sz="1400" dirty="0">
                <a:solidFill>
                  <a:schemeClr val="bg1"/>
                </a:solidFill>
                <a:latin typeface="Consolas" panose="020B0609020204030204" pitchFamily="49" charset="0"/>
                <a:cs typeface="Consolas" panose="020B0609020204030204" pitchFamily="49" charset="0"/>
              </a:rPr>
              <a:t>: templates/httpd.conf.j2</a:t>
            </a:r>
            <a:br>
              <a:rPr lang="en-US" sz="1400" dirty="0">
                <a:solidFill>
                  <a:schemeClr val="bg1"/>
                </a:solidFill>
                <a:latin typeface="Consolas" panose="020B0609020204030204" pitchFamily="49" charset="0"/>
                <a:cs typeface="Consolas" panose="020B0609020204030204" pitchFamily="49" charset="0"/>
              </a:rPr>
            </a:br>
            <a:r>
              <a:rPr lang="en-US" sz="1400" dirty="0">
                <a:solidFill>
                  <a:schemeClr val="bg1"/>
                </a:solidFill>
                <a:latin typeface="Consolas" panose="020B0609020204030204" pitchFamily="49" charset="0"/>
                <a:cs typeface="Consolas" panose="020B0609020204030204" pitchFamily="49" charset="0"/>
              </a:rPr>
              <a:t>        </a:t>
            </a:r>
            <a:r>
              <a:rPr lang="en-US" sz="1400" dirty="0" err="1">
                <a:solidFill>
                  <a:schemeClr val="bg1"/>
                </a:solidFill>
                <a:latin typeface="Consolas" panose="020B0609020204030204" pitchFamily="49" charset="0"/>
                <a:cs typeface="Consolas" panose="020B0609020204030204" pitchFamily="49" charset="0"/>
              </a:rPr>
              <a:t>dest</a:t>
            </a:r>
            <a:r>
              <a:rPr lang="en-US" sz="1400" dirty="0">
                <a:solidFill>
                  <a:schemeClr val="bg1"/>
                </a:solidFill>
                <a:latin typeface="Consolas" panose="020B0609020204030204" pitchFamily="49" charset="0"/>
                <a:cs typeface="Consolas" panose="020B0609020204030204" pitchFamily="49" charset="0"/>
              </a:rPr>
              <a:t>: /</a:t>
            </a:r>
            <a:r>
              <a:rPr lang="en-US" sz="1400" dirty="0" err="1">
                <a:solidFill>
                  <a:schemeClr val="bg1"/>
                </a:solidFill>
                <a:latin typeface="Consolas" panose="020B0609020204030204" pitchFamily="49" charset="0"/>
                <a:cs typeface="Consolas" panose="020B0609020204030204" pitchFamily="49" charset="0"/>
              </a:rPr>
              <a:t>etc</a:t>
            </a:r>
            <a:r>
              <a:rPr lang="en-US" sz="1400" dirty="0">
                <a:solidFill>
                  <a:schemeClr val="bg1"/>
                </a:solidFill>
                <a:latin typeface="Consolas" panose="020B0609020204030204" pitchFamily="49" charset="0"/>
                <a:cs typeface="Consolas" panose="020B0609020204030204" pitchFamily="49" charset="0"/>
              </a:rPr>
              <a:t>/httpd/conf/</a:t>
            </a:r>
            <a:r>
              <a:rPr lang="en-US" sz="1400" dirty="0" err="1">
                <a:solidFill>
                  <a:schemeClr val="bg1"/>
                </a:solidFill>
                <a:latin typeface="Consolas" panose="020B0609020204030204" pitchFamily="49" charset="0"/>
                <a:cs typeface="Consolas" panose="020B0609020204030204" pitchFamily="49" charset="0"/>
              </a:rPr>
              <a:t>httpd.conf</a:t>
            </a:r>
            <a:endParaRPr lang="en-US" sz="1400" dirty="0">
              <a:solidFill>
                <a:schemeClr val="bg1"/>
              </a:solidFill>
              <a:latin typeface="Consolas" panose="020B0609020204030204" pitchFamily="49" charset="0"/>
              <a:cs typeface="Consolas" panose="020B0609020204030204" pitchFamily="49" charset="0"/>
            </a:endParaRPr>
          </a:p>
        </p:txBody>
      </p:sp>
      <p:sp>
        <p:nvSpPr>
          <p:cNvPr id="3" name="Rectangle 2">
            <a:extLst>
              <a:ext uri="{FF2B5EF4-FFF2-40B4-BE49-F238E27FC236}">
                <a16:creationId xmlns:a16="http://schemas.microsoft.com/office/drawing/2014/main" id="{C1D90DCF-78A8-4A4C-88B2-939ACD10AEF9}"/>
              </a:ext>
            </a:extLst>
          </p:cNvPr>
          <p:cNvSpPr/>
          <p:nvPr/>
        </p:nvSpPr>
        <p:spPr>
          <a:xfrm>
            <a:off x="4572000" y="3962400"/>
            <a:ext cx="7620000" cy="2500174"/>
          </a:xfrm>
          <a:prstGeom prst="rect">
            <a:avLst/>
          </a:prstGeom>
          <a:solidFill>
            <a:schemeClr val="tx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sz="1400" dirty="0">
                <a:latin typeface="Consolas" panose="020B0609020204030204" pitchFamily="49" charset="0"/>
                <a:cs typeface="Consolas" panose="020B0609020204030204" pitchFamily="49" charset="0"/>
              </a:rPr>
              <a:t>## Excerpt from httpd.conf.j2</a:t>
            </a:r>
          </a:p>
          <a:p>
            <a:pPr>
              <a:lnSpc>
                <a:spcPct val="95000"/>
              </a:lnSpc>
            </a:pPr>
            <a:endParaRPr lang="en-US" sz="1400" dirty="0">
              <a:latin typeface="Consolas" panose="020B0609020204030204" pitchFamily="49" charset="0"/>
              <a:cs typeface="Consolas" panose="020B0609020204030204" pitchFamily="49" charset="0"/>
            </a:endParaRPr>
          </a:p>
          <a:p>
            <a:pPr>
              <a:lnSpc>
                <a:spcPct val="95000"/>
              </a:lnSpc>
            </a:pPr>
            <a:r>
              <a:rPr lang="en-US" sz="1400" dirty="0">
                <a:latin typeface="Consolas" panose="020B0609020204030204" pitchFamily="49" charset="0"/>
                <a:cs typeface="Consolas" panose="020B0609020204030204" pitchFamily="49" charset="0"/>
              </a:rPr>
              <a:t># Change this to Listen on specific IP addresses as shown below to         # prevent Apache from glomming onto all bound IP addresses.</a:t>
            </a:r>
          </a:p>
          <a:p>
            <a:pPr>
              <a:lnSpc>
                <a:spcPct val="95000"/>
              </a:lnSpc>
            </a:pPr>
            <a:r>
              <a:rPr lang="en-US" sz="1400" dirty="0">
                <a:latin typeface="Consolas" panose="020B0609020204030204" pitchFamily="49" charset="0"/>
                <a:cs typeface="Consolas" panose="020B0609020204030204" pitchFamily="49" charset="0"/>
              </a:rPr>
              <a:t># </a:t>
            </a:r>
          </a:p>
          <a:p>
            <a:pPr>
              <a:lnSpc>
                <a:spcPct val="95000"/>
              </a:lnSpc>
            </a:pPr>
            <a:r>
              <a:rPr lang="en-US" sz="1400" dirty="0">
                <a:latin typeface="Consolas" panose="020B0609020204030204" pitchFamily="49" charset="0"/>
                <a:cs typeface="Consolas" panose="020B0609020204030204" pitchFamily="49" charset="0"/>
              </a:rPr>
              <a:t># Listen 80 ## original line</a:t>
            </a:r>
          </a:p>
          <a:p>
            <a:pPr>
              <a:lnSpc>
                <a:spcPct val="95000"/>
              </a:lnSpc>
            </a:pPr>
            <a:r>
              <a:rPr lang="en-US" sz="1400" dirty="0">
                <a:latin typeface="Consolas" panose="020B0609020204030204" pitchFamily="49" charset="0"/>
                <a:cs typeface="Consolas" panose="020B0609020204030204" pitchFamily="49" charset="0"/>
              </a:rPr>
              <a:t>Listen {{ </a:t>
            </a:r>
            <a:r>
              <a:rPr lang="en-US" sz="1400" dirty="0" err="1">
                <a:latin typeface="Consolas" panose="020B0609020204030204" pitchFamily="49" charset="0"/>
                <a:cs typeface="Consolas" panose="020B0609020204030204" pitchFamily="49" charset="0"/>
              </a:rPr>
              <a:t>http_port</a:t>
            </a:r>
            <a:r>
              <a:rPr lang="en-US" sz="1400" dirty="0">
                <a:latin typeface="Consolas" panose="020B0609020204030204" pitchFamily="49" charset="0"/>
                <a:cs typeface="Consolas" panose="020B0609020204030204" pitchFamily="49" charset="0"/>
              </a:rPr>
              <a:t> }}</a:t>
            </a:r>
          </a:p>
          <a:p>
            <a:pPr>
              <a:lnSpc>
                <a:spcPct val="95000"/>
              </a:lnSpc>
            </a:pPr>
            <a:endParaRPr lang="en-US" sz="1400" dirty="0">
              <a:latin typeface="Consolas" panose="020B0609020204030204" pitchFamily="49" charset="0"/>
              <a:cs typeface="Consolas" panose="020B0609020204030204" pitchFamily="49" charset="0"/>
            </a:endParaRPr>
          </a:p>
          <a:p>
            <a:pPr>
              <a:lnSpc>
                <a:spcPct val="95000"/>
              </a:lnSpc>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DocumentRoot</a:t>
            </a:r>
            <a:r>
              <a:rPr lang="en-US" sz="1400" dirty="0">
                <a:latin typeface="Consolas" panose="020B0609020204030204" pitchFamily="49" charset="0"/>
                <a:cs typeface="Consolas" panose="020B0609020204030204" pitchFamily="49" charset="0"/>
              </a:rPr>
              <a:t>: The directory out of which you will server your documents</a:t>
            </a:r>
          </a:p>
          <a:p>
            <a:pPr>
              <a:lnSpc>
                <a:spcPct val="95000"/>
              </a:lnSpc>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DocumentRoot</a:t>
            </a:r>
            <a:r>
              <a:rPr lang="en-US" sz="1400" dirty="0">
                <a:latin typeface="Consolas" panose="020B0609020204030204" pitchFamily="49" charset="0"/>
                <a:cs typeface="Consolas" panose="020B0609020204030204" pitchFamily="49" charset="0"/>
              </a:rPr>
              <a:t> “/var/www/html”</a:t>
            </a:r>
          </a:p>
          <a:p>
            <a:pPr>
              <a:lnSpc>
                <a:spcPct val="95000"/>
              </a:lnSpc>
            </a:pPr>
            <a:r>
              <a:rPr lang="en-US" sz="1400" dirty="0" err="1">
                <a:latin typeface="Consolas" panose="020B0609020204030204" pitchFamily="49" charset="0"/>
                <a:cs typeface="Consolas" panose="020B0609020204030204" pitchFamily="49" charset="0"/>
              </a:rPr>
              <a:t>DocumentRoot</a:t>
            </a:r>
            <a:r>
              <a:rPr lang="en-US" sz="1400" dirty="0">
                <a:latin typeface="Consolas" panose="020B0609020204030204" pitchFamily="49" charset="0"/>
                <a:cs typeface="Consolas" panose="020B0609020204030204" pitchFamily="49" charset="0"/>
              </a:rPr>
              <a:t> {{ </a:t>
            </a:r>
            <a:r>
              <a:rPr lang="en-US" sz="1400" dirty="0" err="1">
                <a:latin typeface="Consolas" panose="020B0609020204030204" pitchFamily="49" charset="0"/>
                <a:cs typeface="Consolas" panose="020B0609020204030204" pitchFamily="49" charset="0"/>
              </a:rPr>
              <a:t>http_docroot</a:t>
            </a:r>
            <a:r>
              <a:rPr lang="en-US" sz="1400" dirty="0">
                <a:latin typeface="Consolas" panose="020B0609020204030204" pitchFamily="49" charset="0"/>
                <a:cs typeface="Consolas" panose="020B0609020204030204" pitchFamily="49" charset="0"/>
              </a:rPr>
              <a:t> }}</a:t>
            </a:r>
          </a:p>
        </p:txBody>
      </p:sp>
      <p:sp>
        <p:nvSpPr>
          <p:cNvPr id="9" name="Oval 8">
            <a:extLst>
              <a:ext uri="{FF2B5EF4-FFF2-40B4-BE49-F238E27FC236}">
                <a16:creationId xmlns:a16="http://schemas.microsoft.com/office/drawing/2014/main" id="{A233FD75-0725-3B49-9C23-2E3D5F992339}"/>
              </a:ext>
            </a:extLst>
          </p:cNvPr>
          <p:cNvSpPr/>
          <p:nvPr/>
        </p:nvSpPr>
        <p:spPr>
          <a:xfrm>
            <a:off x="263031" y="2667000"/>
            <a:ext cx="5451969" cy="762000"/>
          </a:xfrm>
          <a:prstGeom prst="ellipse">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5000"/>
              </a:lnSpc>
            </a:pPr>
            <a:r>
              <a:rPr lang="en-US" dirty="0"/>
              <a:t> </a:t>
            </a:r>
          </a:p>
        </p:txBody>
      </p:sp>
      <p:sp>
        <p:nvSpPr>
          <p:cNvPr id="10" name="Rectangle 9">
            <a:extLst>
              <a:ext uri="{FF2B5EF4-FFF2-40B4-BE49-F238E27FC236}">
                <a16:creationId xmlns:a16="http://schemas.microsoft.com/office/drawing/2014/main" id="{086D211E-1D28-DE45-8202-D92941997DB7}"/>
              </a:ext>
            </a:extLst>
          </p:cNvPr>
          <p:cNvSpPr/>
          <p:nvPr/>
        </p:nvSpPr>
        <p:spPr>
          <a:xfrm>
            <a:off x="990600" y="4038600"/>
            <a:ext cx="3429000" cy="533400"/>
          </a:xfrm>
          <a:prstGeom prst="rect">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5000"/>
              </a:lnSpc>
            </a:pPr>
            <a:r>
              <a:rPr lang="en-US" dirty="0"/>
              <a:t> </a:t>
            </a:r>
          </a:p>
        </p:txBody>
      </p:sp>
      <p:cxnSp>
        <p:nvCxnSpPr>
          <p:cNvPr id="12" name="Elbow Connector 11">
            <a:extLst>
              <a:ext uri="{FF2B5EF4-FFF2-40B4-BE49-F238E27FC236}">
                <a16:creationId xmlns:a16="http://schemas.microsoft.com/office/drawing/2014/main" id="{54A9B965-A8C8-B344-9F0A-D47E0CDA1A3C}"/>
              </a:ext>
            </a:extLst>
          </p:cNvPr>
          <p:cNvCxnSpPr>
            <a:cxnSpLocks/>
            <a:stCxn id="10" idx="2"/>
            <a:endCxn id="3" idx="1"/>
          </p:cNvCxnSpPr>
          <p:nvPr/>
        </p:nvCxnSpPr>
        <p:spPr>
          <a:xfrm rot="16200000" flipH="1">
            <a:off x="3318307" y="3958793"/>
            <a:ext cx="640487" cy="1866900"/>
          </a:xfrm>
          <a:prstGeom prst="bentConnector2">
            <a:avLst/>
          </a:prstGeom>
          <a:ln w="508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7F1D072-1085-DA42-BF2B-A3578838C622}"/>
              </a:ext>
            </a:extLst>
          </p:cNvPr>
          <p:cNvCxnSpPr/>
          <p:nvPr/>
        </p:nvCxnSpPr>
        <p:spPr>
          <a:xfrm>
            <a:off x="4648200" y="5486400"/>
            <a:ext cx="220980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4E9D41B-6A9F-174F-A06E-A80C38EB5628}"/>
              </a:ext>
            </a:extLst>
          </p:cNvPr>
          <p:cNvCxnSpPr>
            <a:cxnSpLocks/>
          </p:cNvCxnSpPr>
          <p:nvPr/>
        </p:nvCxnSpPr>
        <p:spPr>
          <a:xfrm>
            <a:off x="4648200" y="6324600"/>
            <a:ext cx="312420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453ED9-AE8E-704D-9368-F34674EBEF0D}"/>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3194709397"/>
      </p:ext>
    </p:extLst>
  </p:cSld>
  <p:clrMapOvr>
    <a:masterClrMapping/>
  </p:clrMapOvr>
  <p:transition spd="med">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Roles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endParaRPr lang="en-US" dirty="0"/>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14" name="Content Placeholder 13">
            <a:extLst>
              <a:ext uri="{FF2B5EF4-FFF2-40B4-BE49-F238E27FC236}">
                <a16:creationId xmlns:a16="http://schemas.microsoft.com/office/drawing/2014/main" id="{61FF33B7-9F6A-DC43-BE6F-74D032DDFC4A}"/>
              </a:ext>
            </a:extLst>
          </p:cNvPr>
          <p:cNvSpPr>
            <a:spLocks noGrp="1"/>
          </p:cNvSpPr>
          <p:nvPr>
            <p:ph sz="quarter" idx="14"/>
          </p:nvPr>
        </p:nvSpPr>
        <p:spPr/>
        <p:txBody>
          <a:bodyPr/>
          <a:lstStyle/>
          <a:p>
            <a:r>
              <a:rPr lang="en-US" dirty="0"/>
              <a:t>Think Ansible packages</a:t>
            </a:r>
          </a:p>
          <a:p>
            <a:r>
              <a:rPr lang="en-US" sz="2400" dirty="0"/>
              <a:t>Provide Ansible with a way to load tasks, handlers, and variables from separate files</a:t>
            </a:r>
          </a:p>
          <a:p>
            <a:r>
              <a:rPr lang="en-US" sz="2400" dirty="0"/>
              <a:t>Group content, allowing easy sharing of code with others</a:t>
            </a:r>
          </a:p>
          <a:p>
            <a:r>
              <a:rPr lang="en-US" sz="2400" dirty="0"/>
              <a:t>Make larger projects more manageable</a:t>
            </a:r>
          </a:p>
          <a:p>
            <a:r>
              <a:rPr lang="en-US" sz="2400" dirty="0"/>
              <a:t>Can be developed in parallel by different administrators</a:t>
            </a:r>
          </a:p>
        </p:txBody>
      </p:sp>
    </p:spTree>
    <p:extLst>
      <p:ext uri="{BB962C8B-B14F-4D97-AF65-F5344CB8AC3E}">
        <p14:creationId xmlns:p14="http://schemas.microsoft.com/office/powerpoint/2010/main" val="478462981"/>
      </p:ext>
    </p:extLst>
  </p:cSld>
  <p:clrMapOvr>
    <a:masterClrMapping/>
  </p:clrMapOvr>
  <p:transition spd="med">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Roles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Structure</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14" name="Content Placeholder 13">
            <a:extLst>
              <a:ext uri="{FF2B5EF4-FFF2-40B4-BE49-F238E27FC236}">
                <a16:creationId xmlns:a16="http://schemas.microsoft.com/office/drawing/2014/main" id="{61FF33B7-9F6A-DC43-BE6F-74D032DDFC4A}"/>
              </a:ext>
            </a:extLst>
          </p:cNvPr>
          <p:cNvSpPr>
            <a:spLocks noGrp="1"/>
          </p:cNvSpPr>
          <p:nvPr>
            <p:ph sz="quarter" idx="14"/>
          </p:nvPr>
        </p:nvSpPr>
        <p:spPr>
          <a:xfrm>
            <a:off x="263031" y="1733552"/>
            <a:ext cx="5680569" cy="4479925"/>
          </a:xfrm>
        </p:spPr>
        <p:txBody>
          <a:bodyPr/>
          <a:lstStyle/>
          <a:p>
            <a:r>
              <a:rPr lang="en-US" dirty="0"/>
              <a:t>Defaults: default variables with lowest precedence</a:t>
            </a:r>
          </a:p>
          <a:p>
            <a:r>
              <a:rPr lang="en-US" sz="2400" dirty="0"/>
              <a:t>Handlers: contains all handlers</a:t>
            </a:r>
          </a:p>
          <a:p>
            <a:r>
              <a:rPr lang="en-US" sz="2400" dirty="0"/>
              <a:t>Meta: role metadata including dependencies to other roles</a:t>
            </a:r>
          </a:p>
          <a:p>
            <a:r>
              <a:rPr lang="en-US" sz="2400" u="sng" dirty="0"/>
              <a:t>Tasks:</a:t>
            </a:r>
            <a:r>
              <a:rPr lang="en-US" sz="2400" dirty="0"/>
              <a:t> plays or tasks</a:t>
            </a:r>
          </a:p>
          <a:p>
            <a:r>
              <a:rPr lang="en-US" sz="2400" dirty="0"/>
              <a:t>Templates: templates to deploy</a:t>
            </a:r>
          </a:p>
          <a:p>
            <a:r>
              <a:rPr lang="en-US" sz="2400" dirty="0"/>
              <a:t>Tests: placement for playbook tests</a:t>
            </a:r>
          </a:p>
          <a:p>
            <a:r>
              <a:rPr lang="en-US" sz="2400" dirty="0"/>
              <a:t>Vars: variables (override user defined variables)</a:t>
            </a:r>
          </a:p>
        </p:txBody>
      </p:sp>
      <p:sp>
        <p:nvSpPr>
          <p:cNvPr id="3" name="Rectangle 2">
            <a:extLst>
              <a:ext uri="{FF2B5EF4-FFF2-40B4-BE49-F238E27FC236}">
                <a16:creationId xmlns:a16="http://schemas.microsoft.com/office/drawing/2014/main" id="{11F79458-6E68-DF42-9B2D-E5307C7B3A03}"/>
              </a:ext>
            </a:extLst>
          </p:cNvPr>
          <p:cNvSpPr/>
          <p:nvPr/>
        </p:nvSpPr>
        <p:spPr>
          <a:xfrm>
            <a:off x="6172200" y="1733552"/>
            <a:ext cx="5680568" cy="4479924"/>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dirty="0">
                <a:latin typeface="Consolas" panose="020B0609020204030204" pitchFamily="49" charset="0"/>
                <a:cs typeface="Consolas" panose="020B0609020204030204" pitchFamily="49" charset="0"/>
              </a:rPr>
              <a:t>user/</a:t>
            </a:r>
            <a:br>
              <a:rPr lang="en-US" dirty="0">
                <a:latin typeface="Consolas" panose="020B0609020204030204" pitchFamily="49" charset="0"/>
                <a:cs typeface="Consolas" panose="020B0609020204030204" pitchFamily="49" charset="0"/>
              </a:rPr>
            </a:br>
            <a:r>
              <a:rPr lang="en-US" dirty="0">
                <a:latin typeface="Consolas" panose="020B0609020204030204" pitchFamily="49" charset="0"/>
                <a:cs typeface="Consolas" panose="020B0609020204030204" pitchFamily="49" charset="0"/>
              </a:rPr>
              <a:t>|- defaults</a:t>
            </a:r>
            <a:br>
              <a:rPr lang="en-US" dirty="0">
                <a:latin typeface="Consolas" panose="020B0609020204030204" pitchFamily="49" charset="0"/>
                <a:cs typeface="Consolas" panose="020B0609020204030204" pitchFamily="49" charset="0"/>
              </a:rPr>
            </a:b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main.yml</a:t>
            </a:r>
            <a:endParaRPr lang="en-US" dirty="0">
              <a:latin typeface="Consolas" panose="020B0609020204030204" pitchFamily="49" charset="0"/>
              <a:cs typeface="Consolas" panose="020B0609020204030204" pitchFamily="49" charset="0"/>
            </a:endParaRPr>
          </a:p>
          <a:p>
            <a:pPr>
              <a:lnSpc>
                <a:spcPct val="95000"/>
              </a:lnSpc>
            </a:pPr>
            <a:r>
              <a:rPr lang="en-US" dirty="0">
                <a:latin typeface="Consolas" panose="020B0609020204030204" pitchFamily="49" charset="0"/>
                <a:cs typeface="Consolas" panose="020B0609020204030204" pitchFamily="49" charset="0"/>
              </a:rPr>
              <a:t>|- handlers</a:t>
            </a:r>
            <a:br>
              <a:rPr lang="en-US" dirty="0">
                <a:latin typeface="Consolas" panose="020B0609020204030204" pitchFamily="49" charset="0"/>
                <a:cs typeface="Consolas" panose="020B0609020204030204" pitchFamily="49" charset="0"/>
              </a:rPr>
            </a:b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main.yml</a:t>
            </a:r>
            <a:endParaRPr lang="en-US" dirty="0">
              <a:latin typeface="Consolas" panose="020B0609020204030204" pitchFamily="49" charset="0"/>
              <a:cs typeface="Consolas" panose="020B0609020204030204" pitchFamily="49" charset="0"/>
            </a:endParaRPr>
          </a:p>
          <a:p>
            <a:pPr>
              <a:lnSpc>
                <a:spcPct val="95000"/>
              </a:lnSpc>
            </a:pPr>
            <a:r>
              <a:rPr lang="en-US" dirty="0">
                <a:latin typeface="Consolas" panose="020B0609020204030204" pitchFamily="49" charset="0"/>
                <a:cs typeface="Consolas" panose="020B0609020204030204" pitchFamily="49" charset="0"/>
              </a:rPr>
              <a:t>|- meta</a:t>
            </a:r>
            <a:br>
              <a:rPr lang="en-US" dirty="0">
                <a:latin typeface="Consolas" panose="020B0609020204030204" pitchFamily="49" charset="0"/>
                <a:cs typeface="Consolas" panose="020B0609020204030204" pitchFamily="49" charset="0"/>
              </a:rPr>
            </a:b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main.yml</a:t>
            </a:r>
            <a:endParaRPr lang="en-US" dirty="0">
              <a:latin typeface="Consolas" panose="020B0609020204030204" pitchFamily="49" charset="0"/>
              <a:cs typeface="Consolas" panose="020B0609020204030204" pitchFamily="49" charset="0"/>
            </a:endParaRPr>
          </a:p>
          <a:p>
            <a:pPr>
              <a:lnSpc>
                <a:spcPct val="95000"/>
              </a:lnSpc>
            </a:pP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README.md</a:t>
            </a:r>
            <a:endParaRPr lang="en-US" dirty="0">
              <a:latin typeface="Consolas" panose="020B0609020204030204" pitchFamily="49" charset="0"/>
              <a:cs typeface="Consolas" panose="020B0609020204030204" pitchFamily="49" charset="0"/>
            </a:endParaRPr>
          </a:p>
          <a:p>
            <a:pPr>
              <a:lnSpc>
                <a:spcPct val="95000"/>
              </a:lnSpc>
            </a:pPr>
            <a:r>
              <a:rPr lang="en-US" dirty="0">
                <a:latin typeface="Consolas" panose="020B0609020204030204" pitchFamily="49" charset="0"/>
                <a:cs typeface="Consolas" panose="020B0609020204030204" pitchFamily="49" charset="0"/>
              </a:rPr>
              <a:t>|- tasks</a:t>
            </a:r>
            <a:br>
              <a:rPr lang="en-US" dirty="0">
                <a:latin typeface="Consolas" panose="020B0609020204030204" pitchFamily="49" charset="0"/>
                <a:cs typeface="Consolas" panose="020B0609020204030204" pitchFamily="49" charset="0"/>
              </a:rPr>
            </a:b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main.yml</a:t>
            </a:r>
            <a:br>
              <a:rPr lang="en-US" dirty="0">
                <a:latin typeface="Consolas" panose="020B0609020204030204" pitchFamily="49" charset="0"/>
                <a:cs typeface="Consolas" panose="020B0609020204030204" pitchFamily="49" charset="0"/>
              </a:rPr>
            </a:br>
            <a:r>
              <a:rPr lang="en-US" dirty="0">
                <a:latin typeface="Consolas" panose="020B0609020204030204" pitchFamily="49" charset="0"/>
                <a:cs typeface="Consolas" panose="020B0609020204030204" pitchFamily="49" charset="0"/>
              </a:rPr>
              <a:t>| - templates</a:t>
            </a:r>
            <a:br>
              <a:rPr lang="en-US" dirty="0">
                <a:latin typeface="Consolas" panose="020B0609020204030204" pitchFamily="49" charset="0"/>
                <a:cs typeface="Consolas" panose="020B0609020204030204" pitchFamily="49" charset="0"/>
              </a:rPr>
            </a:br>
            <a:r>
              <a:rPr lang="en-US" dirty="0">
                <a:latin typeface="Consolas" panose="020B0609020204030204" pitchFamily="49" charset="0"/>
                <a:cs typeface="Consolas" panose="020B0609020204030204" pitchFamily="49" charset="0"/>
              </a:rPr>
              <a:t>|- tests</a:t>
            </a:r>
            <a:br>
              <a:rPr lang="en-US" dirty="0">
                <a:latin typeface="Consolas" panose="020B0609020204030204" pitchFamily="49" charset="0"/>
                <a:cs typeface="Consolas" panose="020B0609020204030204" pitchFamily="49" charset="0"/>
              </a:rPr>
            </a:br>
            <a:r>
              <a:rPr lang="en-US" dirty="0">
                <a:latin typeface="Consolas" panose="020B0609020204030204" pitchFamily="49" charset="0"/>
                <a:cs typeface="Consolas" panose="020B0609020204030204" pitchFamily="49" charset="0"/>
              </a:rPr>
              <a:t>|  - inventory</a:t>
            </a:r>
          </a:p>
          <a:p>
            <a:pPr>
              <a:lnSpc>
                <a:spcPct val="95000"/>
              </a:lnSpc>
            </a:pP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test.yml</a:t>
            </a:r>
            <a:endParaRPr lang="en-US" dirty="0">
              <a:latin typeface="Consolas" panose="020B0609020204030204" pitchFamily="49" charset="0"/>
              <a:cs typeface="Consolas" panose="020B0609020204030204" pitchFamily="49" charset="0"/>
            </a:endParaRPr>
          </a:p>
          <a:p>
            <a:pPr>
              <a:lnSpc>
                <a:spcPct val="95000"/>
              </a:lnSpc>
            </a:pPr>
            <a:r>
              <a:rPr lang="en-US" dirty="0">
                <a:latin typeface="Consolas" panose="020B0609020204030204" pitchFamily="49" charset="0"/>
                <a:cs typeface="Consolas" panose="020B0609020204030204" pitchFamily="49" charset="0"/>
              </a:rPr>
              <a:t>|- vars</a:t>
            </a:r>
            <a:br>
              <a:rPr lang="en-US" dirty="0">
                <a:latin typeface="Consolas" panose="020B0609020204030204" pitchFamily="49" charset="0"/>
                <a:cs typeface="Consolas" panose="020B0609020204030204" pitchFamily="49" charset="0"/>
              </a:rPr>
            </a:b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main.yml</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834727749"/>
      </p:ext>
    </p:extLst>
  </p:cSld>
  <p:clrMapOvr>
    <a:masterClrMapping/>
  </p:clrMapOvr>
  <p:transition spd="med">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Mirko’s approach</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Vars, templates, roles, defaults, ... (ansibles inheritance has limits, better to make your own)</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3" name="Rectangle 2">
            <a:extLst>
              <a:ext uri="{FF2B5EF4-FFF2-40B4-BE49-F238E27FC236}">
                <a16:creationId xmlns:a16="http://schemas.microsoft.com/office/drawing/2014/main" id="{11F79458-6E68-DF42-9B2D-E5307C7B3A03}"/>
              </a:ext>
            </a:extLst>
          </p:cNvPr>
          <p:cNvSpPr/>
          <p:nvPr/>
        </p:nvSpPr>
        <p:spPr>
          <a:xfrm>
            <a:off x="6172200" y="1733552"/>
            <a:ext cx="5680568" cy="4479924"/>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endParaRPr lang="en-US" dirty="0">
              <a:latin typeface="Consolas" panose="020B0609020204030204" pitchFamily="49" charset="0"/>
              <a:cs typeface="Consolas" panose="020B0609020204030204" pitchFamily="49" charset="0"/>
            </a:endParaRPr>
          </a:p>
          <a:p>
            <a:pPr>
              <a:lnSpc>
                <a:spcPct val="95000"/>
              </a:lnSpc>
            </a:pPr>
            <a:endParaRPr lang="en-US" dirty="0">
              <a:latin typeface="Consolas" panose="020B0609020204030204" pitchFamily="49" charset="0"/>
              <a:cs typeface="Consolas" panose="020B0609020204030204" pitchFamily="49" charset="0"/>
            </a:endParaRPr>
          </a:p>
          <a:p>
            <a:pPr>
              <a:lnSpc>
                <a:spcPct val="95000"/>
              </a:lnSpc>
            </a:pPr>
            <a:endParaRPr lang="en-US" dirty="0">
              <a:latin typeface="Consolas" panose="020B0609020204030204" pitchFamily="49" charset="0"/>
              <a:cs typeface="Consolas" panose="020B0609020204030204" pitchFamily="49" charset="0"/>
            </a:endParaRPr>
          </a:p>
          <a:p>
            <a:pPr>
              <a:lnSpc>
                <a:spcPct val="95000"/>
              </a:lnSpc>
            </a:pPr>
            <a:r>
              <a:rPr lang="en-US" dirty="0">
                <a:latin typeface="Consolas" panose="020B0609020204030204" pitchFamily="49" charset="0"/>
                <a:cs typeface="Consolas" panose="020B0609020204030204" pitchFamily="49" charset="0"/>
              </a:rPr>
              <a:t>roles/</a:t>
            </a:r>
          </a:p>
          <a:p>
            <a:pPr>
              <a:lnSpc>
                <a:spcPct val="95000"/>
              </a:lnSpc>
            </a:pPr>
            <a:r>
              <a:rPr lang="en-US" dirty="0">
                <a:latin typeface="Consolas" panose="020B0609020204030204" pitchFamily="49" charset="0"/>
                <a:cs typeface="Consolas" panose="020B0609020204030204" pitchFamily="49" charset="0"/>
              </a:rPr>
              <a:t>| cluster/</a:t>
            </a:r>
            <a:br>
              <a:rPr lang="en-US" dirty="0">
                <a:latin typeface="Consolas" panose="020B0609020204030204" pitchFamily="49" charset="0"/>
                <a:cs typeface="Consolas" panose="020B0609020204030204" pitchFamily="49" charset="0"/>
              </a:rPr>
            </a:br>
            <a:r>
              <a:rPr lang="en-US" dirty="0">
                <a:latin typeface="Consolas" panose="020B0609020204030204" pitchFamily="49" charset="0"/>
                <a:cs typeface="Consolas" panose="020B0609020204030204" pitchFamily="49" charset="0"/>
              </a:rPr>
              <a:t>| | tasks/</a:t>
            </a:r>
            <a:br>
              <a:rPr lang="en-US" dirty="0">
                <a:latin typeface="Consolas" panose="020B0609020204030204" pitchFamily="49" charset="0"/>
                <a:cs typeface="Consolas" panose="020B0609020204030204" pitchFamily="49" charset="0"/>
              </a:rPr>
            </a:b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main.yml</a:t>
            </a:r>
            <a:endParaRPr lang="en-US" dirty="0">
              <a:latin typeface="Consolas" panose="020B0609020204030204" pitchFamily="49" charset="0"/>
              <a:cs typeface="Consolas" panose="020B0609020204030204" pitchFamily="49" charset="0"/>
            </a:endParaRPr>
          </a:p>
          <a:p>
            <a:pPr>
              <a:lnSpc>
                <a:spcPct val="95000"/>
              </a:lnSpc>
            </a:pP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facts.yml</a:t>
            </a:r>
            <a:endParaRPr lang="en-US" dirty="0">
              <a:latin typeface="Consolas" panose="020B0609020204030204" pitchFamily="49" charset="0"/>
              <a:cs typeface="Consolas" panose="020B0609020204030204" pitchFamily="49" charset="0"/>
            </a:endParaRPr>
          </a:p>
          <a:p>
            <a:pPr>
              <a:lnSpc>
                <a:spcPct val="95000"/>
              </a:lnSpc>
            </a:pP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create.yml</a:t>
            </a:r>
            <a:endParaRPr lang="en-US" dirty="0">
              <a:latin typeface="Consolas" panose="020B0609020204030204" pitchFamily="49" charset="0"/>
              <a:cs typeface="Consolas" panose="020B0609020204030204" pitchFamily="49" charset="0"/>
            </a:endParaRPr>
          </a:p>
          <a:p>
            <a:pPr>
              <a:lnSpc>
                <a:spcPct val="95000"/>
              </a:lnSpc>
            </a:pP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your_task.yml</a:t>
            </a:r>
            <a:br>
              <a:rPr lang="en-US" dirty="0">
                <a:latin typeface="Consolas" panose="020B0609020204030204" pitchFamily="49" charset="0"/>
                <a:cs typeface="Consolas" panose="020B0609020204030204" pitchFamily="49" charset="0"/>
              </a:rPr>
            </a:br>
            <a:r>
              <a:rPr lang="en-US" dirty="0">
                <a:latin typeface="Consolas" panose="020B0609020204030204" pitchFamily="49" charset="0"/>
                <a:cs typeface="Consolas" panose="020B0609020204030204" pitchFamily="49" charset="0"/>
              </a:rPr>
              <a:t>vars/</a:t>
            </a:r>
          </a:p>
          <a:p>
            <a:pPr>
              <a:lnSpc>
                <a:spcPct val="95000"/>
              </a:lnSpc>
            </a:pP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defaults.yml</a:t>
            </a:r>
            <a:endParaRPr lang="en-US" dirty="0">
              <a:latin typeface="Consolas" panose="020B0609020204030204" pitchFamily="49" charset="0"/>
              <a:cs typeface="Consolas" panose="020B0609020204030204" pitchFamily="49" charset="0"/>
            </a:endParaRPr>
          </a:p>
          <a:p>
            <a:pPr>
              <a:lnSpc>
                <a:spcPct val="95000"/>
              </a:lnSpc>
            </a:pP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templates.yml</a:t>
            </a:r>
            <a:endParaRPr lang="en-US" dirty="0">
              <a:latin typeface="Consolas" panose="020B0609020204030204" pitchFamily="49" charset="0"/>
              <a:cs typeface="Consolas" panose="020B0609020204030204" pitchFamily="49" charset="0"/>
            </a:endParaRPr>
          </a:p>
          <a:p>
            <a:pPr>
              <a:lnSpc>
                <a:spcPct val="95000"/>
              </a:lnSpc>
            </a:pP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overrides.yml</a:t>
            </a:r>
            <a:endParaRPr lang="en-US" dirty="0">
              <a:latin typeface="Consolas" panose="020B0609020204030204" pitchFamily="49" charset="0"/>
              <a:cs typeface="Consolas" panose="020B0609020204030204" pitchFamily="49" charset="0"/>
            </a:endParaRPr>
          </a:p>
          <a:p>
            <a:pPr>
              <a:lnSpc>
                <a:spcPct val="95000"/>
              </a:lnSpc>
            </a:pPr>
            <a:endParaRPr lang="en-US" dirty="0">
              <a:latin typeface="Consolas" panose="020B0609020204030204" pitchFamily="49" charset="0"/>
              <a:cs typeface="Consolas" panose="020B0609020204030204" pitchFamily="49" charset="0"/>
            </a:endParaRPr>
          </a:p>
          <a:p>
            <a:r>
              <a:rPr lang="en-US" dirty="0" err="1">
                <a:solidFill>
                  <a:srgbClr val="A2E1D7"/>
                </a:solidFill>
                <a:latin typeface="Consolas" panose="020B0609020204030204" pitchFamily="49" charset="0"/>
                <a:cs typeface="Consolas" panose="020B0609020204030204" pitchFamily="49" charset="0"/>
              </a:rPr>
              <a:t>main.yml</a:t>
            </a:r>
            <a:r>
              <a:rPr lang="en-US" dirty="0">
                <a:solidFill>
                  <a:srgbClr val="A2E1D7"/>
                </a:solidFill>
                <a:latin typeface="Consolas" panose="020B0609020204030204" pitchFamily="49" charset="0"/>
                <a:cs typeface="Consolas" panose="020B0609020204030204" pitchFamily="49" charset="0"/>
              </a:rPr>
              <a:t> (always the same)</a:t>
            </a:r>
            <a:br>
              <a:rPr lang="en-US" dirty="0">
                <a:solidFill>
                  <a:srgbClr val="A2E1D7"/>
                </a:solidFill>
                <a:latin typeface="Consolas" panose="020B0609020204030204" pitchFamily="49" charset="0"/>
                <a:cs typeface="Consolas" panose="020B0609020204030204" pitchFamily="49" charset="0"/>
              </a:rPr>
            </a:br>
            <a:r>
              <a:rPr lang="fr-BE" b="0" dirty="0">
                <a:solidFill>
                  <a:srgbClr val="CCCCCC"/>
                </a:solidFill>
                <a:effectLst/>
                <a:latin typeface="Consolas" panose="020B0609020204030204" pitchFamily="49" charset="0"/>
              </a:rPr>
              <a:t>- </a:t>
            </a:r>
            <a:r>
              <a:rPr lang="fr-BE" b="0" dirty="0" err="1">
                <a:solidFill>
                  <a:srgbClr val="569CD6"/>
                </a:solidFill>
                <a:effectLst/>
                <a:latin typeface="Consolas" panose="020B0609020204030204" pitchFamily="49" charset="0"/>
              </a:rPr>
              <a:t>include_tasks</a:t>
            </a:r>
            <a:r>
              <a:rPr lang="fr-BE" b="0" dirty="0">
                <a:solidFill>
                  <a:srgbClr val="CCCCCC"/>
                </a:solidFill>
                <a:effectLst/>
                <a:latin typeface="Consolas" panose="020B0609020204030204" pitchFamily="49" charset="0"/>
              </a:rPr>
              <a:t>: </a:t>
            </a:r>
            <a:r>
              <a:rPr lang="fr-BE" b="0" dirty="0">
                <a:solidFill>
                  <a:srgbClr val="CE9178"/>
                </a:solidFill>
                <a:effectLst/>
                <a:latin typeface="Consolas" panose="020B0609020204030204" pitchFamily="49" charset="0"/>
              </a:rPr>
              <a:t>"</a:t>
            </a:r>
            <a:r>
              <a:rPr lang="fr-BE" b="0" dirty="0">
                <a:solidFill>
                  <a:srgbClr val="808080"/>
                </a:solidFill>
                <a:effectLst/>
                <a:latin typeface="Consolas" panose="020B0609020204030204" pitchFamily="49" charset="0"/>
              </a:rPr>
              <a:t>{{</a:t>
            </a:r>
            <a:r>
              <a:rPr lang="fr-BE" b="0" dirty="0">
                <a:solidFill>
                  <a:srgbClr val="CE9178"/>
                </a:solidFill>
                <a:effectLst/>
                <a:latin typeface="Consolas" panose="020B0609020204030204" pitchFamily="49" charset="0"/>
              </a:rPr>
              <a:t> </a:t>
            </a:r>
            <a:r>
              <a:rPr lang="fr-BE" b="0" dirty="0" err="1">
                <a:solidFill>
                  <a:srgbClr val="CE9178"/>
                </a:solidFill>
                <a:effectLst/>
                <a:latin typeface="Consolas" panose="020B0609020204030204" pitchFamily="49" charset="0"/>
              </a:rPr>
              <a:t>qtask</a:t>
            </a:r>
            <a:r>
              <a:rPr lang="fr-BE" b="0" dirty="0">
                <a:solidFill>
                  <a:srgbClr val="CE9178"/>
                </a:solidFill>
                <a:effectLst/>
                <a:latin typeface="Consolas" panose="020B0609020204030204" pitchFamily="49" charset="0"/>
              </a:rPr>
              <a:t> </a:t>
            </a:r>
            <a:r>
              <a:rPr lang="fr-BE" b="0" dirty="0">
                <a:solidFill>
                  <a:srgbClr val="808080"/>
                </a:solidFill>
                <a:effectLst/>
                <a:latin typeface="Consolas" panose="020B0609020204030204" pitchFamily="49" charset="0"/>
              </a:rPr>
              <a:t>}}</a:t>
            </a:r>
            <a:r>
              <a:rPr lang="fr-BE" b="0" dirty="0">
                <a:solidFill>
                  <a:srgbClr val="CE9178"/>
                </a:solidFill>
                <a:effectLst/>
                <a:latin typeface="Consolas" panose="020B0609020204030204" pitchFamily="49" charset="0"/>
              </a:rPr>
              <a:t>.</a:t>
            </a:r>
            <a:r>
              <a:rPr lang="fr-BE" b="0" dirty="0" err="1">
                <a:solidFill>
                  <a:srgbClr val="CE9178"/>
                </a:solidFill>
                <a:effectLst/>
                <a:latin typeface="Consolas" panose="020B0609020204030204" pitchFamily="49" charset="0"/>
              </a:rPr>
              <a:t>yml</a:t>
            </a:r>
            <a:r>
              <a:rPr lang="fr-BE" b="0" dirty="0">
                <a:solidFill>
                  <a:srgbClr val="CE9178"/>
                </a:solidFill>
                <a:effectLst/>
                <a:latin typeface="Consolas" panose="020B0609020204030204" pitchFamily="49" charset="0"/>
              </a:rPr>
              <a:t>"  </a:t>
            </a:r>
          </a:p>
          <a:p>
            <a:endParaRPr lang="fr-BE" dirty="0">
              <a:solidFill>
                <a:srgbClr val="CE9178"/>
              </a:solidFill>
              <a:latin typeface="Consolas" panose="020B0609020204030204" pitchFamily="49" charset="0"/>
            </a:endParaRPr>
          </a:p>
          <a:p>
            <a:br>
              <a:rPr lang="fr-BE" b="0" dirty="0">
                <a:solidFill>
                  <a:srgbClr val="CCCCCC"/>
                </a:solidFill>
                <a:effectLst/>
                <a:latin typeface="Consolas" panose="020B0609020204030204" pitchFamily="49" charset="0"/>
              </a:rPr>
            </a:br>
            <a:endParaRPr lang="fr-BE" b="0" dirty="0">
              <a:solidFill>
                <a:srgbClr val="CCCCCC"/>
              </a:solidFill>
              <a:effectLst/>
              <a:latin typeface="Consolas" panose="020B0609020204030204" pitchFamily="49" charset="0"/>
            </a:endParaRPr>
          </a:p>
          <a:p>
            <a:pPr>
              <a:lnSpc>
                <a:spcPct val="95000"/>
              </a:lnSpc>
            </a:pPr>
            <a:endParaRPr lang="en-US" dirty="0">
              <a:latin typeface="Consolas" panose="020B0609020204030204" pitchFamily="49" charset="0"/>
              <a:cs typeface="Consolas" panose="020B0609020204030204" pitchFamily="49" charset="0"/>
            </a:endParaRPr>
          </a:p>
        </p:txBody>
      </p:sp>
      <p:sp>
        <p:nvSpPr>
          <p:cNvPr id="5" name="Rectangle 2">
            <a:extLst>
              <a:ext uri="{FF2B5EF4-FFF2-40B4-BE49-F238E27FC236}">
                <a16:creationId xmlns:a16="http://schemas.microsoft.com/office/drawing/2014/main" id="{44B3516D-4221-C1E1-0765-0DACCB2728C9}"/>
              </a:ext>
            </a:extLst>
          </p:cNvPr>
          <p:cNvSpPr/>
          <p:nvPr/>
        </p:nvSpPr>
        <p:spPr>
          <a:xfrm>
            <a:off x="267558" y="1717227"/>
            <a:ext cx="5680568" cy="4479924"/>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fr-BE" b="0" dirty="0">
                <a:solidFill>
                  <a:srgbClr val="CCCCCC"/>
                </a:solidFill>
                <a:effectLst/>
                <a:latin typeface="Consolas" panose="020B0609020204030204" pitchFamily="49" charset="0"/>
              </a:rPr>
              <a:t>---</a:t>
            </a:r>
          </a:p>
          <a:p>
            <a:r>
              <a:rPr lang="fr-BE" b="0" dirty="0">
                <a:solidFill>
                  <a:srgbClr val="CCCCCC"/>
                </a:solidFill>
                <a:effectLst/>
                <a:latin typeface="Consolas" panose="020B0609020204030204" pitchFamily="49" charset="0"/>
              </a:rPr>
              <a:t>- </a:t>
            </a:r>
            <a:r>
              <a:rPr lang="fr-BE" b="0" dirty="0" err="1">
                <a:solidFill>
                  <a:srgbClr val="C586C0"/>
                </a:solidFill>
                <a:effectLst/>
                <a:latin typeface="Consolas" panose="020B0609020204030204" pitchFamily="49" charset="0"/>
              </a:rPr>
              <a:t>name</a:t>
            </a:r>
            <a:r>
              <a:rPr lang="fr-BE" b="0" dirty="0">
                <a:solidFill>
                  <a:srgbClr val="CCCCCC"/>
                </a:solidFill>
                <a:effectLst/>
                <a:latin typeface="Consolas" panose="020B0609020204030204" pitchFamily="49" charset="0"/>
              </a:rPr>
              <a:t>: </a:t>
            </a:r>
            <a:r>
              <a:rPr lang="fr-BE" b="0" dirty="0">
                <a:solidFill>
                  <a:srgbClr val="CE9178"/>
                </a:solidFill>
                <a:effectLst/>
                <a:latin typeface="Consolas" panose="020B0609020204030204" pitchFamily="49" charset="0"/>
              </a:rPr>
              <a:t>"Day 0"</a:t>
            </a:r>
            <a:endParaRPr lang="fr-BE" b="0" dirty="0">
              <a:solidFill>
                <a:srgbClr val="CCCCCC"/>
              </a:solidFill>
              <a:effectLst/>
              <a:latin typeface="Consolas" panose="020B0609020204030204" pitchFamily="49" charset="0"/>
            </a:endParaRPr>
          </a:p>
          <a:p>
            <a:r>
              <a:rPr lang="fr-BE" b="0" dirty="0">
                <a:solidFill>
                  <a:srgbClr val="CCCCCC"/>
                </a:solidFill>
                <a:effectLst/>
                <a:latin typeface="Consolas" panose="020B0609020204030204" pitchFamily="49" charset="0"/>
              </a:rPr>
              <a:t>  </a:t>
            </a:r>
            <a:r>
              <a:rPr lang="fr-BE" b="0" dirty="0">
                <a:solidFill>
                  <a:srgbClr val="C586C0"/>
                </a:solidFill>
                <a:effectLst/>
                <a:latin typeface="Consolas" panose="020B0609020204030204" pitchFamily="49" charset="0"/>
              </a:rPr>
              <a:t>hosts</a:t>
            </a:r>
            <a:r>
              <a:rPr lang="fr-BE" b="0" dirty="0">
                <a:solidFill>
                  <a:srgbClr val="CCCCCC"/>
                </a:solidFill>
                <a:effectLst/>
                <a:latin typeface="Consolas" panose="020B0609020204030204" pitchFamily="49" charset="0"/>
              </a:rPr>
              <a:t>: </a:t>
            </a:r>
            <a:r>
              <a:rPr lang="fr-BE" b="0" dirty="0">
                <a:solidFill>
                  <a:srgbClr val="CE9178"/>
                </a:solidFill>
                <a:effectLst/>
                <a:latin typeface="Consolas" panose="020B0609020204030204" pitchFamily="49" charset="0"/>
              </a:rPr>
              <a:t>"localhost"</a:t>
            </a:r>
            <a:endParaRPr lang="fr-BE" b="0" dirty="0">
              <a:solidFill>
                <a:srgbClr val="CCCCCC"/>
              </a:solidFill>
              <a:effectLst/>
              <a:latin typeface="Consolas" panose="020B0609020204030204" pitchFamily="49" charset="0"/>
            </a:endParaRPr>
          </a:p>
          <a:p>
            <a:r>
              <a:rPr lang="fr-BE" b="0" dirty="0">
                <a:solidFill>
                  <a:srgbClr val="CCCCCC"/>
                </a:solidFill>
                <a:effectLst/>
                <a:latin typeface="Consolas" panose="020B0609020204030204" pitchFamily="49" charset="0"/>
              </a:rPr>
              <a:t>  </a:t>
            </a:r>
            <a:r>
              <a:rPr lang="fr-BE" b="0" dirty="0" err="1">
                <a:solidFill>
                  <a:srgbClr val="C586C0"/>
                </a:solidFill>
                <a:effectLst/>
                <a:latin typeface="Consolas" panose="020B0609020204030204" pitchFamily="49" charset="0"/>
              </a:rPr>
              <a:t>become</a:t>
            </a:r>
            <a:r>
              <a:rPr lang="fr-BE" b="0" dirty="0">
                <a:solidFill>
                  <a:srgbClr val="CCCCCC"/>
                </a:solidFill>
                <a:effectLst/>
                <a:latin typeface="Consolas" panose="020B0609020204030204" pitchFamily="49" charset="0"/>
              </a:rPr>
              <a:t>: </a:t>
            </a:r>
            <a:r>
              <a:rPr lang="fr-BE" b="0" dirty="0">
                <a:solidFill>
                  <a:srgbClr val="569CD6"/>
                </a:solidFill>
                <a:effectLst/>
                <a:latin typeface="Consolas" panose="020B0609020204030204" pitchFamily="49" charset="0"/>
              </a:rPr>
              <a:t>false</a:t>
            </a:r>
            <a:endParaRPr lang="fr-BE" b="0" dirty="0">
              <a:solidFill>
                <a:srgbClr val="CCCCCC"/>
              </a:solidFill>
              <a:effectLst/>
              <a:latin typeface="Consolas" panose="020B0609020204030204" pitchFamily="49" charset="0"/>
            </a:endParaRPr>
          </a:p>
          <a:p>
            <a:r>
              <a:rPr lang="fr-BE" b="0" dirty="0">
                <a:solidFill>
                  <a:srgbClr val="CCCCCC"/>
                </a:solidFill>
                <a:effectLst/>
                <a:latin typeface="Consolas" panose="020B0609020204030204" pitchFamily="49" charset="0"/>
              </a:rPr>
              <a:t>  </a:t>
            </a:r>
            <a:r>
              <a:rPr lang="fr-BE" b="0" dirty="0" err="1">
                <a:solidFill>
                  <a:srgbClr val="C586C0"/>
                </a:solidFill>
                <a:effectLst/>
                <a:latin typeface="Consolas" panose="020B0609020204030204" pitchFamily="49" charset="0"/>
              </a:rPr>
              <a:t>gather_facts</a:t>
            </a:r>
            <a:r>
              <a:rPr lang="fr-BE" b="0" dirty="0">
                <a:solidFill>
                  <a:srgbClr val="CCCCCC"/>
                </a:solidFill>
                <a:effectLst/>
                <a:latin typeface="Consolas" panose="020B0609020204030204" pitchFamily="49" charset="0"/>
              </a:rPr>
              <a:t>: </a:t>
            </a:r>
            <a:r>
              <a:rPr lang="fr-BE" b="0" dirty="0">
                <a:solidFill>
                  <a:srgbClr val="569CD6"/>
                </a:solidFill>
                <a:effectLst/>
                <a:latin typeface="Consolas" panose="020B0609020204030204" pitchFamily="49" charset="0"/>
              </a:rPr>
              <a:t>false</a:t>
            </a:r>
            <a:endParaRPr lang="fr-BE" b="0" dirty="0">
              <a:solidFill>
                <a:srgbClr val="CCCCCC"/>
              </a:solidFill>
              <a:effectLst/>
              <a:latin typeface="Consolas" panose="020B0609020204030204" pitchFamily="49" charset="0"/>
            </a:endParaRPr>
          </a:p>
          <a:p>
            <a:r>
              <a:rPr lang="fr-BE" b="0" dirty="0">
                <a:solidFill>
                  <a:srgbClr val="CCCCCC"/>
                </a:solidFill>
                <a:effectLst/>
                <a:latin typeface="Consolas" panose="020B0609020204030204" pitchFamily="49" charset="0"/>
              </a:rPr>
              <a:t>  </a:t>
            </a:r>
            <a:r>
              <a:rPr lang="fr-BE" b="0" dirty="0" err="1">
                <a:solidFill>
                  <a:srgbClr val="C586C0"/>
                </a:solidFill>
                <a:effectLst/>
                <a:latin typeface="Consolas" panose="020B0609020204030204" pitchFamily="49" charset="0"/>
              </a:rPr>
              <a:t>vars_files</a:t>
            </a:r>
            <a:r>
              <a:rPr lang="fr-BE" b="0" dirty="0">
                <a:solidFill>
                  <a:srgbClr val="CCCCCC"/>
                </a:solidFill>
                <a:effectLst/>
                <a:latin typeface="Consolas" panose="020B0609020204030204" pitchFamily="49" charset="0"/>
              </a:rPr>
              <a:t>:</a:t>
            </a:r>
          </a:p>
          <a:p>
            <a:r>
              <a:rPr lang="fr-BE" b="0" dirty="0">
                <a:solidFill>
                  <a:srgbClr val="CCCCCC"/>
                </a:solidFill>
                <a:effectLst/>
                <a:latin typeface="Consolas" panose="020B0609020204030204" pitchFamily="49" charset="0"/>
              </a:rPr>
              <a:t>    - </a:t>
            </a:r>
            <a:r>
              <a:rPr lang="fr-BE" b="0" dirty="0">
                <a:solidFill>
                  <a:srgbClr val="CE9178"/>
                </a:solidFill>
                <a:effectLst/>
                <a:latin typeface="Consolas" panose="020B0609020204030204" pitchFamily="49" charset="0"/>
              </a:rPr>
              <a:t>"vars/</a:t>
            </a:r>
            <a:r>
              <a:rPr lang="fr-BE" b="0" dirty="0" err="1">
                <a:solidFill>
                  <a:srgbClr val="CE9178"/>
                </a:solidFill>
                <a:effectLst/>
                <a:latin typeface="Consolas" panose="020B0609020204030204" pitchFamily="49" charset="0"/>
              </a:rPr>
              <a:t>defaults.yml</a:t>
            </a:r>
            <a:r>
              <a:rPr lang="fr-BE" b="0" dirty="0">
                <a:solidFill>
                  <a:srgbClr val="CE9178"/>
                </a:solidFill>
                <a:effectLst/>
                <a:latin typeface="Consolas" panose="020B0609020204030204" pitchFamily="49" charset="0"/>
              </a:rPr>
              <a:t>"  </a:t>
            </a:r>
          </a:p>
          <a:p>
            <a:r>
              <a:rPr lang="fr-BE" b="0" dirty="0">
                <a:solidFill>
                  <a:srgbClr val="CCCCCC"/>
                </a:solidFill>
                <a:effectLst/>
                <a:latin typeface="Consolas" panose="020B0609020204030204" pitchFamily="49" charset="0"/>
              </a:rPr>
              <a:t>    - </a:t>
            </a:r>
            <a:r>
              <a:rPr lang="fr-BE" b="0" dirty="0">
                <a:solidFill>
                  <a:srgbClr val="CE9178"/>
                </a:solidFill>
                <a:effectLst/>
                <a:latin typeface="Consolas" panose="020B0609020204030204" pitchFamily="49" charset="0"/>
              </a:rPr>
              <a:t>"vars/</a:t>
            </a:r>
            <a:r>
              <a:rPr lang="fr-BE" b="0" dirty="0" err="1">
                <a:solidFill>
                  <a:srgbClr val="CE9178"/>
                </a:solidFill>
                <a:effectLst/>
                <a:latin typeface="Consolas" panose="020B0609020204030204" pitchFamily="49" charset="0"/>
              </a:rPr>
              <a:t>templates.yml</a:t>
            </a:r>
            <a:r>
              <a:rPr lang="fr-BE" b="0" dirty="0">
                <a:solidFill>
                  <a:srgbClr val="CE9178"/>
                </a:solidFill>
                <a:effectLst/>
                <a:latin typeface="Consolas" panose="020B0609020204030204" pitchFamily="49" charset="0"/>
              </a:rPr>
              <a:t>"</a:t>
            </a:r>
            <a:endParaRPr lang="fr-BE" b="0" dirty="0">
              <a:solidFill>
                <a:srgbClr val="CCCCCC"/>
              </a:solidFill>
              <a:effectLst/>
              <a:latin typeface="Consolas" panose="020B0609020204030204" pitchFamily="49" charset="0"/>
            </a:endParaRPr>
          </a:p>
          <a:p>
            <a:r>
              <a:rPr lang="fr-BE" b="0" dirty="0">
                <a:solidFill>
                  <a:srgbClr val="CCCCCC"/>
                </a:solidFill>
                <a:effectLst/>
                <a:latin typeface="Consolas" panose="020B0609020204030204" pitchFamily="49" charset="0"/>
              </a:rPr>
              <a:t>    - </a:t>
            </a:r>
            <a:r>
              <a:rPr lang="fr-BE" b="0" dirty="0">
                <a:solidFill>
                  <a:srgbClr val="CE9178"/>
                </a:solidFill>
                <a:effectLst/>
                <a:latin typeface="Consolas" panose="020B0609020204030204" pitchFamily="49" charset="0"/>
              </a:rPr>
              <a:t>"vars/</a:t>
            </a:r>
            <a:r>
              <a:rPr lang="fr-BE" b="0" dirty="0" err="1">
                <a:solidFill>
                  <a:srgbClr val="CE9178"/>
                </a:solidFill>
                <a:effectLst/>
                <a:latin typeface="Consolas" panose="020B0609020204030204" pitchFamily="49" charset="0"/>
              </a:rPr>
              <a:t>overrides.yml</a:t>
            </a:r>
            <a:r>
              <a:rPr lang="fr-BE" b="0" dirty="0">
                <a:solidFill>
                  <a:srgbClr val="CE9178"/>
                </a:solidFill>
                <a:effectLst/>
                <a:latin typeface="Consolas" panose="020B0609020204030204" pitchFamily="49" charset="0"/>
              </a:rPr>
              <a:t>"</a:t>
            </a:r>
            <a:endParaRPr lang="fr-BE" b="0" dirty="0">
              <a:solidFill>
                <a:srgbClr val="CCCCCC"/>
              </a:solidFill>
              <a:effectLst/>
              <a:latin typeface="Consolas" panose="020B0609020204030204" pitchFamily="49" charset="0"/>
            </a:endParaRPr>
          </a:p>
          <a:p>
            <a:br>
              <a:rPr lang="fr-BE" b="0" dirty="0">
                <a:solidFill>
                  <a:srgbClr val="CCCCCC"/>
                </a:solidFill>
                <a:effectLst/>
                <a:latin typeface="Consolas" panose="020B0609020204030204" pitchFamily="49" charset="0"/>
              </a:rPr>
            </a:br>
            <a:r>
              <a:rPr lang="fr-BE" b="0" dirty="0">
                <a:solidFill>
                  <a:srgbClr val="CCCCCC"/>
                </a:solidFill>
                <a:effectLst/>
                <a:latin typeface="Consolas" panose="020B0609020204030204" pitchFamily="49" charset="0"/>
              </a:rPr>
              <a:t>  </a:t>
            </a:r>
            <a:r>
              <a:rPr lang="fr-BE" b="0" dirty="0" err="1">
                <a:solidFill>
                  <a:srgbClr val="C586C0"/>
                </a:solidFill>
                <a:effectLst/>
                <a:latin typeface="Consolas" panose="020B0609020204030204" pitchFamily="49" charset="0"/>
              </a:rPr>
              <a:t>roles</a:t>
            </a:r>
            <a:r>
              <a:rPr lang="fr-BE" b="0" dirty="0">
                <a:solidFill>
                  <a:srgbClr val="CCCCCC"/>
                </a:solidFill>
                <a:effectLst/>
                <a:latin typeface="Consolas" panose="020B0609020204030204" pitchFamily="49" charset="0"/>
              </a:rPr>
              <a:t>:</a:t>
            </a:r>
          </a:p>
          <a:p>
            <a:r>
              <a:rPr lang="fr-BE" b="0" dirty="0">
                <a:solidFill>
                  <a:srgbClr val="CCCCCC"/>
                </a:solidFill>
                <a:effectLst/>
                <a:latin typeface="Consolas" panose="020B0609020204030204" pitchFamily="49" charset="0"/>
              </a:rPr>
              <a:t>    - { </a:t>
            </a:r>
            <a:r>
              <a:rPr lang="fr-BE" b="0" dirty="0" err="1">
                <a:solidFill>
                  <a:srgbClr val="9CDCFE"/>
                </a:solidFill>
                <a:effectLst/>
                <a:latin typeface="Consolas" panose="020B0609020204030204" pitchFamily="49" charset="0"/>
              </a:rPr>
              <a:t>role</a:t>
            </a:r>
            <a:r>
              <a:rPr lang="fr-BE" b="0" dirty="0">
                <a:solidFill>
                  <a:srgbClr val="CCCCCC"/>
                </a:solidFill>
                <a:effectLst/>
                <a:latin typeface="Consolas" panose="020B0609020204030204" pitchFamily="49" charset="0"/>
              </a:rPr>
              <a:t>: </a:t>
            </a:r>
            <a:r>
              <a:rPr lang="fr-BE" b="0" dirty="0" err="1">
                <a:solidFill>
                  <a:srgbClr val="CE9178"/>
                </a:solidFill>
                <a:effectLst/>
                <a:latin typeface="Consolas" panose="020B0609020204030204" pitchFamily="49" charset="0"/>
              </a:rPr>
              <a:t>facts</a:t>
            </a:r>
            <a:r>
              <a:rPr lang="fr-BE" b="0" dirty="0">
                <a:solidFill>
                  <a:srgbClr val="CCCCCC"/>
                </a:solidFill>
                <a:effectLst/>
                <a:latin typeface="Consolas" panose="020B0609020204030204" pitchFamily="49" charset="0"/>
              </a:rPr>
              <a:t>, </a:t>
            </a:r>
            <a:r>
              <a:rPr lang="fr-BE" b="0" dirty="0" err="1">
                <a:solidFill>
                  <a:srgbClr val="9CDCFE"/>
                </a:solidFill>
                <a:effectLst/>
                <a:latin typeface="Consolas" panose="020B0609020204030204" pitchFamily="49" charset="0"/>
              </a:rPr>
              <a:t>qtask</a:t>
            </a:r>
            <a:r>
              <a:rPr lang="fr-BE" b="0" dirty="0">
                <a:solidFill>
                  <a:srgbClr val="CCCCCC"/>
                </a:solidFill>
                <a:effectLst/>
                <a:latin typeface="Consolas" panose="020B0609020204030204" pitchFamily="49" charset="0"/>
              </a:rPr>
              <a:t>: </a:t>
            </a:r>
            <a:r>
              <a:rPr lang="fr-BE" b="0" dirty="0" err="1">
                <a:solidFill>
                  <a:srgbClr val="CE9178"/>
                </a:solidFill>
                <a:effectLst/>
                <a:latin typeface="Consolas" panose="020B0609020204030204" pitchFamily="49" charset="0"/>
              </a:rPr>
              <a:t>credentials</a:t>
            </a:r>
            <a:r>
              <a:rPr lang="fr-BE" b="0" dirty="0">
                <a:solidFill>
                  <a:srgbClr val="CCCCCC"/>
                </a:solidFill>
                <a:effectLst/>
                <a:latin typeface="Consolas" panose="020B0609020204030204" pitchFamily="49" charset="0"/>
              </a:rPr>
              <a:t> }  </a:t>
            </a:r>
          </a:p>
          <a:p>
            <a:r>
              <a:rPr lang="fr-BE" b="0" dirty="0">
                <a:solidFill>
                  <a:srgbClr val="CCCCCC"/>
                </a:solidFill>
                <a:effectLst/>
                <a:latin typeface="Consolas" panose="020B0609020204030204" pitchFamily="49" charset="0"/>
              </a:rPr>
              <a:t>    - { </a:t>
            </a:r>
            <a:r>
              <a:rPr lang="fr-BE" b="0" dirty="0" err="1">
                <a:solidFill>
                  <a:srgbClr val="9CDCFE"/>
                </a:solidFill>
                <a:effectLst/>
                <a:latin typeface="Consolas" panose="020B0609020204030204" pitchFamily="49" charset="0"/>
              </a:rPr>
              <a:t>role</a:t>
            </a:r>
            <a:r>
              <a:rPr lang="fr-BE" b="0" dirty="0">
                <a:solidFill>
                  <a:srgbClr val="CCCCCC"/>
                </a:solidFill>
                <a:effectLst/>
                <a:latin typeface="Consolas" panose="020B0609020204030204" pitchFamily="49" charset="0"/>
              </a:rPr>
              <a:t>: </a:t>
            </a:r>
            <a:r>
              <a:rPr lang="fr-BE" b="0" dirty="0">
                <a:solidFill>
                  <a:srgbClr val="CE9178"/>
                </a:solidFill>
                <a:effectLst/>
                <a:latin typeface="Consolas" panose="020B0609020204030204" pitchFamily="49" charset="0"/>
              </a:rPr>
              <a:t>cluster</a:t>
            </a:r>
            <a:r>
              <a:rPr lang="fr-BE" b="0" dirty="0">
                <a:solidFill>
                  <a:srgbClr val="CCCCCC"/>
                </a:solidFill>
                <a:effectLst/>
                <a:latin typeface="Consolas" panose="020B0609020204030204" pitchFamily="49" charset="0"/>
              </a:rPr>
              <a:t>, </a:t>
            </a:r>
            <a:r>
              <a:rPr lang="fr-BE" b="0" dirty="0" err="1">
                <a:solidFill>
                  <a:srgbClr val="9CDCFE"/>
                </a:solidFill>
                <a:effectLst/>
                <a:latin typeface="Consolas" panose="020B0609020204030204" pitchFamily="49" charset="0"/>
              </a:rPr>
              <a:t>qtask</a:t>
            </a:r>
            <a:r>
              <a:rPr lang="fr-BE" b="0" dirty="0">
                <a:solidFill>
                  <a:srgbClr val="CCCCCC"/>
                </a:solidFill>
                <a:effectLst/>
                <a:latin typeface="Consolas" panose="020B0609020204030204" pitchFamily="49" charset="0"/>
              </a:rPr>
              <a:t>: </a:t>
            </a:r>
            <a:r>
              <a:rPr lang="fr-BE" b="0" dirty="0" err="1">
                <a:solidFill>
                  <a:srgbClr val="CE9178"/>
                </a:solidFill>
                <a:effectLst/>
                <a:latin typeface="Consolas" panose="020B0609020204030204" pitchFamily="49" charset="0"/>
              </a:rPr>
              <a:t>facts</a:t>
            </a:r>
            <a:r>
              <a:rPr lang="fr-BE" b="0" dirty="0">
                <a:solidFill>
                  <a:srgbClr val="CCCCCC"/>
                </a:solidFill>
                <a:effectLst/>
                <a:latin typeface="Consolas" panose="020B0609020204030204" pitchFamily="49" charset="0"/>
              </a:rPr>
              <a:t> }       </a:t>
            </a:r>
          </a:p>
          <a:p>
            <a:r>
              <a:rPr lang="fr-BE" b="0" dirty="0">
                <a:solidFill>
                  <a:srgbClr val="CCCCCC"/>
                </a:solidFill>
                <a:effectLst/>
                <a:latin typeface="Consolas" panose="020B0609020204030204" pitchFamily="49" charset="0"/>
              </a:rPr>
              <a:t>    - { </a:t>
            </a:r>
            <a:r>
              <a:rPr lang="fr-BE" b="0" dirty="0" err="1">
                <a:solidFill>
                  <a:srgbClr val="9CDCFE"/>
                </a:solidFill>
                <a:effectLst/>
                <a:latin typeface="Consolas" panose="020B0609020204030204" pitchFamily="49" charset="0"/>
              </a:rPr>
              <a:t>role</a:t>
            </a:r>
            <a:r>
              <a:rPr lang="fr-BE" b="0" dirty="0">
                <a:solidFill>
                  <a:srgbClr val="CCCCCC"/>
                </a:solidFill>
                <a:effectLst/>
                <a:latin typeface="Consolas" panose="020B0609020204030204" pitchFamily="49" charset="0"/>
              </a:rPr>
              <a:t>: </a:t>
            </a:r>
            <a:r>
              <a:rPr lang="fr-BE" b="0" dirty="0">
                <a:solidFill>
                  <a:srgbClr val="CE9178"/>
                </a:solidFill>
                <a:effectLst/>
                <a:latin typeface="Consolas" panose="020B0609020204030204" pitchFamily="49" charset="0"/>
              </a:rPr>
              <a:t>cluster</a:t>
            </a:r>
            <a:r>
              <a:rPr lang="fr-BE" b="0" dirty="0">
                <a:solidFill>
                  <a:srgbClr val="CCCCCC"/>
                </a:solidFill>
                <a:effectLst/>
                <a:latin typeface="Consolas" panose="020B0609020204030204" pitchFamily="49" charset="0"/>
              </a:rPr>
              <a:t>, </a:t>
            </a:r>
            <a:r>
              <a:rPr lang="fr-BE" b="0" dirty="0" err="1">
                <a:solidFill>
                  <a:srgbClr val="9CDCFE"/>
                </a:solidFill>
                <a:effectLst/>
                <a:latin typeface="Consolas" panose="020B0609020204030204" pitchFamily="49" charset="0"/>
              </a:rPr>
              <a:t>qtask</a:t>
            </a:r>
            <a:r>
              <a:rPr lang="fr-BE" b="0" dirty="0">
                <a:solidFill>
                  <a:srgbClr val="CCCCCC"/>
                </a:solidFill>
                <a:effectLst/>
                <a:latin typeface="Consolas" panose="020B0609020204030204" pitchFamily="49" charset="0"/>
              </a:rPr>
              <a:t>: </a:t>
            </a:r>
            <a:r>
              <a:rPr lang="fr-BE" b="0" dirty="0" err="1">
                <a:solidFill>
                  <a:srgbClr val="CE9178"/>
                </a:solidFill>
                <a:effectLst/>
                <a:latin typeface="Consolas" panose="020B0609020204030204" pitchFamily="49" charset="0"/>
              </a:rPr>
              <a:t>create</a:t>
            </a:r>
            <a:r>
              <a:rPr lang="fr-BE" b="0" dirty="0">
                <a:solidFill>
                  <a:srgbClr val="CCCCCC"/>
                </a:solidFill>
                <a:effectLst/>
                <a:latin typeface="Consolas" panose="020B0609020204030204" pitchFamily="49" charset="0"/>
              </a:rPr>
              <a:t> }     </a:t>
            </a:r>
          </a:p>
          <a:p>
            <a:r>
              <a:rPr lang="fr-BE" b="0" dirty="0">
                <a:solidFill>
                  <a:srgbClr val="CCCCCC"/>
                </a:solidFill>
                <a:effectLst/>
                <a:latin typeface="Consolas" panose="020B0609020204030204" pitchFamily="49" charset="0"/>
              </a:rPr>
              <a:t>   </a:t>
            </a:r>
            <a:br>
              <a:rPr lang="fr-BE" b="0" dirty="0">
                <a:solidFill>
                  <a:srgbClr val="CCCCCC"/>
                </a:solidFill>
                <a:effectLst/>
                <a:latin typeface="Consolas" panose="020B0609020204030204" pitchFamily="49" charset="0"/>
              </a:rPr>
            </a:br>
            <a:endParaRPr lang="fr-BE" b="0" dirty="0">
              <a:solidFill>
                <a:srgbClr val="CCCCCC"/>
              </a:solidFill>
              <a:effectLst/>
              <a:latin typeface="Consolas" panose="020B0609020204030204" pitchFamily="49" charset="0"/>
            </a:endParaRPr>
          </a:p>
          <a:p>
            <a:pPr>
              <a:lnSpc>
                <a:spcPct val="95000"/>
              </a:lnSpc>
            </a:pP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83053426"/>
      </p:ext>
    </p:extLst>
  </p:cSld>
  <p:clrMapOvr>
    <a:masterClrMapping/>
  </p:clrMapOvr>
  <p:transition spd="med">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Mirko’s approach</a:t>
            </a:r>
          </a:p>
        </p:txBody>
      </p:sp>
      <p:sp>
        <p:nvSpPr>
          <p:cNvPr id="8" name="Tijdelijke aanduiding voor inhoud 7">
            <a:extLst>
              <a:ext uri="{FF2B5EF4-FFF2-40B4-BE49-F238E27FC236}">
                <a16:creationId xmlns:a16="http://schemas.microsoft.com/office/drawing/2014/main" id="{D3A2A57A-CB2B-FD11-9A64-4908BCB24E49}"/>
              </a:ext>
            </a:extLst>
          </p:cNvPr>
          <p:cNvSpPr>
            <a:spLocks noGrp="1"/>
          </p:cNvSpPr>
          <p:nvPr>
            <p:ph sz="quarter" idx="14"/>
          </p:nvPr>
        </p:nvSpPr>
        <p:spPr>
          <a:xfrm>
            <a:off x="291606" y="3329446"/>
            <a:ext cx="11633062" cy="2884032"/>
          </a:xfrm>
        </p:spPr>
        <p:txBody>
          <a:bodyPr/>
          <a:lstStyle/>
          <a:p>
            <a:r>
              <a:rPr lang="en-US" dirty="0"/>
              <a:t>Advantages :</a:t>
            </a:r>
          </a:p>
          <a:p>
            <a:r>
              <a:rPr lang="en-US" dirty="0">
                <a:solidFill>
                  <a:srgbClr val="A2E1D7"/>
                </a:solidFill>
              </a:rPr>
              <a:t>Separated credentials (start with hardcoded, then variables, then injected)</a:t>
            </a:r>
          </a:p>
          <a:p>
            <a:r>
              <a:rPr lang="en-US" dirty="0">
                <a:solidFill>
                  <a:srgbClr val="A2E1D7"/>
                </a:solidFill>
              </a:rPr>
              <a:t>Generalized variables make your roles exchangeable, changes-proof, readable, ...</a:t>
            </a:r>
            <a:endParaRPr lang="fr-BE" dirty="0">
              <a:solidFill>
                <a:srgbClr val="A2E1D7"/>
              </a:solidFill>
            </a:endParaRP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principles</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5" name="Rectangle 2">
            <a:extLst>
              <a:ext uri="{FF2B5EF4-FFF2-40B4-BE49-F238E27FC236}">
                <a16:creationId xmlns:a16="http://schemas.microsoft.com/office/drawing/2014/main" id="{44B3516D-4221-C1E1-0765-0DACCB2728C9}"/>
              </a:ext>
            </a:extLst>
          </p:cNvPr>
          <p:cNvSpPr/>
          <p:nvPr/>
        </p:nvSpPr>
        <p:spPr>
          <a:xfrm>
            <a:off x="291606" y="1676400"/>
            <a:ext cx="8876442" cy="1483173"/>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fr-BE" dirty="0" err="1">
                <a:solidFill>
                  <a:srgbClr val="CCCCCC"/>
                </a:solidFill>
                <a:latin typeface="Consolas" panose="020B0609020204030204" pitchFamily="49" charset="0"/>
              </a:rPr>
              <a:t>playbook</a:t>
            </a:r>
            <a:endParaRPr lang="fr-BE" dirty="0">
              <a:solidFill>
                <a:srgbClr val="CCCCCC"/>
              </a:solidFill>
              <a:latin typeface="Consolas" panose="020B0609020204030204" pitchFamily="49" charset="0"/>
            </a:endParaRPr>
          </a:p>
          <a:p>
            <a:r>
              <a:rPr lang="fr-BE" b="0" dirty="0">
                <a:solidFill>
                  <a:srgbClr val="CCCCCC"/>
                </a:solidFill>
                <a:effectLst/>
                <a:latin typeface="Consolas" panose="020B0609020204030204" pitchFamily="49" charset="0"/>
              </a:rPr>
              <a:t>  </a:t>
            </a:r>
            <a:r>
              <a:rPr lang="fr-BE" b="0" dirty="0" err="1">
                <a:solidFill>
                  <a:srgbClr val="CCCCCC"/>
                </a:solidFill>
                <a:effectLst/>
                <a:latin typeface="Consolas" panose="020B0609020204030204" pitchFamily="49" charset="0"/>
              </a:rPr>
              <a:t>role</a:t>
            </a:r>
            <a:r>
              <a:rPr lang="fr-BE" b="0" dirty="0">
                <a:solidFill>
                  <a:srgbClr val="CCCCCC"/>
                </a:solidFill>
                <a:effectLst/>
                <a:latin typeface="Consolas" panose="020B0609020204030204" pitchFamily="49" charset="0"/>
              </a:rPr>
              <a:t> : </a:t>
            </a:r>
            <a:r>
              <a:rPr lang="fr-BE" b="0" dirty="0" err="1">
                <a:solidFill>
                  <a:srgbClr val="CCCCCC"/>
                </a:solidFill>
                <a:effectLst/>
                <a:latin typeface="Consolas" panose="020B0609020204030204" pitchFamily="49" charset="0"/>
              </a:rPr>
              <a:t>facts</a:t>
            </a:r>
            <a:r>
              <a:rPr lang="fr-BE" dirty="0">
                <a:solidFill>
                  <a:srgbClr val="CCCCCC"/>
                </a:solidFill>
                <a:latin typeface="Consolas" panose="020B0609020204030204" pitchFamily="49" charset="0"/>
              </a:rPr>
              <a:t> / </a:t>
            </a:r>
            <a:r>
              <a:rPr lang="fr-BE" dirty="0" err="1">
                <a:solidFill>
                  <a:srgbClr val="CCCCCC"/>
                </a:solidFill>
                <a:latin typeface="Consolas" panose="020B0609020204030204" pitchFamily="49" charset="0"/>
              </a:rPr>
              <a:t>credentials</a:t>
            </a:r>
            <a:endParaRPr lang="fr-BE" dirty="0">
              <a:solidFill>
                <a:srgbClr val="CCCCCC"/>
              </a:solidFill>
              <a:latin typeface="Consolas" panose="020B0609020204030204" pitchFamily="49" charset="0"/>
            </a:endParaRPr>
          </a:p>
          <a:p>
            <a:r>
              <a:rPr lang="fr-BE" b="0" dirty="0">
                <a:solidFill>
                  <a:srgbClr val="CCCCCC"/>
                </a:solidFill>
                <a:effectLst/>
                <a:latin typeface="Consolas" panose="020B0609020204030204" pitchFamily="49" charset="0"/>
              </a:rPr>
              <a:t>  </a:t>
            </a:r>
            <a:r>
              <a:rPr lang="fr-BE" b="0" dirty="0" err="1">
                <a:solidFill>
                  <a:srgbClr val="CCCCCC"/>
                </a:solidFill>
                <a:effectLst/>
                <a:latin typeface="Consolas" panose="020B0609020204030204" pitchFamily="49" charset="0"/>
              </a:rPr>
              <a:t>role</a:t>
            </a:r>
            <a:r>
              <a:rPr lang="fr-BE" b="0" dirty="0">
                <a:solidFill>
                  <a:srgbClr val="CCCCCC"/>
                </a:solidFill>
                <a:effectLst/>
                <a:latin typeface="Consolas" panose="020B0609020204030204" pitchFamily="49" charset="0"/>
              </a:rPr>
              <a:t> : step1 / </a:t>
            </a:r>
            <a:r>
              <a:rPr lang="fr-BE" b="0" dirty="0" err="1">
                <a:solidFill>
                  <a:srgbClr val="CCCCCC"/>
                </a:solidFill>
                <a:effectLst/>
                <a:latin typeface="Consolas" panose="020B0609020204030204" pitchFamily="49" charset="0"/>
              </a:rPr>
              <a:t>facts</a:t>
            </a:r>
            <a:r>
              <a:rPr lang="fr-BE" b="0" dirty="0">
                <a:solidFill>
                  <a:srgbClr val="CCCCCC"/>
                </a:solidFill>
                <a:effectLst/>
                <a:latin typeface="Consolas" panose="020B0609020204030204" pitchFamily="49" charset="0"/>
              </a:rPr>
              <a:t> (</a:t>
            </a:r>
            <a:r>
              <a:rPr lang="fr-BE" b="0" dirty="0" err="1">
                <a:solidFill>
                  <a:srgbClr val="CCCCCC"/>
                </a:solidFill>
                <a:effectLst/>
                <a:latin typeface="Consolas" panose="020B0609020204030204" pitchFamily="49" charset="0"/>
              </a:rPr>
              <a:t>generalize</a:t>
            </a:r>
            <a:r>
              <a:rPr lang="fr-BE" b="0" dirty="0">
                <a:solidFill>
                  <a:srgbClr val="CCCCCC"/>
                </a:solidFill>
                <a:effectLst/>
                <a:latin typeface="Consolas" panose="020B0609020204030204" pitchFamily="49" charset="0"/>
              </a:rPr>
              <a:t> variables)</a:t>
            </a:r>
          </a:p>
          <a:p>
            <a:r>
              <a:rPr lang="fr-BE" dirty="0">
                <a:solidFill>
                  <a:srgbClr val="CCCCCC"/>
                </a:solidFill>
                <a:latin typeface="Consolas" panose="020B0609020204030204" pitchFamily="49" charset="0"/>
              </a:rPr>
              <a:t>  </a:t>
            </a:r>
            <a:r>
              <a:rPr lang="fr-BE" dirty="0" err="1">
                <a:solidFill>
                  <a:srgbClr val="CCCCCC"/>
                </a:solidFill>
                <a:latin typeface="Consolas" panose="020B0609020204030204" pitchFamily="49" charset="0"/>
              </a:rPr>
              <a:t>role</a:t>
            </a:r>
            <a:r>
              <a:rPr lang="fr-BE" dirty="0">
                <a:solidFill>
                  <a:srgbClr val="CCCCCC"/>
                </a:solidFill>
                <a:latin typeface="Consolas" panose="020B0609020204030204" pitchFamily="49" charset="0"/>
              </a:rPr>
              <a:t> : step1 / </a:t>
            </a:r>
            <a:r>
              <a:rPr lang="fr-BE" dirty="0" err="1">
                <a:solidFill>
                  <a:srgbClr val="CCCCCC"/>
                </a:solidFill>
                <a:latin typeface="Consolas" panose="020B0609020204030204" pitchFamily="49" charset="0"/>
              </a:rPr>
              <a:t>create</a:t>
            </a:r>
            <a:r>
              <a:rPr lang="fr-BE" dirty="0">
                <a:solidFill>
                  <a:srgbClr val="CCCCCC"/>
                </a:solidFill>
                <a:latin typeface="Consolas" panose="020B0609020204030204" pitchFamily="49" charset="0"/>
              </a:rPr>
              <a:t> (use </a:t>
            </a:r>
            <a:r>
              <a:rPr lang="fr-BE" dirty="0" err="1">
                <a:solidFill>
                  <a:srgbClr val="CCCCCC"/>
                </a:solidFill>
                <a:latin typeface="Consolas" panose="020B0609020204030204" pitchFamily="49" charset="0"/>
              </a:rPr>
              <a:t>generalized</a:t>
            </a:r>
            <a:r>
              <a:rPr lang="fr-BE" dirty="0">
                <a:solidFill>
                  <a:srgbClr val="CCCCCC"/>
                </a:solidFill>
                <a:latin typeface="Consolas" panose="020B0609020204030204" pitchFamily="49" charset="0"/>
              </a:rPr>
              <a:t> variables)</a:t>
            </a:r>
            <a:endParaRPr lang="fr-BE"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3825562099"/>
      </p:ext>
    </p:extLst>
  </p:cSld>
  <p:clrMapOvr>
    <a:masterClrMapping/>
  </p:clrMapOvr>
  <p:transition spd="med">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Collections and Roles</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Galaxy</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14" name="Content Placeholder 13">
            <a:extLst>
              <a:ext uri="{FF2B5EF4-FFF2-40B4-BE49-F238E27FC236}">
                <a16:creationId xmlns:a16="http://schemas.microsoft.com/office/drawing/2014/main" id="{61FF33B7-9F6A-DC43-BE6F-74D032DDFC4A}"/>
              </a:ext>
            </a:extLst>
          </p:cNvPr>
          <p:cNvSpPr>
            <a:spLocks noGrp="1"/>
          </p:cNvSpPr>
          <p:nvPr>
            <p:ph sz="quarter" idx="14"/>
          </p:nvPr>
        </p:nvSpPr>
        <p:spPr/>
        <p:txBody>
          <a:bodyPr/>
          <a:lstStyle/>
          <a:p>
            <a:r>
              <a:rPr lang="en-US" sz="2400" dirty="0">
                <a:hlinkClick r:id="rId2"/>
              </a:rPr>
              <a:t>https://galaxy.ansible.com</a:t>
            </a:r>
            <a:endParaRPr lang="en-US" sz="2400" dirty="0"/>
          </a:p>
          <a:p>
            <a:r>
              <a:rPr lang="en-US" sz="2400" dirty="0"/>
              <a:t>Sharing Content</a:t>
            </a:r>
          </a:p>
          <a:p>
            <a:r>
              <a:rPr lang="en-US" sz="2400" dirty="0"/>
              <a:t>Certified and Community</a:t>
            </a:r>
          </a:p>
          <a:p>
            <a:r>
              <a:rPr lang="en-US" sz="2400" dirty="0"/>
              <a:t>Collections and Roles</a:t>
            </a:r>
          </a:p>
        </p:txBody>
      </p:sp>
    </p:spTree>
    <p:extLst>
      <p:ext uri="{BB962C8B-B14F-4D97-AF65-F5344CB8AC3E}">
        <p14:creationId xmlns:p14="http://schemas.microsoft.com/office/powerpoint/2010/main" val="2712968711"/>
      </p:ext>
    </p:extLst>
  </p:cSld>
  <p:clrMapOvr>
    <a:masterClrMapping/>
  </p:clrMapOvr>
  <p:transition spd="med">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EBE51FBD-ED53-3149-A098-9877E1B8B664}"/>
              </a:ext>
            </a:extLst>
          </p:cNvPr>
          <p:cNvSpPr/>
          <p:nvPr/>
        </p:nvSpPr>
        <p:spPr>
          <a:xfrm>
            <a:off x="838199" y="3657600"/>
            <a:ext cx="367917" cy="400109"/>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ysClr val="windowText" lastClr="000000"/>
              </a:solidFill>
            </a:endParaRPr>
          </a:p>
        </p:txBody>
      </p:sp>
      <p:sp>
        <p:nvSpPr>
          <p:cNvPr id="3" name="Content Placeholder 2">
            <a:extLst>
              <a:ext uri="{FF2B5EF4-FFF2-40B4-BE49-F238E27FC236}">
                <a16:creationId xmlns:a16="http://schemas.microsoft.com/office/drawing/2014/main" id="{BBE0FC32-096A-3642-BE89-6084828F9068}"/>
              </a:ext>
            </a:extLst>
          </p:cNvPr>
          <p:cNvSpPr>
            <a:spLocks noGrp="1"/>
          </p:cNvSpPr>
          <p:nvPr>
            <p:ph sz="quarter" idx="14"/>
          </p:nvPr>
        </p:nvSpPr>
        <p:spPr>
          <a:xfrm>
            <a:off x="374904" y="1476378"/>
            <a:ext cx="11439144" cy="4206240"/>
          </a:xfrm>
        </p:spPr>
        <p:txBody>
          <a:bodyPr/>
          <a:lstStyle/>
          <a:p>
            <a:r>
              <a:rPr lang="en-US" dirty="0"/>
              <a:t>“The Pub” – </a:t>
            </a:r>
            <a:r>
              <a:rPr lang="en-US" dirty="0" err="1"/>
              <a:t>NetApp.io</a:t>
            </a:r>
            <a:r>
              <a:rPr lang="en-US" dirty="0"/>
              <a:t> (</a:t>
            </a:r>
            <a:r>
              <a:rPr lang="en-US" dirty="0">
                <a:hlinkClick r:id="rId3"/>
              </a:rPr>
              <a:t>http://netapp.io</a:t>
            </a:r>
            <a:r>
              <a:rPr lang="en-US" dirty="0"/>
              <a:t>) NetApp’s Open-source community portal</a:t>
            </a:r>
          </a:p>
          <a:p>
            <a:pPr lvl="1"/>
            <a:r>
              <a:rPr lang="en-US" dirty="0"/>
              <a:t>Covers:  APIs, Trident, Ansible, etc. </a:t>
            </a:r>
          </a:p>
          <a:p>
            <a:pPr lvl="1"/>
            <a:r>
              <a:rPr lang="en-US" dirty="0"/>
              <a:t>Blogs – Announcements, features, examples</a:t>
            </a:r>
          </a:p>
          <a:p>
            <a:pPr lvl="1"/>
            <a:r>
              <a:rPr lang="en-US" dirty="0"/>
              <a:t>Slack – </a:t>
            </a:r>
            <a:r>
              <a:rPr lang="en-US" dirty="0">
                <a:hlinkClick r:id="rId4"/>
              </a:rPr>
              <a:t>https://join.slack.com/t/netapppub/shared_invite/zt-lp4igqqv-91IeyWhok0G7aF~Y3GWPGw</a:t>
            </a:r>
            <a:r>
              <a:rPr lang="en-US" dirty="0"/>
              <a:t> </a:t>
            </a:r>
          </a:p>
          <a:p>
            <a:r>
              <a:rPr lang="en-US" dirty="0"/>
              <a:t>Ansible Documentation - </a:t>
            </a:r>
            <a:r>
              <a:rPr lang="en-US" dirty="0">
                <a:hlinkClick r:id="rId5"/>
              </a:rPr>
              <a:t>https://docs.ansible.com</a:t>
            </a:r>
            <a:r>
              <a:rPr lang="en-US" dirty="0"/>
              <a:t> </a:t>
            </a:r>
          </a:p>
          <a:p>
            <a:pPr lvl="1"/>
            <a:r>
              <a:rPr lang="en-US" dirty="0"/>
              <a:t>Collection Docs: </a:t>
            </a:r>
            <a:r>
              <a:rPr lang="en-US" dirty="0" err="1"/>
              <a:t>netapp.ontap</a:t>
            </a:r>
            <a:r>
              <a:rPr lang="en-US" dirty="0"/>
              <a:t> - </a:t>
            </a:r>
            <a:r>
              <a:rPr lang="en-US" dirty="0">
                <a:hlinkClick r:id="rId6"/>
              </a:rPr>
              <a:t>https://docs.ansible.com/ansible/latest/collections/netapp/ontap/index.html</a:t>
            </a:r>
            <a:r>
              <a:rPr lang="en-US" dirty="0"/>
              <a:t> </a:t>
            </a:r>
          </a:p>
          <a:p>
            <a:pPr lvl="1"/>
            <a:r>
              <a:rPr lang="en-US" dirty="0"/>
              <a:t>A   GALAXY namespace Location for </a:t>
            </a:r>
            <a:r>
              <a:rPr lang="en-US" dirty="0" err="1"/>
              <a:t>netapp</a:t>
            </a:r>
            <a:r>
              <a:rPr lang="en-US" dirty="0"/>
              <a:t>: </a:t>
            </a:r>
          </a:p>
          <a:p>
            <a:pPr lvl="2"/>
            <a:r>
              <a:rPr lang="en-US" b="1" dirty="0" err="1"/>
              <a:t>netapp</a:t>
            </a:r>
            <a:r>
              <a:rPr lang="en-US" dirty="0"/>
              <a:t> - </a:t>
            </a:r>
            <a:r>
              <a:rPr lang="en-US" dirty="0">
                <a:hlinkClick r:id="rId7"/>
              </a:rPr>
              <a:t>https://galaxy.ansible.com/netapp</a:t>
            </a:r>
            <a:r>
              <a:rPr lang="en-US" dirty="0"/>
              <a:t> </a:t>
            </a:r>
          </a:p>
          <a:p>
            <a:pPr lvl="2"/>
            <a:r>
              <a:rPr lang="en-US" b="1" dirty="0" err="1"/>
              <a:t>netapp.ontap</a:t>
            </a:r>
            <a:r>
              <a:rPr lang="en-US" b="1" dirty="0"/>
              <a:t> </a:t>
            </a:r>
            <a:r>
              <a:rPr lang="en-US" dirty="0"/>
              <a:t>- </a:t>
            </a:r>
            <a:r>
              <a:rPr lang="en-US" dirty="0">
                <a:hlinkClick r:id="rId8"/>
              </a:rPr>
              <a:t>https://galaxy.ansible.com/netapp/ontap</a:t>
            </a:r>
            <a:r>
              <a:rPr lang="en-US" dirty="0"/>
              <a:t> </a:t>
            </a:r>
          </a:p>
          <a:p>
            <a:r>
              <a:rPr lang="en-US" dirty="0"/>
              <a:t>GitHub</a:t>
            </a:r>
          </a:p>
          <a:p>
            <a:pPr lvl="1"/>
            <a:r>
              <a:rPr lang="en-US" dirty="0"/>
              <a:t>NetApp shared playbook examples: </a:t>
            </a:r>
            <a:r>
              <a:rPr lang="en-US" dirty="0">
                <a:hlinkClick r:id="rId9"/>
              </a:rPr>
              <a:t>https://github.com/NetApp-Automation/ansible</a:t>
            </a:r>
            <a:r>
              <a:rPr lang="en-US" dirty="0"/>
              <a:t> </a:t>
            </a:r>
          </a:p>
          <a:p>
            <a:r>
              <a:rPr lang="en-US" dirty="0"/>
              <a:t>Labs:</a:t>
            </a:r>
          </a:p>
          <a:p>
            <a:pPr lvl="1"/>
            <a:r>
              <a:rPr lang="en-US" dirty="0"/>
              <a:t>Hands-on Lab: </a:t>
            </a:r>
            <a:r>
              <a:rPr lang="en-US" dirty="0">
                <a:hlinkClick r:id="rId10"/>
              </a:rPr>
              <a:t>https://handsonlabs.netapp.com/lab/ontapansible</a:t>
            </a:r>
            <a:r>
              <a:rPr lang="en-US" dirty="0"/>
              <a:t> </a:t>
            </a:r>
            <a:endParaRPr lang="en-US" dirty="0">
              <a:hlinkClick r:id="rId11"/>
            </a:endParaRPr>
          </a:p>
        </p:txBody>
      </p:sp>
      <p:sp>
        <p:nvSpPr>
          <p:cNvPr id="4" name="Text Placeholder 3">
            <a:extLst>
              <a:ext uri="{FF2B5EF4-FFF2-40B4-BE49-F238E27FC236}">
                <a16:creationId xmlns:a16="http://schemas.microsoft.com/office/drawing/2014/main" id="{47C42C24-1D0F-A442-82FC-C3E5321942CB}"/>
              </a:ext>
            </a:extLst>
          </p:cNvPr>
          <p:cNvSpPr>
            <a:spLocks noGrp="1"/>
          </p:cNvSpPr>
          <p:nvPr>
            <p:ph type="body" idx="10"/>
          </p:nvPr>
        </p:nvSpPr>
        <p:spPr/>
        <p:txBody>
          <a:bodyPr/>
          <a:lstStyle/>
          <a:p>
            <a:r>
              <a:rPr lang="en-US" dirty="0"/>
              <a:t>Enablement Resources</a:t>
            </a:r>
          </a:p>
        </p:txBody>
      </p:sp>
      <p:sp>
        <p:nvSpPr>
          <p:cNvPr id="2" name="Title 1">
            <a:extLst>
              <a:ext uri="{FF2B5EF4-FFF2-40B4-BE49-F238E27FC236}">
                <a16:creationId xmlns:a16="http://schemas.microsoft.com/office/drawing/2014/main" id="{1C7A7665-FA8B-724E-83C9-2C25299BA320}"/>
              </a:ext>
            </a:extLst>
          </p:cNvPr>
          <p:cNvSpPr>
            <a:spLocks noGrp="1"/>
          </p:cNvSpPr>
          <p:nvPr>
            <p:ph type="title"/>
          </p:nvPr>
        </p:nvSpPr>
        <p:spPr/>
        <p:txBody>
          <a:bodyPr/>
          <a:lstStyle/>
          <a:p>
            <a:r>
              <a:rPr lang="en-US" sz="2400" dirty="0"/>
              <a:t>NetApp &amp; Ansible</a:t>
            </a:r>
            <a:endParaRPr lang="en-US" dirty="0"/>
          </a:p>
        </p:txBody>
      </p:sp>
      <p:pic>
        <p:nvPicPr>
          <p:cNvPr id="10" name="Picture 9">
            <a:extLst>
              <a:ext uri="{FF2B5EF4-FFF2-40B4-BE49-F238E27FC236}">
                <a16:creationId xmlns:a16="http://schemas.microsoft.com/office/drawing/2014/main" id="{2407E7D6-0EF1-9F40-A0BB-9037C0CE9AF8}"/>
              </a:ext>
            </a:extLst>
          </p:cNvPr>
          <p:cNvPicPr>
            <a:picLocks noChangeAspect="1"/>
          </p:cNvPicPr>
          <p:nvPr/>
        </p:nvPicPr>
        <p:blipFill>
          <a:blip r:embed="rId12"/>
          <a:stretch>
            <a:fillRect/>
          </a:stretch>
        </p:blipFill>
        <p:spPr>
          <a:xfrm>
            <a:off x="899462" y="3723806"/>
            <a:ext cx="245389" cy="267696"/>
          </a:xfrm>
          <a:prstGeom prst="rect">
            <a:avLst/>
          </a:prstGeom>
          <a:solidFill>
            <a:schemeClr val="bg1"/>
          </a:solidFill>
        </p:spPr>
      </p:pic>
      <p:sp>
        <p:nvSpPr>
          <p:cNvPr id="5" name="Footer Placeholder 4">
            <a:extLst>
              <a:ext uri="{FF2B5EF4-FFF2-40B4-BE49-F238E27FC236}">
                <a16:creationId xmlns:a16="http://schemas.microsoft.com/office/drawing/2014/main" id="{58852DDB-64BB-0C4F-8422-2458F365E062}"/>
              </a:ext>
            </a:extLst>
          </p:cNvPr>
          <p:cNvSpPr>
            <a:spLocks noGrp="1"/>
          </p:cNvSpPr>
          <p:nvPr>
            <p:ph type="ftr" sz="quarter" idx="3"/>
          </p:nvPr>
        </p:nvSpPr>
        <p:spPr/>
        <p:txBody>
          <a:bodyPr/>
          <a:lstStyle/>
          <a:p>
            <a:r>
              <a:rPr lang="en-US"/>
              <a:t>© 2023 NetApp, Inc. All rights reserved.  — NETAPP CONFIDENTIAL — </a:t>
            </a:r>
            <a:endParaRPr lang="en-US" dirty="0"/>
          </a:p>
        </p:txBody>
      </p:sp>
    </p:spTree>
    <p:extLst>
      <p:ext uri="{BB962C8B-B14F-4D97-AF65-F5344CB8AC3E}">
        <p14:creationId xmlns:p14="http://schemas.microsoft.com/office/powerpoint/2010/main" val="478603680"/>
      </p:ext>
    </p:extLst>
  </p:cSld>
  <p:clrMapOvr>
    <a:masterClrMapping/>
  </p:clrMapOvr>
  <p:transition spd="med">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jdelijke aanduiding voor tekst 11">
            <a:extLst>
              <a:ext uri="{FF2B5EF4-FFF2-40B4-BE49-F238E27FC236}">
                <a16:creationId xmlns:a16="http://schemas.microsoft.com/office/drawing/2014/main" id="{D6C344EC-CEBD-734E-F867-6EC5D691884F}"/>
              </a:ext>
            </a:extLst>
          </p:cNvPr>
          <p:cNvSpPr>
            <a:spLocks noGrp="1"/>
          </p:cNvSpPr>
          <p:nvPr>
            <p:ph type="body" sz="quarter" idx="10"/>
          </p:nvPr>
        </p:nvSpPr>
        <p:spPr>
          <a:xfrm>
            <a:off x="1572391" y="4085414"/>
            <a:ext cx="9047153" cy="1472184"/>
          </a:xfrm>
        </p:spPr>
        <p:txBody>
          <a:bodyPr/>
          <a:lstStyle/>
          <a:p>
            <a:r>
              <a:rPr lang="fr-BE" dirty="0">
                <a:hlinkClick r:id="rId2"/>
              </a:rPr>
              <a:t>https://yaml.org/spec/1.2.2/</a:t>
            </a:r>
            <a:endParaRPr lang="fr-BE" dirty="0"/>
          </a:p>
          <a:p>
            <a:r>
              <a:rPr lang="fr-BE" dirty="0">
                <a:hlinkClick r:id="rId3"/>
              </a:rPr>
              <a:t>https://json2yaml.com</a:t>
            </a:r>
            <a:endParaRPr lang="fr-BE" dirty="0"/>
          </a:p>
          <a:p>
            <a:r>
              <a:rPr lang="fr-BE" dirty="0">
                <a:hlinkClick r:id="rId4"/>
              </a:rPr>
              <a:t>https://yamllint.com</a:t>
            </a:r>
            <a:r>
              <a:rPr lang="fr-BE" dirty="0"/>
              <a:t> </a:t>
            </a:r>
          </a:p>
        </p:txBody>
      </p:sp>
      <p:sp>
        <p:nvSpPr>
          <p:cNvPr id="11" name="Titel 10">
            <a:extLst>
              <a:ext uri="{FF2B5EF4-FFF2-40B4-BE49-F238E27FC236}">
                <a16:creationId xmlns:a16="http://schemas.microsoft.com/office/drawing/2014/main" id="{5677C43C-C8CA-E3E8-479C-DCC202766238}"/>
              </a:ext>
            </a:extLst>
          </p:cNvPr>
          <p:cNvSpPr>
            <a:spLocks noGrp="1"/>
          </p:cNvSpPr>
          <p:nvPr>
            <p:ph type="ctrTitle"/>
          </p:nvPr>
        </p:nvSpPr>
        <p:spPr/>
        <p:txBody>
          <a:bodyPr/>
          <a:lstStyle/>
          <a:p>
            <a:r>
              <a:rPr lang="en-US" dirty="0"/>
              <a:t>Working with YAML</a:t>
            </a:r>
            <a:endParaRPr lang="fr-BE" dirty="0"/>
          </a:p>
        </p:txBody>
      </p:sp>
      <p:sp>
        <p:nvSpPr>
          <p:cNvPr id="5" name="Tijdelijke aanduiding voor voettekst 4">
            <a:extLst>
              <a:ext uri="{FF2B5EF4-FFF2-40B4-BE49-F238E27FC236}">
                <a16:creationId xmlns:a16="http://schemas.microsoft.com/office/drawing/2014/main" id="{C8E2B623-A37C-3723-64B8-8697A1186744}"/>
              </a:ext>
            </a:extLst>
          </p:cNvPr>
          <p:cNvSpPr>
            <a:spLocks noGrp="1"/>
          </p:cNvSpPr>
          <p:nvPr>
            <p:ph type="ftr" sz="quarter" idx="3"/>
          </p:nvPr>
        </p:nvSpPr>
        <p:spPr/>
        <p:txBody>
          <a:bodyPr/>
          <a:lstStyle/>
          <a:p>
            <a:r>
              <a:rPr lang="en-US"/>
              <a:t>© 2023 NetApp, Inc. All rights reserved.  — NETAPP CONFIDENTIAL — </a:t>
            </a:r>
            <a:endParaRPr lang="en-US" dirty="0"/>
          </a:p>
        </p:txBody>
      </p:sp>
    </p:spTree>
    <p:extLst>
      <p:ext uri="{BB962C8B-B14F-4D97-AF65-F5344CB8AC3E}">
        <p14:creationId xmlns:p14="http://schemas.microsoft.com/office/powerpoint/2010/main" val="1418896310"/>
      </p:ext>
    </p:extLst>
  </p:cSld>
  <p:clrMapOvr>
    <a:masterClrMapping/>
  </p:clrMapOvr>
  <p:transition spd="med">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4F11A591-BAB2-7876-F9E0-83861B631F2F}"/>
              </a:ext>
            </a:extLst>
          </p:cNvPr>
          <p:cNvSpPr>
            <a:spLocks noGrp="1"/>
          </p:cNvSpPr>
          <p:nvPr>
            <p:ph type="title"/>
          </p:nvPr>
        </p:nvSpPr>
        <p:spPr/>
        <p:txBody>
          <a:bodyPr/>
          <a:lstStyle/>
          <a:p>
            <a:r>
              <a:rPr lang="en-US" dirty="0"/>
              <a:t>Working with YAML</a:t>
            </a:r>
            <a:endParaRPr lang="fr-BE" dirty="0"/>
          </a:p>
        </p:txBody>
      </p:sp>
      <p:sp>
        <p:nvSpPr>
          <p:cNvPr id="7" name="Tijdelijke aanduiding voor inhoud 6">
            <a:extLst>
              <a:ext uri="{FF2B5EF4-FFF2-40B4-BE49-F238E27FC236}">
                <a16:creationId xmlns:a16="http://schemas.microsoft.com/office/drawing/2014/main" id="{0C321E9F-DEF1-492C-5E62-052DFF540A11}"/>
              </a:ext>
            </a:extLst>
          </p:cNvPr>
          <p:cNvSpPr>
            <a:spLocks noGrp="1"/>
          </p:cNvSpPr>
          <p:nvPr>
            <p:ph sz="quarter" idx="14"/>
          </p:nvPr>
        </p:nvSpPr>
        <p:spPr/>
        <p:txBody>
          <a:bodyPr/>
          <a:lstStyle/>
          <a:p>
            <a:r>
              <a:rPr lang="en-US" dirty="0">
                <a:solidFill>
                  <a:schemeClr val="accent3">
                    <a:lumMod val="50000"/>
                  </a:schemeClr>
                </a:solidFill>
              </a:rPr>
              <a:t>String</a:t>
            </a:r>
            <a:r>
              <a:rPr lang="en-US" dirty="0"/>
              <a:t> : text</a:t>
            </a:r>
          </a:p>
          <a:p>
            <a:r>
              <a:rPr lang="en-US" dirty="0">
                <a:solidFill>
                  <a:schemeClr val="accent3">
                    <a:lumMod val="50000"/>
                  </a:schemeClr>
                </a:solidFill>
              </a:rPr>
              <a:t>Number</a:t>
            </a:r>
            <a:r>
              <a:rPr lang="en-US" dirty="0"/>
              <a:t> : integer or decimal</a:t>
            </a:r>
          </a:p>
          <a:p>
            <a:r>
              <a:rPr lang="en-US" dirty="0">
                <a:solidFill>
                  <a:schemeClr val="accent3">
                    <a:lumMod val="50000"/>
                  </a:schemeClr>
                </a:solidFill>
              </a:rPr>
              <a:t>Boolean</a:t>
            </a:r>
            <a:r>
              <a:rPr lang="en-US" dirty="0"/>
              <a:t> : true/false, yes/no, y/n, on/off</a:t>
            </a:r>
          </a:p>
          <a:p>
            <a:r>
              <a:rPr lang="en-US" dirty="0">
                <a:solidFill>
                  <a:schemeClr val="accent3">
                    <a:lumMod val="50000"/>
                  </a:schemeClr>
                </a:solidFill>
              </a:rPr>
              <a:t>Date</a:t>
            </a:r>
            <a:r>
              <a:rPr lang="en-US" dirty="0"/>
              <a:t> : 2024/12/31</a:t>
            </a:r>
          </a:p>
          <a:p>
            <a:r>
              <a:rPr lang="en-US" dirty="0" err="1">
                <a:solidFill>
                  <a:schemeClr val="accent3">
                    <a:lumMod val="50000"/>
                  </a:schemeClr>
                </a:solidFill>
              </a:rPr>
              <a:t>Dict</a:t>
            </a:r>
            <a:r>
              <a:rPr lang="en-US" dirty="0"/>
              <a:t> : group of key/value pairs (value is any of these 7 types)</a:t>
            </a:r>
          </a:p>
          <a:p>
            <a:r>
              <a:rPr lang="en-US" dirty="0">
                <a:solidFill>
                  <a:schemeClr val="accent3">
                    <a:lumMod val="50000"/>
                  </a:schemeClr>
                </a:solidFill>
              </a:rPr>
              <a:t>List</a:t>
            </a:r>
            <a:r>
              <a:rPr lang="en-US" dirty="0"/>
              <a:t> : ordered list of values (value is any of these 7 types)</a:t>
            </a:r>
          </a:p>
          <a:p>
            <a:r>
              <a:rPr lang="en-US" dirty="0">
                <a:solidFill>
                  <a:schemeClr val="accent3">
                    <a:lumMod val="50000"/>
                  </a:schemeClr>
                </a:solidFill>
              </a:rPr>
              <a:t>Null-value</a:t>
            </a:r>
            <a:r>
              <a:rPr lang="en-US" dirty="0"/>
              <a:t> : null (or empty value)</a:t>
            </a:r>
          </a:p>
          <a:p>
            <a:pPr lvl="1"/>
            <a:endParaRPr lang="en-US" dirty="0"/>
          </a:p>
        </p:txBody>
      </p:sp>
      <p:sp>
        <p:nvSpPr>
          <p:cNvPr id="6" name="Tijdelijke aanduiding voor tekst 5">
            <a:extLst>
              <a:ext uri="{FF2B5EF4-FFF2-40B4-BE49-F238E27FC236}">
                <a16:creationId xmlns:a16="http://schemas.microsoft.com/office/drawing/2014/main" id="{A51B6C01-EAC5-5130-2228-324638ADBE03}"/>
              </a:ext>
            </a:extLst>
          </p:cNvPr>
          <p:cNvSpPr>
            <a:spLocks noGrp="1"/>
          </p:cNvSpPr>
          <p:nvPr>
            <p:ph type="body" idx="10"/>
          </p:nvPr>
        </p:nvSpPr>
        <p:spPr/>
        <p:txBody>
          <a:bodyPr/>
          <a:lstStyle/>
          <a:p>
            <a:r>
              <a:rPr lang="en-US" dirty="0"/>
              <a:t>Value types</a:t>
            </a:r>
            <a:endParaRPr lang="fr-BE" dirty="0"/>
          </a:p>
        </p:txBody>
      </p:sp>
      <p:sp>
        <p:nvSpPr>
          <p:cNvPr id="4" name="Tijdelijke aanduiding voor voettekst 3">
            <a:extLst>
              <a:ext uri="{FF2B5EF4-FFF2-40B4-BE49-F238E27FC236}">
                <a16:creationId xmlns:a16="http://schemas.microsoft.com/office/drawing/2014/main" id="{C05E3904-689D-6195-F7A3-CA7367115360}"/>
              </a:ext>
            </a:extLst>
          </p:cNvPr>
          <p:cNvSpPr>
            <a:spLocks noGrp="1"/>
          </p:cNvSpPr>
          <p:nvPr>
            <p:ph type="ftr" sz="quarter" idx="3"/>
          </p:nvPr>
        </p:nvSpPr>
        <p:spPr/>
        <p:txBody>
          <a:bodyPr/>
          <a:lstStyle/>
          <a:p>
            <a:r>
              <a:rPr lang="en-US"/>
              <a:t>© 2023 NetApp, Inc. All rights reserved.  — NETAPP CONFIDENTIAL — </a:t>
            </a:r>
            <a:endParaRPr lang="en-US" dirty="0"/>
          </a:p>
        </p:txBody>
      </p:sp>
    </p:spTree>
    <p:extLst>
      <p:ext uri="{BB962C8B-B14F-4D97-AF65-F5344CB8AC3E}">
        <p14:creationId xmlns:p14="http://schemas.microsoft.com/office/powerpoint/2010/main" val="514038361"/>
      </p:ext>
    </p:extLst>
  </p:cSld>
  <p:clrMapOvr>
    <a:masterClrMapping/>
  </p:clrMapOvr>
  <p:transition spd="med">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4F11A591-BAB2-7876-F9E0-83861B631F2F}"/>
              </a:ext>
            </a:extLst>
          </p:cNvPr>
          <p:cNvSpPr>
            <a:spLocks noGrp="1"/>
          </p:cNvSpPr>
          <p:nvPr>
            <p:ph type="title"/>
          </p:nvPr>
        </p:nvSpPr>
        <p:spPr/>
        <p:txBody>
          <a:bodyPr/>
          <a:lstStyle/>
          <a:p>
            <a:r>
              <a:rPr lang="en-US" dirty="0"/>
              <a:t>Working with YAML</a:t>
            </a:r>
            <a:endParaRPr lang="fr-BE" dirty="0"/>
          </a:p>
        </p:txBody>
      </p:sp>
      <p:sp>
        <p:nvSpPr>
          <p:cNvPr id="7" name="Tijdelijke aanduiding voor inhoud 6">
            <a:extLst>
              <a:ext uri="{FF2B5EF4-FFF2-40B4-BE49-F238E27FC236}">
                <a16:creationId xmlns:a16="http://schemas.microsoft.com/office/drawing/2014/main" id="{0C321E9F-DEF1-492C-5E62-052DFF540A11}"/>
              </a:ext>
            </a:extLst>
          </p:cNvPr>
          <p:cNvSpPr>
            <a:spLocks noGrp="1"/>
          </p:cNvSpPr>
          <p:nvPr>
            <p:ph sz="quarter" idx="14"/>
          </p:nvPr>
        </p:nvSpPr>
        <p:spPr/>
        <p:txBody>
          <a:bodyPr/>
          <a:lstStyle/>
          <a:p>
            <a:r>
              <a:rPr lang="en-US" dirty="0"/>
              <a:t>Strings don’t require wrapping quotes</a:t>
            </a:r>
          </a:p>
          <a:p>
            <a:r>
              <a:rPr lang="en-US" dirty="0"/>
              <a:t>When quotes : </a:t>
            </a:r>
          </a:p>
          <a:p>
            <a:pPr lvl="1"/>
            <a:r>
              <a:rPr lang="en-US" dirty="0"/>
              <a:t>Special </a:t>
            </a:r>
            <a:r>
              <a:rPr lang="en-US" dirty="0" err="1"/>
              <a:t>yaml</a:t>
            </a:r>
            <a:r>
              <a:rPr lang="en-US" dirty="0"/>
              <a:t>-characters : !$*&amp;[]{}...</a:t>
            </a:r>
          </a:p>
          <a:p>
            <a:pPr lvl="1"/>
            <a:r>
              <a:rPr lang="en-US" dirty="0"/>
              <a:t>Dubious content : “yes”, “no”, “on”, “off”, ... (could be considered Boolean)</a:t>
            </a:r>
          </a:p>
          <a:p>
            <a:pPr lvl="1"/>
            <a:r>
              <a:rPr lang="en-US" dirty="0"/>
              <a:t>Escape character or entities : \n, \r, \u263a, ...</a:t>
            </a:r>
          </a:p>
          <a:p>
            <a:pPr lvl="1"/>
            <a:r>
              <a:rPr lang="en-US" dirty="0"/>
              <a:t>Double quotes interpret escaped entities, single quotes do NOT.</a:t>
            </a:r>
          </a:p>
          <a:p>
            <a:r>
              <a:rPr lang="en-US" dirty="0"/>
              <a:t>Spread over multiple lines :</a:t>
            </a:r>
          </a:p>
          <a:p>
            <a:pPr lvl="1"/>
            <a:r>
              <a:rPr lang="en-US" sz="1200" dirty="0" err="1">
                <a:latin typeface="Consolas" panose="020B0609020204030204" pitchFamily="49" charset="0"/>
              </a:rPr>
              <a:t>Mykey</a:t>
            </a:r>
            <a:r>
              <a:rPr lang="en-US" sz="1200" dirty="0">
                <a:latin typeface="Consolas" panose="020B0609020204030204" pitchFamily="49" charset="0"/>
              </a:rPr>
              <a:t> : &gt;         =&gt; no more quote are required when using this</a:t>
            </a:r>
          </a:p>
          <a:p>
            <a:pPr marL="457608" lvl="2" indent="0">
              <a:buNone/>
            </a:pPr>
            <a:r>
              <a:rPr lang="en-US" sz="1200" dirty="0">
                <a:latin typeface="Consolas" panose="020B0609020204030204" pitchFamily="49" charset="0"/>
              </a:rPr>
              <a:t>  this will be </a:t>
            </a:r>
            <a:br>
              <a:rPr lang="en-US" sz="1200" dirty="0">
                <a:latin typeface="Consolas" panose="020B0609020204030204" pitchFamily="49" charset="0"/>
              </a:rPr>
            </a:br>
            <a:r>
              <a:rPr lang="en-US" sz="1200" dirty="0">
                <a:latin typeface="Consolas" panose="020B0609020204030204" pitchFamily="49" charset="0"/>
              </a:rPr>
              <a:t>  one line.</a:t>
            </a:r>
          </a:p>
          <a:p>
            <a:pPr lvl="1"/>
            <a:r>
              <a:rPr lang="en-US" sz="1200" dirty="0" err="1">
                <a:latin typeface="Consolas" panose="020B0609020204030204" pitchFamily="49" charset="0"/>
              </a:rPr>
              <a:t>Mykey</a:t>
            </a:r>
            <a:r>
              <a:rPr lang="en-US" sz="1200" dirty="0">
                <a:latin typeface="Consolas" panose="020B0609020204030204" pitchFamily="49" charset="0"/>
              </a:rPr>
              <a:t> : |         =&gt; no more quotes are required when using this</a:t>
            </a:r>
          </a:p>
          <a:p>
            <a:pPr marL="228804" lvl="1" indent="0">
              <a:buNone/>
            </a:pPr>
            <a:r>
              <a:rPr lang="en-US" sz="1200" dirty="0">
                <a:latin typeface="Consolas" panose="020B0609020204030204" pitchFamily="49" charset="0"/>
              </a:rPr>
              <a:t>    this will be </a:t>
            </a:r>
            <a:br>
              <a:rPr lang="en-US" sz="1200" dirty="0">
                <a:latin typeface="Consolas" panose="020B0609020204030204" pitchFamily="49" charset="0"/>
              </a:rPr>
            </a:br>
            <a:r>
              <a:rPr lang="en-US" sz="1200" dirty="0">
                <a:latin typeface="Consolas" panose="020B0609020204030204" pitchFamily="49" charset="0"/>
              </a:rPr>
              <a:t>    multiple lines</a:t>
            </a:r>
          </a:p>
          <a:p>
            <a:pPr marL="228804" lvl="1" indent="0">
              <a:buNone/>
            </a:pPr>
            <a:endParaRPr lang="en-US" sz="1200" dirty="0">
              <a:latin typeface="Consolas" panose="020B0609020204030204" pitchFamily="49" charset="0"/>
            </a:endParaRPr>
          </a:p>
        </p:txBody>
      </p:sp>
      <p:sp>
        <p:nvSpPr>
          <p:cNvPr id="6" name="Tijdelijke aanduiding voor tekst 5">
            <a:extLst>
              <a:ext uri="{FF2B5EF4-FFF2-40B4-BE49-F238E27FC236}">
                <a16:creationId xmlns:a16="http://schemas.microsoft.com/office/drawing/2014/main" id="{A51B6C01-EAC5-5130-2228-324638ADBE03}"/>
              </a:ext>
            </a:extLst>
          </p:cNvPr>
          <p:cNvSpPr>
            <a:spLocks noGrp="1"/>
          </p:cNvSpPr>
          <p:nvPr>
            <p:ph type="body" idx="10"/>
          </p:nvPr>
        </p:nvSpPr>
        <p:spPr/>
        <p:txBody>
          <a:bodyPr/>
          <a:lstStyle/>
          <a:p>
            <a:r>
              <a:rPr lang="en-US" dirty="0"/>
              <a:t>String</a:t>
            </a:r>
            <a:endParaRPr lang="fr-BE" dirty="0"/>
          </a:p>
        </p:txBody>
      </p:sp>
      <p:sp>
        <p:nvSpPr>
          <p:cNvPr id="4" name="Tijdelijke aanduiding voor voettekst 3">
            <a:extLst>
              <a:ext uri="{FF2B5EF4-FFF2-40B4-BE49-F238E27FC236}">
                <a16:creationId xmlns:a16="http://schemas.microsoft.com/office/drawing/2014/main" id="{C05E3904-689D-6195-F7A3-CA7367115360}"/>
              </a:ext>
            </a:extLst>
          </p:cNvPr>
          <p:cNvSpPr>
            <a:spLocks noGrp="1"/>
          </p:cNvSpPr>
          <p:nvPr>
            <p:ph type="ftr" sz="quarter" idx="3"/>
          </p:nvPr>
        </p:nvSpPr>
        <p:spPr/>
        <p:txBody>
          <a:bodyPr/>
          <a:lstStyle/>
          <a:p>
            <a:r>
              <a:rPr lang="en-US"/>
              <a:t>© 2023 NetApp, Inc. All rights reserved.  — NETAPP CONFIDENTIAL — </a:t>
            </a:r>
            <a:endParaRPr lang="en-US" dirty="0"/>
          </a:p>
        </p:txBody>
      </p:sp>
    </p:spTree>
    <p:extLst>
      <p:ext uri="{BB962C8B-B14F-4D97-AF65-F5344CB8AC3E}">
        <p14:creationId xmlns:p14="http://schemas.microsoft.com/office/powerpoint/2010/main" val="3552632623"/>
      </p:ext>
    </p:extLst>
  </p:cSld>
  <p:clrMapOvr>
    <a:masterClrMapping/>
  </p:clrMapOvr>
  <p:transition spd="med">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4F11A591-BAB2-7876-F9E0-83861B631F2F}"/>
              </a:ext>
            </a:extLst>
          </p:cNvPr>
          <p:cNvSpPr>
            <a:spLocks noGrp="1"/>
          </p:cNvSpPr>
          <p:nvPr>
            <p:ph type="title"/>
          </p:nvPr>
        </p:nvSpPr>
        <p:spPr/>
        <p:txBody>
          <a:bodyPr/>
          <a:lstStyle/>
          <a:p>
            <a:r>
              <a:rPr lang="en-US" dirty="0"/>
              <a:t>Working with YAML</a:t>
            </a:r>
            <a:endParaRPr lang="fr-BE" dirty="0"/>
          </a:p>
        </p:txBody>
      </p:sp>
      <p:sp>
        <p:nvSpPr>
          <p:cNvPr id="7" name="Tijdelijke aanduiding voor inhoud 6">
            <a:extLst>
              <a:ext uri="{FF2B5EF4-FFF2-40B4-BE49-F238E27FC236}">
                <a16:creationId xmlns:a16="http://schemas.microsoft.com/office/drawing/2014/main" id="{0C321E9F-DEF1-492C-5E62-052DFF540A11}"/>
              </a:ext>
            </a:extLst>
          </p:cNvPr>
          <p:cNvSpPr>
            <a:spLocks noGrp="1"/>
          </p:cNvSpPr>
          <p:nvPr>
            <p:ph sz="quarter" idx="14"/>
          </p:nvPr>
        </p:nvSpPr>
        <p:spPr>
          <a:xfrm>
            <a:off x="263031" y="1733553"/>
            <a:ext cx="11661637" cy="2076447"/>
          </a:xfrm>
        </p:spPr>
        <p:txBody>
          <a:bodyPr/>
          <a:lstStyle/>
          <a:p>
            <a:r>
              <a:rPr lang="en-US" dirty="0"/>
              <a:t>Indentation is important, left alignment must be the same</a:t>
            </a:r>
          </a:p>
          <a:p>
            <a:r>
              <a:rPr lang="en-US" dirty="0"/>
              <a:t>Keys are unique</a:t>
            </a:r>
          </a:p>
          <a:p>
            <a:r>
              <a:rPr lang="en-US" dirty="0"/>
              <a:t>Use colon ( : ) to separate key value, spaces are not relevant</a:t>
            </a:r>
          </a:p>
          <a:p>
            <a:r>
              <a:rPr lang="en-US" dirty="0"/>
              <a:t>2</a:t>
            </a:r>
            <a:r>
              <a:rPr lang="en-US" baseline="30000" dirty="0"/>
              <a:t>nd</a:t>
            </a:r>
            <a:r>
              <a:rPr lang="en-US" dirty="0"/>
              <a:t> notation using curly brackets </a:t>
            </a:r>
            <a:r>
              <a:rPr lang="en-US" dirty="0">
                <a:solidFill>
                  <a:schemeClr val="accent6">
                    <a:lumMod val="60000"/>
                    <a:lumOff val="40000"/>
                  </a:schemeClr>
                </a:solidFill>
              </a:rPr>
              <a:t>{</a:t>
            </a:r>
            <a:r>
              <a:rPr lang="en-US" dirty="0"/>
              <a:t> key : value </a:t>
            </a:r>
            <a:r>
              <a:rPr lang="en-US" dirty="0">
                <a:solidFill>
                  <a:schemeClr val="accent6">
                    <a:lumMod val="60000"/>
                    <a:lumOff val="40000"/>
                  </a:schemeClr>
                </a:solidFill>
              </a:rPr>
              <a:t>}</a:t>
            </a:r>
            <a:r>
              <a:rPr lang="en-US" dirty="0"/>
              <a:t> are valid </a:t>
            </a:r>
            <a:r>
              <a:rPr lang="en-US" dirty="0">
                <a:solidFill>
                  <a:srgbClr val="FF0000"/>
                </a:solidFill>
              </a:rPr>
              <a:t>(must have comma’s !!)</a:t>
            </a:r>
          </a:p>
          <a:p>
            <a:pPr marL="228804" lvl="1" indent="0">
              <a:buNone/>
            </a:pPr>
            <a:endParaRPr lang="en-US" sz="1200" dirty="0">
              <a:latin typeface="Consolas" panose="020B0609020204030204" pitchFamily="49" charset="0"/>
            </a:endParaRPr>
          </a:p>
        </p:txBody>
      </p:sp>
      <p:sp>
        <p:nvSpPr>
          <p:cNvPr id="6" name="Tijdelijke aanduiding voor tekst 5">
            <a:extLst>
              <a:ext uri="{FF2B5EF4-FFF2-40B4-BE49-F238E27FC236}">
                <a16:creationId xmlns:a16="http://schemas.microsoft.com/office/drawing/2014/main" id="{A51B6C01-EAC5-5130-2228-324638ADBE03}"/>
              </a:ext>
            </a:extLst>
          </p:cNvPr>
          <p:cNvSpPr>
            <a:spLocks noGrp="1"/>
          </p:cNvSpPr>
          <p:nvPr>
            <p:ph type="body" idx="10"/>
          </p:nvPr>
        </p:nvSpPr>
        <p:spPr/>
        <p:txBody>
          <a:bodyPr/>
          <a:lstStyle/>
          <a:p>
            <a:r>
              <a:rPr lang="en-US" dirty="0" err="1"/>
              <a:t>dict</a:t>
            </a:r>
            <a:endParaRPr lang="fr-BE" dirty="0"/>
          </a:p>
        </p:txBody>
      </p:sp>
      <p:sp>
        <p:nvSpPr>
          <p:cNvPr id="4" name="Tijdelijke aanduiding voor voettekst 3">
            <a:extLst>
              <a:ext uri="{FF2B5EF4-FFF2-40B4-BE49-F238E27FC236}">
                <a16:creationId xmlns:a16="http://schemas.microsoft.com/office/drawing/2014/main" id="{C05E3904-689D-6195-F7A3-CA7367115360}"/>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3" name="Tekstvak 2">
            <a:extLst>
              <a:ext uri="{FF2B5EF4-FFF2-40B4-BE49-F238E27FC236}">
                <a16:creationId xmlns:a16="http://schemas.microsoft.com/office/drawing/2014/main" id="{47768B03-E0A7-D690-7589-203852B7BC40}"/>
              </a:ext>
            </a:extLst>
          </p:cNvPr>
          <p:cNvSpPr txBox="1"/>
          <p:nvPr/>
        </p:nvSpPr>
        <p:spPr>
          <a:xfrm>
            <a:off x="457200" y="3962400"/>
            <a:ext cx="3048000" cy="1880515"/>
          </a:xfrm>
          <a:prstGeom prst="rect">
            <a:avLst/>
          </a:prstGeom>
        </p:spPr>
        <p:txBody>
          <a:bodyPr vert="horz" wrap="squar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600" dirty="0">
                <a:solidFill>
                  <a:schemeClr val="bg1"/>
                </a:solidFill>
              </a:rPr>
              <a:t>name : John </a:t>
            </a:r>
            <a:r>
              <a:rPr lang="en-US" sz="1600" dirty="0">
                <a:solidFill>
                  <a:srgbClr val="92D050"/>
                </a:solidFill>
              </a:rPr>
              <a:t># string</a:t>
            </a:r>
          </a:p>
          <a:p>
            <a:pPr marR="0" algn="l" defTabSz="914400" rtl="0" eaLnBrk="1" fontAlgn="auto" latinLnBrk="0" hangingPunct="1">
              <a:lnSpc>
                <a:spcPct val="95000"/>
              </a:lnSpc>
              <a:spcBef>
                <a:spcPts val="400"/>
              </a:spcBef>
              <a:spcAft>
                <a:spcPts val="200"/>
              </a:spcAft>
              <a:buClr>
                <a:schemeClr val="accent1"/>
              </a:buClr>
              <a:buSzTx/>
              <a:tabLst/>
            </a:pPr>
            <a:r>
              <a:rPr lang="en-US" sz="1600" dirty="0">
                <a:solidFill>
                  <a:schemeClr val="bg1"/>
                </a:solidFill>
              </a:rPr>
              <a:t>age : 35 </a:t>
            </a:r>
            <a:r>
              <a:rPr lang="en-US" sz="1600" dirty="0">
                <a:solidFill>
                  <a:srgbClr val="92D050"/>
                </a:solidFill>
              </a:rPr>
              <a:t># integer</a:t>
            </a:r>
          </a:p>
          <a:p>
            <a:pPr marR="0" algn="l" defTabSz="914400" rtl="0" eaLnBrk="1" fontAlgn="auto" latinLnBrk="0" hangingPunct="1">
              <a:lnSpc>
                <a:spcPct val="95000"/>
              </a:lnSpc>
              <a:spcBef>
                <a:spcPts val="400"/>
              </a:spcBef>
              <a:spcAft>
                <a:spcPts val="200"/>
              </a:spcAft>
              <a:buClr>
                <a:schemeClr val="accent1"/>
              </a:buClr>
              <a:buSzTx/>
              <a:tabLst/>
            </a:pPr>
            <a:r>
              <a:rPr lang="en-US" sz="1600" dirty="0" err="1">
                <a:solidFill>
                  <a:schemeClr val="bg1"/>
                </a:solidFill>
              </a:rPr>
              <a:t>is_single</a:t>
            </a:r>
            <a:r>
              <a:rPr lang="en-US" sz="1600" dirty="0">
                <a:solidFill>
                  <a:schemeClr val="bg1"/>
                </a:solidFill>
              </a:rPr>
              <a:t> : yes </a:t>
            </a:r>
            <a:r>
              <a:rPr lang="en-US" sz="1600" dirty="0">
                <a:solidFill>
                  <a:srgbClr val="92D050"/>
                </a:solidFill>
              </a:rPr>
              <a:t># </a:t>
            </a:r>
            <a:r>
              <a:rPr lang="en-US" sz="1600" dirty="0" err="1">
                <a:solidFill>
                  <a:srgbClr val="92D050"/>
                </a:solidFill>
              </a:rPr>
              <a:t>boolean</a:t>
            </a:r>
            <a:endParaRPr lang="en-US" sz="1600" dirty="0">
              <a:solidFill>
                <a:srgbClr val="92D050"/>
              </a:solidFill>
            </a:endParaRPr>
          </a:p>
          <a:p>
            <a:pPr marR="0" algn="l" defTabSz="914400" rtl="0" eaLnBrk="1" fontAlgn="auto" latinLnBrk="0" hangingPunct="1">
              <a:lnSpc>
                <a:spcPct val="95000"/>
              </a:lnSpc>
              <a:spcBef>
                <a:spcPts val="400"/>
              </a:spcBef>
              <a:spcAft>
                <a:spcPts val="200"/>
              </a:spcAft>
              <a:buClr>
                <a:schemeClr val="accent1"/>
              </a:buClr>
              <a:buSzTx/>
              <a:tabLst/>
            </a:pPr>
            <a:r>
              <a:rPr lang="fr-BE" sz="1600" dirty="0" err="1">
                <a:solidFill>
                  <a:schemeClr val="bg1"/>
                </a:solidFill>
              </a:rPr>
              <a:t>address</a:t>
            </a:r>
            <a:r>
              <a:rPr lang="fr-BE" sz="1600" dirty="0">
                <a:solidFill>
                  <a:schemeClr val="bg1"/>
                </a:solidFill>
              </a:rPr>
              <a:t> :</a:t>
            </a:r>
          </a:p>
          <a:p>
            <a:pPr marR="0" algn="l" defTabSz="914400" rtl="0" eaLnBrk="1" fontAlgn="auto" latinLnBrk="0" hangingPunct="1">
              <a:lnSpc>
                <a:spcPct val="95000"/>
              </a:lnSpc>
              <a:spcBef>
                <a:spcPts val="400"/>
              </a:spcBef>
              <a:spcAft>
                <a:spcPts val="200"/>
              </a:spcAft>
              <a:buClr>
                <a:schemeClr val="accent1"/>
              </a:buClr>
              <a:buSzTx/>
              <a:tabLst/>
            </a:pPr>
            <a:r>
              <a:rPr lang="fr-BE" sz="1600" dirty="0">
                <a:solidFill>
                  <a:schemeClr val="bg1"/>
                </a:solidFill>
              </a:rPr>
              <a:t>   </a:t>
            </a:r>
            <a:r>
              <a:rPr lang="fr-BE" sz="1600" dirty="0" err="1">
                <a:solidFill>
                  <a:schemeClr val="bg1"/>
                </a:solidFill>
              </a:rPr>
              <a:t>street</a:t>
            </a:r>
            <a:r>
              <a:rPr lang="fr-BE" sz="1600" dirty="0">
                <a:solidFill>
                  <a:schemeClr val="bg1"/>
                </a:solidFill>
              </a:rPr>
              <a:t> : </a:t>
            </a:r>
            <a:r>
              <a:rPr lang="fr-BE" sz="1600" dirty="0" err="1">
                <a:solidFill>
                  <a:schemeClr val="bg1"/>
                </a:solidFill>
              </a:rPr>
              <a:t>Rodeodrive</a:t>
            </a:r>
            <a:endParaRPr lang="fr-BE" sz="1600" dirty="0">
              <a:solidFill>
                <a:schemeClr val="bg1"/>
              </a:solidFill>
            </a:endParaRPr>
          </a:p>
          <a:p>
            <a:pPr marR="0" algn="l" defTabSz="914400" rtl="0" eaLnBrk="1" fontAlgn="auto" latinLnBrk="0" hangingPunct="1">
              <a:lnSpc>
                <a:spcPct val="95000"/>
              </a:lnSpc>
              <a:spcBef>
                <a:spcPts val="400"/>
              </a:spcBef>
              <a:spcAft>
                <a:spcPts val="200"/>
              </a:spcAft>
              <a:buClr>
                <a:schemeClr val="accent1"/>
              </a:buClr>
              <a:buSzTx/>
              <a:tabLst/>
            </a:pPr>
            <a:r>
              <a:rPr lang="fr-BE" sz="1600" dirty="0">
                <a:solidFill>
                  <a:schemeClr val="bg1"/>
                </a:solidFill>
              </a:rPr>
              <a:t>   </a:t>
            </a:r>
            <a:r>
              <a:rPr lang="fr-BE" sz="1600" dirty="0" err="1">
                <a:solidFill>
                  <a:schemeClr val="bg1"/>
                </a:solidFill>
              </a:rPr>
              <a:t>zipcode</a:t>
            </a:r>
            <a:r>
              <a:rPr lang="fr-BE" sz="1600" dirty="0">
                <a:solidFill>
                  <a:schemeClr val="bg1"/>
                </a:solidFill>
              </a:rPr>
              <a:t> : 90210</a:t>
            </a:r>
          </a:p>
        </p:txBody>
      </p:sp>
      <p:sp>
        <p:nvSpPr>
          <p:cNvPr id="8" name="Tekstvak 7">
            <a:extLst>
              <a:ext uri="{FF2B5EF4-FFF2-40B4-BE49-F238E27FC236}">
                <a16:creationId xmlns:a16="http://schemas.microsoft.com/office/drawing/2014/main" id="{4C4D0CA9-8BE2-847D-5785-B39895274ACF}"/>
              </a:ext>
            </a:extLst>
          </p:cNvPr>
          <p:cNvSpPr txBox="1"/>
          <p:nvPr/>
        </p:nvSpPr>
        <p:spPr>
          <a:xfrm>
            <a:off x="3276600" y="3962399"/>
            <a:ext cx="2514600" cy="2191369"/>
          </a:xfrm>
          <a:prstGeom prst="rect">
            <a:avLst/>
          </a:prstGeom>
        </p:spPr>
        <p:txBody>
          <a:bodyPr vert="horz" wrap="squar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600" dirty="0">
                <a:solidFill>
                  <a:schemeClr val="bg1"/>
                </a:solidFill>
              </a:rPr>
              <a:t>name : John</a:t>
            </a:r>
          </a:p>
          <a:p>
            <a:pPr marR="0" algn="l" defTabSz="914400" rtl="0" eaLnBrk="1" fontAlgn="auto" latinLnBrk="0" hangingPunct="1">
              <a:lnSpc>
                <a:spcPct val="95000"/>
              </a:lnSpc>
              <a:spcBef>
                <a:spcPts val="400"/>
              </a:spcBef>
              <a:spcAft>
                <a:spcPts val="200"/>
              </a:spcAft>
              <a:buClr>
                <a:schemeClr val="accent1"/>
              </a:buClr>
              <a:buSzTx/>
              <a:tabLst/>
            </a:pPr>
            <a:r>
              <a:rPr lang="en-US" sz="1600" dirty="0">
                <a:solidFill>
                  <a:schemeClr val="bg1"/>
                </a:solidFill>
              </a:rPr>
              <a:t>age : 35 </a:t>
            </a:r>
          </a:p>
          <a:p>
            <a:pPr marR="0" algn="l" defTabSz="914400" rtl="0" eaLnBrk="1" fontAlgn="auto" latinLnBrk="0" hangingPunct="1">
              <a:lnSpc>
                <a:spcPct val="95000"/>
              </a:lnSpc>
              <a:spcBef>
                <a:spcPts val="400"/>
              </a:spcBef>
              <a:spcAft>
                <a:spcPts val="200"/>
              </a:spcAft>
              <a:buClr>
                <a:schemeClr val="accent1"/>
              </a:buClr>
              <a:buSzTx/>
              <a:tabLst/>
            </a:pPr>
            <a:r>
              <a:rPr lang="en-US" sz="1600" dirty="0" err="1">
                <a:solidFill>
                  <a:schemeClr val="bg1"/>
                </a:solidFill>
              </a:rPr>
              <a:t>is_single</a:t>
            </a:r>
            <a:r>
              <a:rPr lang="en-US" sz="1600" dirty="0">
                <a:solidFill>
                  <a:schemeClr val="bg1"/>
                </a:solidFill>
              </a:rPr>
              <a:t> : true</a:t>
            </a:r>
          </a:p>
          <a:p>
            <a:pPr marR="0" algn="l" defTabSz="914400" rtl="0" eaLnBrk="1" fontAlgn="auto" latinLnBrk="0" hangingPunct="1">
              <a:lnSpc>
                <a:spcPct val="95000"/>
              </a:lnSpc>
              <a:spcBef>
                <a:spcPts val="400"/>
              </a:spcBef>
              <a:spcAft>
                <a:spcPts val="200"/>
              </a:spcAft>
              <a:buClr>
                <a:schemeClr val="accent1"/>
              </a:buClr>
              <a:buSzTx/>
              <a:tabLst/>
            </a:pPr>
            <a:r>
              <a:rPr lang="fr-BE" sz="1600" dirty="0" err="1">
                <a:solidFill>
                  <a:schemeClr val="bg1"/>
                </a:solidFill>
              </a:rPr>
              <a:t>address</a:t>
            </a:r>
            <a:r>
              <a:rPr lang="fr-BE" sz="1600" dirty="0">
                <a:solidFill>
                  <a:schemeClr val="bg1"/>
                </a:solidFill>
              </a:rPr>
              <a:t> : </a:t>
            </a:r>
            <a:r>
              <a:rPr lang="fr-BE" sz="1600" dirty="0">
                <a:solidFill>
                  <a:schemeClr val="accent6">
                    <a:lumMod val="60000"/>
                    <a:lumOff val="40000"/>
                  </a:schemeClr>
                </a:solidFill>
              </a:rPr>
              <a:t>{</a:t>
            </a:r>
          </a:p>
          <a:p>
            <a:pPr marR="0" algn="l" defTabSz="914400" rtl="0" eaLnBrk="1" fontAlgn="auto" latinLnBrk="0" hangingPunct="1">
              <a:lnSpc>
                <a:spcPct val="95000"/>
              </a:lnSpc>
              <a:spcBef>
                <a:spcPts val="400"/>
              </a:spcBef>
              <a:spcAft>
                <a:spcPts val="200"/>
              </a:spcAft>
              <a:buClr>
                <a:schemeClr val="accent1"/>
              </a:buClr>
              <a:buSzTx/>
              <a:tabLst/>
            </a:pPr>
            <a:r>
              <a:rPr lang="fr-BE" sz="1600" dirty="0">
                <a:solidFill>
                  <a:schemeClr val="bg1"/>
                </a:solidFill>
              </a:rPr>
              <a:t>   </a:t>
            </a:r>
            <a:r>
              <a:rPr lang="fr-BE" sz="1600" dirty="0" err="1">
                <a:solidFill>
                  <a:schemeClr val="bg1"/>
                </a:solidFill>
              </a:rPr>
              <a:t>street</a:t>
            </a:r>
            <a:r>
              <a:rPr lang="fr-BE" sz="1600" dirty="0">
                <a:solidFill>
                  <a:schemeClr val="bg1"/>
                </a:solidFill>
              </a:rPr>
              <a:t> : </a:t>
            </a:r>
            <a:r>
              <a:rPr lang="fr-BE" sz="1600" dirty="0" err="1">
                <a:solidFill>
                  <a:schemeClr val="bg1"/>
                </a:solidFill>
              </a:rPr>
              <a:t>Rodeodrive</a:t>
            </a:r>
            <a:r>
              <a:rPr lang="fr-BE" sz="1600" dirty="0">
                <a:solidFill>
                  <a:schemeClr val="bg1"/>
                </a:solidFill>
              </a:rPr>
              <a:t>,</a:t>
            </a:r>
          </a:p>
          <a:p>
            <a:pPr marR="0" algn="l" defTabSz="914400" rtl="0" eaLnBrk="1" fontAlgn="auto" latinLnBrk="0" hangingPunct="1">
              <a:lnSpc>
                <a:spcPct val="95000"/>
              </a:lnSpc>
              <a:spcBef>
                <a:spcPts val="400"/>
              </a:spcBef>
              <a:spcAft>
                <a:spcPts val="200"/>
              </a:spcAft>
              <a:buClr>
                <a:schemeClr val="accent1"/>
              </a:buClr>
              <a:buSzTx/>
              <a:tabLst/>
            </a:pPr>
            <a:r>
              <a:rPr lang="fr-BE" sz="1600" dirty="0">
                <a:solidFill>
                  <a:schemeClr val="bg1"/>
                </a:solidFill>
              </a:rPr>
              <a:t>   </a:t>
            </a:r>
            <a:r>
              <a:rPr lang="fr-BE" sz="1600" dirty="0" err="1">
                <a:solidFill>
                  <a:schemeClr val="bg1"/>
                </a:solidFill>
              </a:rPr>
              <a:t>zipcode</a:t>
            </a:r>
            <a:r>
              <a:rPr lang="fr-BE" sz="1600" dirty="0">
                <a:solidFill>
                  <a:schemeClr val="bg1"/>
                </a:solidFill>
              </a:rPr>
              <a:t> : 90210</a:t>
            </a:r>
          </a:p>
          <a:p>
            <a:pPr marR="0" algn="l" defTabSz="914400" rtl="0" eaLnBrk="1" fontAlgn="auto" latinLnBrk="0" hangingPunct="1">
              <a:lnSpc>
                <a:spcPct val="95000"/>
              </a:lnSpc>
              <a:spcBef>
                <a:spcPts val="400"/>
              </a:spcBef>
              <a:spcAft>
                <a:spcPts val="200"/>
              </a:spcAft>
              <a:buClr>
                <a:schemeClr val="accent1"/>
              </a:buClr>
              <a:buSzTx/>
              <a:tabLst/>
            </a:pPr>
            <a:r>
              <a:rPr lang="fr-BE" sz="1600" dirty="0">
                <a:solidFill>
                  <a:schemeClr val="accent6">
                    <a:lumMod val="60000"/>
                    <a:lumOff val="40000"/>
                  </a:schemeClr>
                </a:solidFill>
              </a:rPr>
              <a:t>}</a:t>
            </a:r>
          </a:p>
        </p:txBody>
      </p:sp>
      <p:sp>
        <p:nvSpPr>
          <p:cNvPr id="9" name="Tekstvak 8">
            <a:extLst>
              <a:ext uri="{FF2B5EF4-FFF2-40B4-BE49-F238E27FC236}">
                <a16:creationId xmlns:a16="http://schemas.microsoft.com/office/drawing/2014/main" id="{308DAF14-1E3D-2D24-4521-CAA2BDBABE19}"/>
              </a:ext>
            </a:extLst>
          </p:cNvPr>
          <p:cNvSpPr txBox="1"/>
          <p:nvPr/>
        </p:nvSpPr>
        <p:spPr>
          <a:xfrm>
            <a:off x="5638800" y="3962398"/>
            <a:ext cx="4648200" cy="1258806"/>
          </a:xfrm>
          <a:prstGeom prst="rect">
            <a:avLst/>
          </a:prstGeom>
        </p:spPr>
        <p:txBody>
          <a:bodyPr vert="horz" wrap="squar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600" dirty="0">
                <a:solidFill>
                  <a:schemeClr val="bg1"/>
                </a:solidFill>
              </a:rPr>
              <a:t>name : John</a:t>
            </a:r>
          </a:p>
          <a:p>
            <a:pPr marR="0" algn="l" defTabSz="914400" rtl="0" eaLnBrk="1" fontAlgn="auto" latinLnBrk="0" hangingPunct="1">
              <a:lnSpc>
                <a:spcPct val="95000"/>
              </a:lnSpc>
              <a:spcBef>
                <a:spcPts val="400"/>
              </a:spcBef>
              <a:spcAft>
                <a:spcPts val="200"/>
              </a:spcAft>
              <a:buClr>
                <a:schemeClr val="accent1"/>
              </a:buClr>
              <a:buSzTx/>
              <a:tabLst/>
            </a:pPr>
            <a:r>
              <a:rPr lang="en-US" sz="1600" dirty="0">
                <a:solidFill>
                  <a:schemeClr val="bg1"/>
                </a:solidFill>
              </a:rPr>
              <a:t>age : 35 </a:t>
            </a:r>
          </a:p>
          <a:p>
            <a:pPr marR="0" algn="l" defTabSz="914400" rtl="0" eaLnBrk="1" fontAlgn="auto" latinLnBrk="0" hangingPunct="1">
              <a:lnSpc>
                <a:spcPct val="95000"/>
              </a:lnSpc>
              <a:spcBef>
                <a:spcPts val="400"/>
              </a:spcBef>
              <a:spcAft>
                <a:spcPts val="200"/>
              </a:spcAft>
              <a:buClr>
                <a:schemeClr val="accent1"/>
              </a:buClr>
              <a:buSzTx/>
              <a:tabLst/>
            </a:pPr>
            <a:r>
              <a:rPr lang="en-US" sz="1600" dirty="0" err="1">
                <a:solidFill>
                  <a:schemeClr val="bg1"/>
                </a:solidFill>
              </a:rPr>
              <a:t>is_single</a:t>
            </a:r>
            <a:r>
              <a:rPr lang="en-US" sz="1600" dirty="0">
                <a:solidFill>
                  <a:schemeClr val="bg1"/>
                </a:solidFill>
              </a:rPr>
              <a:t> : true</a:t>
            </a:r>
          </a:p>
          <a:p>
            <a:pPr marR="0" algn="l" defTabSz="914400" rtl="0" eaLnBrk="1" fontAlgn="auto" latinLnBrk="0" hangingPunct="1">
              <a:lnSpc>
                <a:spcPct val="95000"/>
              </a:lnSpc>
              <a:spcBef>
                <a:spcPts val="400"/>
              </a:spcBef>
              <a:spcAft>
                <a:spcPts val="200"/>
              </a:spcAft>
              <a:buClr>
                <a:schemeClr val="accent1"/>
              </a:buClr>
              <a:buSzTx/>
              <a:tabLst/>
            </a:pPr>
            <a:r>
              <a:rPr lang="fr-BE" sz="1600" dirty="0" err="1">
                <a:solidFill>
                  <a:schemeClr val="bg1"/>
                </a:solidFill>
              </a:rPr>
              <a:t>address</a:t>
            </a:r>
            <a:r>
              <a:rPr lang="fr-BE" sz="1600" dirty="0">
                <a:solidFill>
                  <a:schemeClr val="bg1"/>
                </a:solidFill>
              </a:rPr>
              <a:t> : </a:t>
            </a:r>
            <a:r>
              <a:rPr lang="fr-BE" sz="1600" dirty="0">
                <a:solidFill>
                  <a:schemeClr val="accent6">
                    <a:lumMod val="60000"/>
                    <a:lumOff val="40000"/>
                  </a:schemeClr>
                </a:solidFill>
              </a:rPr>
              <a:t>{</a:t>
            </a:r>
            <a:r>
              <a:rPr lang="fr-BE" sz="1600" dirty="0">
                <a:solidFill>
                  <a:schemeClr val="bg1"/>
                </a:solidFill>
              </a:rPr>
              <a:t> </a:t>
            </a:r>
            <a:r>
              <a:rPr lang="fr-BE" sz="1600" dirty="0" err="1">
                <a:solidFill>
                  <a:schemeClr val="bg1"/>
                </a:solidFill>
              </a:rPr>
              <a:t>street</a:t>
            </a:r>
            <a:r>
              <a:rPr lang="fr-BE" sz="1600" dirty="0">
                <a:solidFill>
                  <a:schemeClr val="bg1"/>
                </a:solidFill>
              </a:rPr>
              <a:t> : </a:t>
            </a:r>
            <a:r>
              <a:rPr lang="fr-BE" sz="1600" dirty="0" err="1">
                <a:solidFill>
                  <a:schemeClr val="bg1"/>
                </a:solidFill>
              </a:rPr>
              <a:t>rodeodrive</a:t>
            </a:r>
            <a:r>
              <a:rPr lang="fr-BE" sz="1600" dirty="0">
                <a:solidFill>
                  <a:schemeClr val="bg1"/>
                </a:solidFill>
              </a:rPr>
              <a:t>, </a:t>
            </a:r>
            <a:r>
              <a:rPr lang="fr-BE" sz="1600" dirty="0" err="1">
                <a:solidFill>
                  <a:schemeClr val="bg1"/>
                </a:solidFill>
              </a:rPr>
              <a:t>zipcode</a:t>
            </a:r>
            <a:r>
              <a:rPr lang="fr-BE" sz="1600" dirty="0">
                <a:solidFill>
                  <a:schemeClr val="bg1"/>
                </a:solidFill>
              </a:rPr>
              <a:t> : 90210 </a:t>
            </a:r>
            <a:r>
              <a:rPr lang="fr-BE" sz="1600" dirty="0">
                <a:solidFill>
                  <a:schemeClr val="accent6">
                    <a:lumMod val="60000"/>
                    <a:lumOff val="40000"/>
                  </a:schemeClr>
                </a:solidFill>
              </a:rPr>
              <a:t>}</a:t>
            </a:r>
          </a:p>
        </p:txBody>
      </p:sp>
      <p:cxnSp>
        <p:nvCxnSpPr>
          <p:cNvPr id="11" name="Rechte verbindingslijn met pijl 10">
            <a:extLst>
              <a:ext uri="{FF2B5EF4-FFF2-40B4-BE49-F238E27FC236}">
                <a16:creationId xmlns:a16="http://schemas.microsoft.com/office/drawing/2014/main" id="{39048B8F-ECDB-CAA9-97F2-70EAC4340421}"/>
              </a:ext>
            </a:extLst>
          </p:cNvPr>
          <p:cNvCxnSpPr/>
          <p:nvPr/>
        </p:nvCxnSpPr>
        <p:spPr>
          <a:xfrm flipH="1" flipV="1">
            <a:off x="5410200" y="5373602"/>
            <a:ext cx="2438400" cy="621713"/>
          </a:xfrm>
          <a:prstGeom prst="straightConnector1">
            <a:avLst/>
          </a:prstGeom>
          <a:ln w="57150">
            <a:tailEnd type="triangle"/>
          </a:ln>
        </p:spPr>
        <p:style>
          <a:lnRef idx="1">
            <a:schemeClr val="accent5"/>
          </a:lnRef>
          <a:fillRef idx="0">
            <a:schemeClr val="accent5"/>
          </a:fillRef>
          <a:effectRef idx="0">
            <a:schemeClr val="accent5"/>
          </a:effectRef>
          <a:fontRef idx="minor">
            <a:schemeClr val="tx1"/>
          </a:fontRef>
        </p:style>
      </p:cxnSp>
      <p:sp>
        <p:nvSpPr>
          <p:cNvPr id="13" name="Tekstvak 12">
            <a:extLst>
              <a:ext uri="{FF2B5EF4-FFF2-40B4-BE49-F238E27FC236}">
                <a16:creationId xmlns:a16="http://schemas.microsoft.com/office/drawing/2014/main" id="{9CEF480E-267C-3B0A-8BB2-CE2E1B9CA31E}"/>
              </a:ext>
            </a:extLst>
          </p:cNvPr>
          <p:cNvSpPr txBox="1"/>
          <p:nvPr/>
        </p:nvSpPr>
        <p:spPr>
          <a:xfrm>
            <a:off x="7924800" y="5842915"/>
            <a:ext cx="1524000" cy="384721"/>
          </a:xfrm>
          <a:prstGeom prst="rect">
            <a:avLst/>
          </a:prstGeom>
        </p:spPr>
        <p:txBody>
          <a:bodyPr vert="horz" wrap="squar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2000" b="0" i="0" u="none" strike="noStrike" kern="1200" cap="none" spc="0" normalizeH="0" baseline="0" noProof="0" dirty="0">
                <a:ln>
                  <a:noFill/>
                </a:ln>
                <a:solidFill>
                  <a:srgbClr val="FF0000"/>
                </a:solidFill>
                <a:effectLst/>
                <a:uLnTx/>
                <a:uFillTx/>
                <a:latin typeface="+mn-lt"/>
              </a:rPr>
              <a:t>comma</a:t>
            </a:r>
            <a:r>
              <a:rPr kumimoji="0" lang="en-US" sz="2000" b="0" i="0" u="none" strike="noStrike" kern="1200" cap="none" spc="0" normalizeH="0" baseline="0" noProof="0" dirty="0">
                <a:ln>
                  <a:noFill/>
                </a:ln>
                <a:solidFill>
                  <a:schemeClr val="bg1"/>
                </a:solidFill>
                <a:effectLst/>
                <a:uLnTx/>
                <a:uFillTx/>
                <a:latin typeface="+mn-lt"/>
              </a:rPr>
              <a:t> !!</a:t>
            </a:r>
            <a:endParaRPr kumimoji="0" lang="fr-BE" sz="2000" b="0" i="0" u="none" strike="noStrike" kern="1200" cap="none" spc="0" normalizeH="0" baseline="0" noProof="0" dirty="0">
              <a:ln>
                <a:noFill/>
              </a:ln>
              <a:solidFill>
                <a:schemeClr val="bg1"/>
              </a:solidFill>
              <a:effectLst/>
              <a:uLnTx/>
              <a:uFillTx/>
              <a:latin typeface="+mn-lt"/>
            </a:endParaRPr>
          </a:p>
        </p:txBody>
      </p:sp>
    </p:spTree>
    <p:extLst>
      <p:ext uri="{BB962C8B-B14F-4D97-AF65-F5344CB8AC3E}">
        <p14:creationId xmlns:p14="http://schemas.microsoft.com/office/powerpoint/2010/main" val="2903494242"/>
      </p:ext>
    </p:extLst>
  </p:cSld>
  <p:clrMapOvr>
    <a:masterClrMapping/>
  </p:clrMapOvr>
  <p:transition spd="med">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FEDA10DF-4076-BEA8-4C5D-C12F116A71BE}"/>
              </a:ext>
            </a:extLst>
          </p:cNvPr>
          <p:cNvSpPr>
            <a:spLocks noGrp="1"/>
          </p:cNvSpPr>
          <p:nvPr>
            <p:ph type="title"/>
          </p:nvPr>
        </p:nvSpPr>
        <p:spPr/>
        <p:txBody>
          <a:bodyPr/>
          <a:lstStyle/>
          <a:p>
            <a:r>
              <a:rPr lang="en-US" dirty="0"/>
              <a:t>Working with </a:t>
            </a:r>
            <a:r>
              <a:rPr lang="en-US" dirty="0" err="1"/>
              <a:t>yaml</a:t>
            </a:r>
            <a:endParaRPr lang="fr-BE" dirty="0"/>
          </a:p>
        </p:txBody>
      </p:sp>
      <p:sp>
        <p:nvSpPr>
          <p:cNvPr id="7" name="Tijdelijke aanduiding voor inhoud 6">
            <a:extLst>
              <a:ext uri="{FF2B5EF4-FFF2-40B4-BE49-F238E27FC236}">
                <a16:creationId xmlns:a16="http://schemas.microsoft.com/office/drawing/2014/main" id="{A104C0F8-AC02-66C1-38B4-A90A2714A1BB}"/>
              </a:ext>
            </a:extLst>
          </p:cNvPr>
          <p:cNvSpPr>
            <a:spLocks noGrp="1"/>
          </p:cNvSpPr>
          <p:nvPr>
            <p:ph sz="quarter" idx="14"/>
          </p:nvPr>
        </p:nvSpPr>
        <p:spPr>
          <a:xfrm>
            <a:off x="263031" y="1733553"/>
            <a:ext cx="11661637" cy="1543048"/>
          </a:xfrm>
        </p:spPr>
        <p:txBody>
          <a:bodyPr/>
          <a:lstStyle/>
          <a:p>
            <a:r>
              <a:rPr lang="en-US" dirty="0"/>
              <a:t>Preceded with a dash ( - ) or wrapped in square brackets </a:t>
            </a:r>
            <a:r>
              <a:rPr lang="en-US" dirty="0">
                <a:solidFill>
                  <a:schemeClr val="accent3">
                    <a:lumMod val="75000"/>
                  </a:schemeClr>
                </a:solidFill>
              </a:rPr>
              <a:t>[ ]</a:t>
            </a:r>
          </a:p>
          <a:p>
            <a:r>
              <a:rPr lang="en-US" dirty="0"/>
              <a:t>Left alignment is important</a:t>
            </a:r>
          </a:p>
          <a:p>
            <a:r>
              <a:rPr lang="en-US" dirty="0"/>
              <a:t>Dash can be on another line</a:t>
            </a:r>
          </a:p>
          <a:p>
            <a:endParaRPr lang="fr-BE" dirty="0"/>
          </a:p>
        </p:txBody>
      </p:sp>
      <p:sp>
        <p:nvSpPr>
          <p:cNvPr id="6" name="Tijdelijke aanduiding voor tekst 5">
            <a:extLst>
              <a:ext uri="{FF2B5EF4-FFF2-40B4-BE49-F238E27FC236}">
                <a16:creationId xmlns:a16="http://schemas.microsoft.com/office/drawing/2014/main" id="{179BB314-ECE3-22D2-2968-37C00CC7690D}"/>
              </a:ext>
            </a:extLst>
          </p:cNvPr>
          <p:cNvSpPr>
            <a:spLocks noGrp="1"/>
          </p:cNvSpPr>
          <p:nvPr>
            <p:ph type="body" idx="10"/>
          </p:nvPr>
        </p:nvSpPr>
        <p:spPr/>
        <p:txBody>
          <a:bodyPr/>
          <a:lstStyle/>
          <a:p>
            <a:r>
              <a:rPr lang="en-US" dirty="0"/>
              <a:t>List</a:t>
            </a:r>
            <a:endParaRPr lang="fr-BE" dirty="0"/>
          </a:p>
        </p:txBody>
      </p:sp>
      <p:sp>
        <p:nvSpPr>
          <p:cNvPr id="4" name="Tijdelijke aanduiding voor voettekst 3">
            <a:extLst>
              <a:ext uri="{FF2B5EF4-FFF2-40B4-BE49-F238E27FC236}">
                <a16:creationId xmlns:a16="http://schemas.microsoft.com/office/drawing/2014/main" id="{91E12912-E7BC-7CD7-EE99-8CA7E0F574C8}"/>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8" name="Tekstvak 7">
            <a:extLst>
              <a:ext uri="{FF2B5EF4-FFF2-40B4-BE49-F238E27FC236}">
                <a16:creationId xmlns:a16="http://schemas.microsoft.com/office/drawing/2014/main" id="{168658F5-148E-CF26-D89C-E12B69308972}"/>
              </a:ext>
            </a:extLst>
          </p:cNvPr>
          <p:cNvSpPr txBox="1"/>
          <p:nvPr/>
        </p:nvSpPr>
        <p:spPr>
          <a:xfrm>
            <a:off x="457200" y="3536287"/>
            <a:ext cx="3048000" cy="1705082"/>
          </a:xfrm>
          <a:prstGeom prst="rect">
            <a:avLst/>
          </a:prstGeom>
        </p:spPr>
        <p:txBody>
          <a:bodyPr vert="horz" wrap="squar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latin typeface="Consolas" panose="020B0609020204030204" pitchFamily="49" charset="0"/>
              </a:rPr>
              <a:t>name : John </a:t>
            </a:r>
          </a:p>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latin typeface="Consolas" panose="020B0609020204030204" pitchFamily="49" charset="0"/>
              </a:rPr>
              <a:t>kids : </a:t>
            </a:r>
          </a:p>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latin typeface="Consolas" panose="020B0609020204030204" pitchFamily="49" charset="0"/>
              </a:rPr>
              <a:t>- name : peter</a:t>
            </a:r>
          </a:p>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latin typeface="Consolas" panose="020B0609020204030204" pitchFamily="49" charset="0"/>
              </a:rPr>
              <a:t>  age : 10</a:t>
            </a:r>
          </a:p>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latin typeface="Consolas" panose="020B0609020204030204" pitchFamily="49" charset="0"/>
              </a:rPr>
              <a:t>- name: rose</a:t>
            </a:r>
          </a:p>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latin typeface="Consolas" panose="020B0609020204030204" pitchFamily="49" charset="0"/>
              </a:rPr>
              <a:t>  age : 8</a:t>
            </a:r>
            <a:endParaRPr lang="fr-BE" sz="1400" dirty="0">
              <a:solidFill>
                <a:schemeClr val="bg1"/>
              </a:solidFill>
              <a:latin typeface="Consolas" panose="020B0609020204030204" pitchFamily="49" charset="0"/>
            </a:endParaRPr>
          </a:p>
        </p:txBody>
      </p:sp>
      <p:sp>
        <p:nvSpPr>
          <p:cNvPr id="9" name="Tekstvak 8">
            <a:extLst>
              <a:ext uri="{FF2B5EF4-FFF2-40B4-BE49-F238E27FC236}">
                <a16:creationId xmlns:a16="http://schemas.microsoft.com/office/drawing/2014/main" id="{985F7484-0256-6ED7-06B6-2AEE71B8748A}"/>
              </a:ext>
            </a:extLst>
          </p:cNvPr>
          <p:cNvSpPr txBox="1"/>
          <p:nvPr/>
        </p:nvSpPr>
        <p:spPr>
          <a:xfrm>
            <a:off x="5857264" y="3495931"/>
            <a:ext cx="3058136" cy="578620"/>
          </a:xfrm>
          <a:prstGeom prst="rect">
            <a:avLst/>
          </a:prstGeom>
        </p:spPr>
        <p:txBody>
          <a:bodyPr vert="horz" wrap="squar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latin typeface="Consolas" panose="020B0609020204030204" pitchFamily="49" charset="0"/>
              </a:rPr>
              <a:t>name : John</a:t>
            </a:r>
          </a:p>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latin typeface="Consolas" panose="020B0609020204030204" pitchFamily="49" charset="0"/>
              </a:rPr>
              <a:t>kids : </a:t>
            </a:r>
            <a:r>
              <a:rPr lang="en-US" sz="1400" dirty="0">
                <a:solidFill>
                  <a:schemeClr val="accent3">
                    <a:lumMod val="75000"/>
                  </a:schemeClr>
                </a:solidFill>
                <a:latin typeface="Consolas" panose="020B0609020204030204" pitchFamily="49" charset="0"/>
              </a:rPr>
              <a:t>[</a:t>
            </a:r>
            <a:r>
              <a:rPr lang="en-US" sz="1400" dirty="0">
                <a:solidFill>
                  <a:schemeClr val="bg1"/>
                </a:solidFill>
                <a:latin typeface="Consolas" panose="020B0609020204030204" pitchFamily="49" charset="0"/>
              </a:rPr>
              <a:t> peter, rose </a:t>
            </a:r>
            <a:r>
              <a:rPr lang="en-US" sz="1400" dirty="0">
                <a:solidFill>
                  <a:schemeClr val="accent3">
                    <a:lumMod val="75000"/>
                  </a:schemeClr>
                </a:solidFill>
                <a:latin typeface="Consolas" panose="020B0609020204030204" pitchFamily="49" charset="0"/>
              </a:rPr>
              <a:t>]</a:t>
            </a:r>
          </a:p>
        </p:txBody>
      </p:sp>
      <p:sp>
        <p:nvSpPr>
          <p:cNvPr id="10" name="Tekstvak 9">
            <a:extLst>
              <a:ext uri="{FF2B5EF4-FFF2-40B4-BE49-F238E27FC236}">
                <a16:creationId xmlns:a16="http://schemas.microsoft.com/office/drawing/2014/main" id="{A68BC8DB-81AD-B314-3446-113448C11F7E}"/>
              </a:ext>
            </a:extLst>
          </p:cNvPr>
          <p:cNvSpPr txBox="1"/>
          <p:nvPr/>
        </p:nvSpPr>
        <p:spPr>
          <a:xfrm>
            <a:off x="3990742" y="3503626"/>
            <a:ext cx="1752600" cy="2268313"/>
          </a:xfrm>
          <a:prstGeom prst="rect">
            <a:avLst/>
          </a:prstGeom>
        </p:spPr>
        <p:txBody>
          <a:bodyPr vert="horz" wrap="squar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latin typeface="Consolas" panose="020B0609020204030204" pitchFamily="49" charset="0"/>
              </a:rPr>
              <a:t>name : John</a:t>
            </a:r>
          </a:p>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latin typeface="Consolas" panose="020B0609020204030204" pitchFamily="49" charset="0"/>
              </a:rPr>
              <a:t>kids :</a:t>
            </a:r>
          </a:p>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latin typeface="Consolas" panose="020B0609020204030204" pitchFamily="49" charset="0"/>
              </a:rPr>
              <a:t>-</a:t>
            </a:r>
          </a:p>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latin typeface="Consolas" panose="020B0609020204030204" pitchFamily="49" charset="0"/>
              </a:rPr>
              <a:t>  name: peter</a:t>
            </a:r>
          </a:p>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latin typeface="Consolas" panose="020B0609020204030204" pitchFamily="49" charset="0"/>
              </a:rPr>
              <a:t>  age : 10</a:t>
            </a:r>
          </a:p>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latin typeface="Consolas" panose="020B0609020204030204" pitchFamily="49" charset="0"/>
              </a:rPr>
              <a:t>- </a:t>
            </a:r>
          </a:p>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latin typeface="Consolas" panose="020B0609020204030204" pitchFamily="49" charset="0"/>
              </a:rPr>
              <a:t>  name: rose</a:t>
            </a:r>
          </a:p>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latin typeface="Consolas" panose="020B0609020204030204" pitchFamily="49" charset="0"/>
              </a:rPr>
              <a:t>  age : 8</a:t>
            </a:r>
            <a:endParaRPr lang="fr-BE" sz="1400" dirty="0">
              <a:solidFill>
                <a:schemeClr val="bg1"/>
              </a:solidFill>
              <a:latin typeface="Consolas" panose="020B0609020204030204" pitchFamily="49" charset="0"/>
            </a:endParaRPr>
          </a:p>
        </p:txBody>
      </p:sp>
      <p:sp>
        <p:nvSpPr>
          <p:cNvPr id="11" name="Tekstvak 10">
            <a:extLst>
              <a:ext uri="{FF2B5EF4-FFF2-40B4-BE49-F238E27FC236}">
                <a16:creationId xmlns:a16="http://schemas.microsoft.com/office/drawing/2014/main" id="{D8421A50-5E2A-0A0A-1A93-5C10C116789B}"/>
              </a:ext>
            </a:extLst>
          </p:cNvPr>
          <p:cNvSpPr txBox="1"/>
          <p:nvPr/>
        </p:nvSpPr>
        <p:spPr>
          <a:xfrm>
            <a:off x="2362200" y="3525505"/>
            <a:ext cx="1828800" cy="1141851"/>
          </a:xfrm>
          <a:prstGeom prst="rect">
            <a:avLst/>
          </a:prstGeom>
        </p:spPr>
        <p:txBody>
          <a:bodyPr vert="horz" wrap="squar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latin typeface="Consolas" panose="020B0609020204030204" pitchFamily="49" charset="0"/>
              </a:rPr>
              <a:t>name : John</a:t>
            </a:r>
          </a:p>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latin typeface="Consolas" panose="020B0609020204030204" pitchFamily="49" charset="0"/>
              </a:rPr>
              <a:t>kids : </a:t>
            </a:r>
          </a:p>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latin typeface="Consolas" panose="020B0609020204030204" pitchFamily="49" charset="0"/>
              </a:rPr>
              <a:t>- peter</a:t>
            </a:r>
          </a:p>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latin typeface="Consolas" panose="020B0609020204030204" pitchFamily="49" charset="0"/>
              </a:rPr>
              <a:t>- rose</a:t>
            </a:r>
            <a:endParaRPr lang="fr-BE" sz="1400" dirty="0">
              <a:solidFill>
                <a:schemeClr val="bg1"/>
              </a:solidFill>
              <a:latin typeface="Consolas" panose="020B0609020204030204" pitchFamily="49" charset="0"/>
            </a:endParaRPr>
          </a:p>
        </p:txBody>
      </p:sp>
      <p:sp>
        <p:nvSpPr>
          <p:cNvPr id="12" name="Tekstvak 11">
            <a:extLst>
              <a:ext uri="{FF2B5EF4-FFF2-40B4-BE49-F238E27FC236}">
                <a16:creationId xmlns:a16="http://schemas.microsoft.com/office/drawing/2014/main" id="{B1A522E4-BBC8-67AE-3367-CB03F3FDF324}"/>
              </a:ext>
            </a:extLst>
          </p:cNvPr>
          <p:cNvSpPr txBox="1"/>
          <p:nvPr/>
        </p:nvSpPr>
        <p:spPr>
          <a:xfrm>
            <a:off x="5857264" y="4352358"/>
            <a:ext cx="4658336" cy="578620"/>
          </a:xfrm>
          <a:prstGeom prst="rect">
            <a:avLst/>
          </a:prstGeom>
        </p:spPr>
        <p:txBody>
          <a:bodyPr vert="horz" wrap="squar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latin typeface="Consolas" panose="020B0609020204030204" pitchFamily="49" charset="0"/>
              </a:rPr>
              <a:t>name : John</a:t>
            </a:r>
          </a:p>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latin typeface="Consolas" panose="020B0609020204030204" pitchFamily="49" charset="0"/>
              </a:rPr>
              <a:t>kids : </a:t>
            </a:r>
            <a:r>
              <a:rPr lang="en-US" sz="1400" dirty="0">
                <a:solidFill>
                  <a:schemeClr val="accent3">
                    <a:lumMod val="75000"/>
                  </a:schemeClr>
                </a:solidFill>
                <a:latin typeface="Consolas" panose="020B0609020204030204" pitchFamily="49" charset="0"/>
              </a:rPr>
              <a:t>[</a:t>
            </a:r>
            <a:r>
              <a:rPr lang="en-US" sz="1400" dirty="0">
                <a:solidFill>
                  <a:schemeClr val="bg1"/>
                </a:solidFill>
                <a:latin typeface="Consolas" panose="020B0609020204030204" pitchFamily="49" charset="0"/>
              </a:rPr>
              <a:t> {name: peter, age: 10} , ... </a:t>
            </a:r>
            <a:r>
              <a:rPr lang="en-US" sz="1400" dirty="0">
                <a:solidFill>
                  <a:schemeClr val="accent3">
                    <a:lumMod val="75000"/>
                  </a:schemeClr>
                </a:solidFill>
                <a:latin typeface="Consolas" panose="020B0609020204030204" pitchFamily="49" charset="0"/>
              </a:rPr>
              <a:t>]</a:t>
            </a:r>
            <a:r>
              <a:rPr lang="en-US" sz="1400" dirty="0">
                <a:solidFill>
                  <a:schemeClr val="bg1"/>
                </a:solidFill>
                <a:latin typeface="Consolas" panose="020B0609020204030204" pitchFamily="49" charset="0"/>
              </a:rPr>
              <a:t> </a:t>
            </a:r>
          </a:p>
        </p:txBody>
      </p:sp>
      <p:sp>
        <p:nvSpPr>
          <p:cNvPr id="13" name="Tekstvak 12">
            <a:extLst>
              <a:ext uri="{FF2B5EF4-FFF2-40B4-BE49-F238E27FC236}">
                <a16:creationId xmlns:a16="http://schemas.microsoft.com/office/drawing/2014/main" id="{EEA8393D-AA98-1C9F-73F2-7CC6BF30D5A1}"/>
              </a:ext>
            </a:extLst>
          </p:cNvPr>
          <p:cNvSpPr txBox="1"/>
          <p:nvPr/>
        </p:nvSpPr>
        <p:spPr>
          <a:xfrm>
            <a:off x="5857263" y="5176703"/>
            <a:ext cx="3429001" cy="1423467"/>
          </a:xfrm>
          <a:prstGeom prst="rect">
            <a:avLst/>
          </a:prstGeom>
        </p:spPr>
        <p:txBody>
          <a:bodyPr vert="horz" wrap="squar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latin typeface="Consolas" panose="020B0609020204030204" pitchFamily="49" charset="0"/>
              </a:rPr>
              <a:t>name : John</a:t>
            </a:r>
          </a:p>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latin typeface="Consolas" panose="020B0609020204030204" pitchFamily="49" charset="0"/>
              </a:rPr>
              <a:t>kids : </a:t>
            </a:r>
            <a:r>
              <a:rPr lang="en-US" sz="1400" dirty="0">
                <a:solidFill>
                  <a:schemeClr val="accent3">
                    <a:lumMod val="75000"/>
                  </a:schemeClr>
                </a:solidFill>
                <a:latin typeface="Consolas" panose="020B0609020204030204" pitchFamily="49" charset="0"/>
              </a:rPr>
              <a:t>[</a:t>
            </a:r>
            <a:r>
              <a:rPr lang="en-US" sz="1400" dirty="0">
                <a:solidFill>
                  <a:schemeClr val="bg1"/>
                </a:solidFill>
                <a:latin typeface="Consolas" panose="020B0609020204030204" pitchFamily="49" charset="0"/>
              </a:rPr>
              <a:t> </a:t>
            </a:r>
          </a:p>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latin typeface="Consolas" panose="020B0609020204030204" pitchFamily="49" charset="0"/>
              </a:rPr>
              <a:t>  </a:t>
            </a:r>
            <a:r>
              <a:rPr lang="en-US" sz="1400" dirty="0">
                <a:solidFill>
                  <a:schemeClr val="accent6">
                    <a:lumMod val="40000"/>
                    <a:lumOff val="60000"/>
                  </a:schemeClr>
                </a:solidFill>
                <a:latin typeface="Consolas" panose="020B0609020204030204" pitchFamily="49" charset="0"/>
              </a:rPr>
              <a:t>{</a:t>
            </a:r>
            <a:r>
              <a:rPr lang="en-US" sz="1400" dirty="0">
                <a:solidFill>
                  <a:schemeClr val="bg1"/>
                </a:solidFill>
                <a:latin typeface="Consolas" panose="020B0609020204030204" pitchFamily="49" charset="0"/>
              </a:rPr>
              <a:t> name: peter, age: 10 </a:t>
            </a:r>
            <a:r>
              <a:rPr lang="en-US" sz="1400" dirty="0">
                <a:solidFill>
                  <a:schemeClr val="accent6">
                    <a:lumMod val="40000"/>
                    <a:lumOff val="60000"/>
                  </a:schemeClr>
                </a:solidFill>
                <a:latin typeface="Consolas" panose="020B0609020204030204" pitchFamily="49" charset="0"/>
              </a:rPr>
              <a:t>}</a:t>
            </a:r>
            <a:r>
              <a:rPr lang="en-US" sz="1400" dirty="0">
                <a:solidFill>
                  <a:schemeClr val="bg1"/>
                </a:solidFill>
                <a:latin typeface="Consolas" panose="020B0609020204030204" pitchFamily="49" charset="0"/>
              </a:rPr>
              <a:t> , </a:t>
            </a:r>
          </a:p>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bg1"/>
                </a:solidFill>
                <a:latin typeface="Consolas" panose="020B0609020204030204" pitchFamily="49" charset="0"/>
              </a:rPr>
              <a:t>  ... </a:t>
            </a:r>
          </a:p>
          <a:p>
            <a:pPr marR="0" algn="l" defTabSz="914400" rtl="0" eaLnBrk="1" fontAlgn="auto" latinLnBrk="0" hangingPunct="1">
              <a:lnSpc>
                <a:spcPct val="95000"/>
              </a:lnSpc>
              <a:spcBef>
                <a:spcPts val="400"/>
              </a:spcBef>
              <a:spcAft>
                <a:spcPts val="200"/>
              </a:spcAft>
              <a:buClr>
                <a:schemeClr val="accent1"/>
              </a:buClr>
              <a:buSzTx/>
              <a:tabLst/>
            </a:pPr>
            <a:r>
              <a:rPr lang="en-US" sz="1400" dirty="0">
                <a:solidFill>
                  <a:schemeClr val="accent3">
                    <a:lumMod val="75000"/>
                  </a:schemeClr>
                </a:solidFill>
                <a:latin typeface="Consolas" panose="020B0609020204030204" pitchFamily="49" charset="0"/>
              </a:rPr>
              <a:t>]</a:t>
            </a:r>
            <a:r>
              <a:rPr lang="en-US" sz="1400" dirty="0">
                <a:solidFill>
                  <a:schemeClr val="bg1"/>
                </a:solidFill>
                <a:latin typeface="Consolas" panose="020B0609020204030204" pitchFamily="49" charset="0"/>
              </a:rPr>
              <a:t> </a:t>
            </a:r>
          </a:p>
        </p:txBody>
      </p:sp>
    </p:spTree>
    <p:extLst>
      <p:ext uri="{BB962C8B-B14F-4D97-AF65-F5344CB8AC3E}">
        <p14:creationId xmlns:p14="http://schemas.microsoft.com/office/powerpoint/2010/main" val="3461370087"/>
      </p:ext>
    </p:extLst>
  </p:cSld>
  <p:clrMapOvr>
    <a:masterClrMapping/>
  </p:clrMapOvr>
  <p:transition spd="med">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58B8F6-65E9-2F88-C2B8-DF203E3B9655}"/>
              </a:ext>
            </a:extLst>
          </p:cNvPr>
          <p:cNvSpPr>
            <a:spLocks noGrp="1"/>
          </p:cNvSpPr>
          <p:nvPr>
            <p:ph type="title"/>
          </p:nvPr>
        </p:nvSpPr>
        <p:spPr/>
        <p:txBody>
          <a:bodyPr/>
          <a:lstStyle/>
          <a:p>
            <a:r>
              <a:rPr lang="en-US" dirty="0"/>
              <a:t>Working with </a:t>
            </a:r>
            <a:r>
              <a:rPr lang="en-US" dirty="0" err="1"/>
              <a:t>yaml</a:t>
            </a:r>
            <a:endParaRPr lang="fr-BE" dirty="0"/>
          </a:p>
        </p:txBody>
      </p:sp>
      <p:sp>
        <p:nvSpPr>
          <p:cNvPr id="4" name="Tijdelijke aanduiding voor tekst 3">
            <a:extLst>
              <a:ext uri="{FF2B5EF4-FFF2-40B4-BE49-F238E27FC236}">
                <a16:creationId xmlns:a16="http://schemas.microsoft.com/office/drawing/2014/main" id="{144D2066-2C57-46B8-2B49-DDF6DE6AF6CD}"/>
              </a:ext>
            </a:extLst>
          </p:cNvPr>
          <p:cNvSpPr>
            <a:spLocks noGrp="1"/>
          </p:cNvSpPr>
          <p:nvPr>
            <p:ph type="body" idx="10"/>
          </p:nvPr>
        </p:nvSpPr>
        <p:spPr>
          <a:xfrm>
            <a:off x="263031" y="1106419"/>
            <a:ext cx="11661637" cy="569981"/>
          </a:xfrm>
        </p:spPr>
        <p:txBody>
          <a:bodyPr/>
          <a:lstStyle/>
          <a:p>
            <a:r>
              <a:rPr lang="en-US" dirty="0"/>
              <a:t>Most </a:t>
            </a:r>
            <a:r>
              <a:rPr lang="en-US" dirty="0" err="1"/>
              <a:t>json</a:t>
            </a:r>
            <a:r>
              <a:rPr lang="en-US" dirty="0"/>
              <a:t> is valid </a:t>
            </a:r>
            <a:r>
              <a:rPr lang="en-US" dirty="0" err="1"/>
              <a:t>yaml</a:t>
            </a:r>
            <a:r>
              <a:rPr lang="en-US" dirty="0"/>
              <a:t> (both samples below are identical and valid </a:t>
            </a:r>
            <a:r>
              <a:rPr lang="en-US" dirty="0" err="1"/>
              <a:t>yaml</a:t>
            </a:r>
            <a:r>
              <a:rPr lang="en-US" dirty="0"/>
              <a:t>, the left is valid </a:t>
            </a:r>
            <a:r>
              <a:rPr lang="en-US" dirty="0" err="1"/>
              <a:t>json</a:t>
            </a:r>
            <a:r>
              <a:rPr lang="en-US" dirty="0"/>
              <a:t>)</a:t>
            </a:r>
          </a:p>
          <a:p>
            <a:r>
              <a:rPr lang="en-US" dirty="0"/>
              <a:t>Spaces after comma and colon are required in </a:t>
            </a:r>
            <a:r>
              <a:rPr lang="en-US" dirty="0" err="1"/>
              <a:t>yaml</a:t>
            </a:r>
            <a:r>
              <a:rPr lang="en-US" dirty="0"/>
              <a:t>.  duplicate keys are invalid in </a:t>
            </a:r>
            <a:r>
              <a:rPr lang="en-US" dirty="0" err="1"/>
              <a:t>yaml</a:t>
            </a:r>
            <a:r>
              <a:rPr lang="en-US" dirty="0"/>
              <a:t>.</a:t>
            </a:r>
            <a:endParaRPr lang="fr-BE" dirty="0"/>
          </a:p>
        </p:txBody>
      </p:sp>
      <p:sp>
        <p:nvSpPr>
          <p:cNvPr id="5" name="Tijdelijke aanduiding voor voettekst 4">
            <a:extLst>
              <a:ext uri="{FF2B5EF4-FFF2-40B4-BE49-F238E27FC236}">
                <a16:creationId xmlns:a16="http://schemas.microsoft.com/office/drawing/2014/main" id="{FA45A4D2-F4E3-44FE-193E-9C10568F231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6" name="Tekstvak 5">
            <a:extLst>
              <a:ext uri="{FF2B5EF4-FFF2-40B4-BE49-F238E27FC236}">
                <a16:creationId xmlns:a16="http://schemas.microsoft.com/office/drawing/2014/main" id="{BA6495C0-286F-3DC8-9291-E2D18DFFD262}"/>
              </a:ext>
            </a:extLst>
          </p:cNvPr>
          <p:cNvSpPr txBox="1"/>
          <p:nvPr/>
        </p:nvSpPr>
        <p:spPr>
          <a:xfrm>
            <a:off x="381000" y="1828800"/>
            <a:ext cx="2667000" cy="3676391"/>
          </a:xfrm>
          <a:prstGeom prst="rect">
            <a:avLst/>
          </a:prstGeom>
        </p:spPr>
        <p:txBody>
          <a:bodyPr vert="horz" wrap="squar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a:t>
            </a:r>
          </a:p>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  "name": "john",</a:t>
            </a:r>
          </a:p>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  "kids": </a:t>
            </a:r>
            <a:r>
              <a:rPr kumimoji="0" lang="en-US" sz="1400" b="0" i="0" u="none" strike="noStrike" kern="1200" cap="none" spc="0" normalizeH="0" baseline="0" noProof="0" dirty="0">
                <a:ln>
                  <a:noFill/>
                </a:ln>
                <a:solidFill>
                  <a:schemeClr val="accent3">
                    <a:lumMod val="75000"/>
                  </a:schemeClr>
                </a:solidFill>
                <a:effectLst/>
                <a:uLnTx/>
                <a:uFillTx/>
                <a:latin typeface="Consolas" panose="020B0609020204030204" pitchFamily="49" charset="0"/>
              </a:rPr>
              <a:t>[</a:t>
            </a:r>
          </a:p>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    </a:t>
            </a:r>
            <a:r>
              <a:rPr kumimoji="0" lang="en-US" sz="1400" b="0" i="0" u="none" strike="noStrike" kern="1200" cap="none" spc="0" normalizeH="0" baseline="0" noProof="0" dirty="0">
                <a:ln>
                  <a:noFill/>
                </a:ln>
                <a:solidFill>
                  <a:schemeClr val="accent6">
                    <a:lumMod val="60000"/>
                    <a:lumOff val="40000"/>
                  </a:schemeClr>
                </a:solidFill>
                <a:effectLst/>
                <a:uLnTx/>
                <a:uFillTx/>
                <a:latin typeface="Consolas" panose="020B0609020204030204" pitchFamily="49" charset="0"/>
              </a:rPr>
              <a:t>{</a:t>
            </a:r>
          </a:p>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      "name": "peter",</a:t>
            </a:r>
          </a:p>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      "age": 10</a:t>
            </a:r>
          </a:p>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    </a:t>
            </a:r>
            <a:r>
              <a:rPr kumimoji="0" lang="en-US" sz="1400" b="0" i="0" u="none" strike="noStrike" kern="1200" cap="none" spc="0" normalizeH="0" baseline="0" noProof="0" dirty="0">
                <a:ln>
                  <a:noFill/>
                </a:ln>
                <a:solidFill>
                  <a:schemeClr val="accent6">
                    <a:lumMod val="60000"/>
                    <a:lumOff val="40000"/>
                  </a:schemeClr>
                </a:solidFill>
                <a:effectLst/>
                <a:uLnTx/>
                <a:uFillTx/>
                <a:latin typeface="Consolas" panose="020B0609020204030204" pitchFamily="49" charset="0"/>
              </a:rPr>
              <a:t>}</a:t>
            </a: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a:t>
            </a:r>
          </a:p>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    </a:t>
            </a:r>
            <a:r>
              <a:rPr kumimoji="0" lang="en-US" sz="1400" b="0" i="0" u="none" strike="noStrike" kern="1200" cap="none" spc="0" normalizeH="0" baseline="0" noProof="0" dirty="0">
                <a:ln>
                  <a:noFill/>
                </a:ln>
                <a:solidFill>
                  <a:schemeClr val="accent6">
                    <a:lumMod val="60000"/>
                    <a:lumOff val="40000"/>
                  </a:schemeClr>
                </a:solidFill>
                <a:effectLst/>
                <a:uLnTx/>
                <a:uFillTx/>
                <a:latin typeface="Consolas" panose="020B0609020204030204" pitchFamily="49" charset="0"/>
              </a:rPr>
              <a:t>{</a:t>
            </a:r>
          </a:p>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      "name": "rose",</a:t>
            </a:r>
          </a:p>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      "age": 8</a:t>
            </a:r>
          </a:p>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    </a:t>
            </a:r>
            <a:r>
              <a:rPr kumimoji="0" lang="en-US" sz="1400" b="0" i="0" u="none" strike="noStrike" kern="1200" cap="none" spc="0" normalizeH="0" baseline="0" noProof="0" dirty="0">
                <a:ln>
                  <a:noFill/>
                </a:ln>
                <a:solidFill>
                  <a:schemeClr val="accent6">
                    <a:lumMod val="60000"/>
                    <a:lumOff val="40000"/>
                  </a:schemeClr>
                </a:solidFill>
                <a:effectLst/>
                <a:uLnTx/>
                <a:uFillTx/>
                <a:latin typeface="Consolas" panose="020B0609020204030204" pitchFamily="49" charset="0"/>
              </a:rPr>
              <a:t>}</a:t>
            </a:r>
          </a:p>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  </a:t>
            </a:r>
            <a:r>
              <a:rPr kumimoji="0" lang="en-US" sz="1400" b="0" i="0" u="none" strike="noStrike" kern="1200" cap="none" spc="0" normalizeH="0" baseline="0" noProof="0" dirty="0">
                <a:ln>
                  <a:noFill/>
                </a:ln>
                <a:solidFill>
                  <a:schemeClr val="accent3">
                    <a:lumMod val="75000"/>
                  </a:schemeClr>
                </a:solidFill>
                <a:effectLst/>
                <a:uLnTx/>
                <a:uFillTx/>
                <a:latin typeface="Consolas" panose="020B0609020204030204" pitchFamily="49" charset="0"/>
              </a:rPr>
              <a:t>]</a:t>
            </a:r>
          </a:p>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a:t>
            </a:r>
            <a:endParaRPr kumimoji="0" lang="fr-BE" sz="1400" b="0" i="0" u="none" strike="noStrike" kern="1200" cap="none" spc="0" normalizeH="0" baseline="0" noProof="0" dirty="0">
              <a:ln>
                <a:noFill/>
              </a:ln>
              <a:solidFill>
                <a:schemeClr val="bg1"/>
              </a:solidFill>
              <a:effectLst/>
              <a:uLnTx/>
              <a:uFillTx/>
              <a:latin typeface="Consolas" panose="020B0609020204030204" pitchFamily="49" charset="0"/>
            </a:endParaRPr>
          </a:p>
        </p:txBody>
      </p:sp>
      <p:sp>
        <p:nvSpPr>
          <p:cNvPr id="7" name="Tekstvak 6">
            <a:extLst>
              <a:ext uri="{FF2B5EF4-FFF2-40B4-BE49-F238E27FC236}">
                <a16:creationId xmlns:a16="http://schemas.microsoft.com/office/drawing/2014/main" id="{4594683F-8463-9040-E9D9-5DAD2EF6E02B}"/>
              </a:ext>
            </a:extLst>
          </p:cNvPr>
          <p:cNvSpPr txBox="1"/>
          <p:nvPr/>
        </p:nvSpPr>
        <p:spPr>
          <a:xfrm>
            <a:off x="3200400" y="2064728"/>
            <a:ext cx="2209800" cy="1705082"/>
          </a:xfrm>
          <a:prstGeom prst="rect">
            <a:avLst/>
          </a:prstGeom>
        </p:spPr>
        <p:txBody>
          <a:bodyPr vert="horz" wrap="squar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name: john</a:t>
            </a:r>
          </a:p>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kids:</a:t>
            </a:r>
          </a:p>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 name: peter</a:t>
            </a:r>
          </a:p>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  age: 10</a:t>
            </a:r>
          </a:p>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 name: rose</a:t>
            </a:r>
          </a:p>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  age: 8</a:t>
            </a:r>
          </a:p>
        </p:txBody>
      </p:sp>
    </p:spTree>
    <p:extLst>
      <p:ext uri="{BB962C8B-B14F-4D97-AF65-F5344CB8AC3E}">
        <p14:creationId xmlns:p14="http://schemas.microsoft.com/office/powerpoint/2010/main" val="1047219371"/>
      </p:ext>
    </p:extLst>
  </p:cSld>
  <p:clrMapOvr>
    <a:masterClrMapping/>
  </p:clrMapOvr>
  <p:transition spd="med">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58B8F6-65E9-2F88-C2B8-DF203E3B9655}"/>
              </a:ext>
            </a:extLst>
          </p:cNvPr>
          <p:cNvSpPr>
            <a:spLocks noGrp="1"/>
          </p:cNvSpPr>
          <p:nvPr>
            <p:ph type="title"/>
          </p:nvPr>
        </p:nvSpPr>
        <p:spPr/>
        <p:txBody>
          <a:bodyPr/>
          <a:lstStyle/>
          <a:p>
            <a:r>
              <a:rPr lang="en-US" dirty="0"/>
              <a:t>Working with </a:t>
            </a:r>
            <a:r>
              <a:rPr lang="en-US" dirty="0" err="1"/>
              <a:t>yaml</a:t>
            </a:r>
            <a:endParaRPr lang="fr-BE" dirty="0"/>
          </a:p>
        </p:txBody>
      </p:sp>
      <p:sp>
        <p:nvSpPr>
          <p:cNvPr id="4" name="Tijdelijke aanduiding voor tekst 3">
            <a:extLst>
              <a:ext uri="{FF2B5EF4-FFF2-40B4-BE49-F238E27FC236}">
                <a16:creationId xmlns:a16="http://schemas.microsoft.com/office/drawing/2014/main" id="{144D2066-2C57-46B8-2B49-DDF6DE6AF6CD}"/>
              </a:ext>
            </a:extLst>
          </p:cNvPr>
          <p:cNvSpPr>
            <a:spLocks noGrp="1"/>
          </p:cNvSpPr>
          <p:nvPr>
            <p:ph type="body" idx="10"/>
          </p:nvPr>
        </p:nvSpPr>
        <p:spPr/>
        <p:txBody>
          <a:bodyPr/>
          <a:lstStyle/>
          <a:p>
            <a:r>
              <a:rPr lang="en-US" dirty="0"/>
              <a:t>Comment with hash # character</a:t>
            </a:r>
            <a:endParaRPr lang="fr-BE" dirty="0"/>
          </a:p>
        </p:txBody>
      </p:sp>
      <p:sp>
        <p:nvSpPr>
          <p:cNvPr id="5" name="Tijdelijke aanduiding voor voettekst 4">
            <a:extLst>
              <a:ext uri="{FF2B5EF4-FFF2-40B4-BE49-F238E27FC236}">
                <a16:creationId xmlns:a16="http://schemas.microsoft.com/office/drawing/2014/main" id="{FA45A4D2-F4E3-44FE-193E-9C10568F231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6" name="Tekstvak 5">
            <a:extLst>
              <a:ext uri="{FF2B5EF4-FFF2-40B4-BE49-F238E27FC236}">
                <a16:creationId xmlns:a16="http://schemas.microsoft.com/office/drawing/2014/main" id="{BA6495C0-286F-3DC8-9291-E2D18DFFD262}"/>
              </a:ext>
            </a:extLst>
          </p:cNvPr>
          <p:cNvSpPr txBox="1"/>
          <p:nvPr/>
        </p:nvSpPr>
        <p:spPr>
          <a:xfrm>
            <a:off x="273593" y="2372617"/>
            <a:ext cx="4572000" cy="2268313"/>
          </a:xfrm>
          <a:prstGeom prst="rect">
            <a:avLst/>
          </a:prstGeom>
        </p:spPr>
        <p:txBody>
          <a:bodyPr vert="horz" wrap="squar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a:t>
            </a:r>
          </a:p>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name: john  </a:t>
            </a:r>
            <a:r>
              <a:rPr kumimoji="0" lang="en-US" sz="1400" b="0" i="0" u="none" strike="noStrike" kern="1200" cap="none" spc="0" normalizeH="0" baseline="0" noProof="0" dirty="0">
                <a:ln>
                  <a:noFill/>
                </a:ln>
                <a:solidFill>
                  <a:schemeClr val="accent3">
                    <a:lumMod val="75000"/>
                  </a:schemeClr>
                </a:solidFill>
                <a:effectLst/>
                <a:uLnTx/>
                <a:uFillTx/>
                <a:latin typeface="Consolas" panose="020B0609020204030204" pitchFamily="49" charset="0"/>
              </a:rPr>
              <a:t># short for </a:t>
            </a:r>
            <a:r>
              <a:rPr kumimoji="0" lang="en-US" sz="1400" b="0" i="0" u="none" strike="noStrike" kern="1200" cap="none" spc="0" normalizeH="0" baseline="0" noProof="0" dirty="0" err="1">
                <a:ln>
                  <a:noFill/>
                </a:ln>
                <a:solidFill>
                  <a:schemeClr val="accent3">
                    <a:lumMod val="75000"/>
                  </a:schemeClr>
                </a:solidFill>
                <a:effectLst/>
                <a:uLnTx/>
                <a:uFillTx/>
                <a:latin typeface="Consolas" panose="020B0609020204030204" pitchFamily="49" charset="0"/>
              </a:rPr>
              <a:t>jonathan</a:t>
            </a:r>
            <a:endParaRPr kumimoji="0" lang="en-US" sz="1400" b="0" i="0" u="none" strike="noStrike" kern="1200" cap="none" spc="0" normalizeH="0" baseline="0" noProof="0" dirty="0">
              <a:ln>
                <a:noFill/>
              </a:ln>
              <a:solidFill>
                <a:schemeClr val="accent3">
                  <a:lumMod val="75000"/>
                </a:schemeClr>
              </a:solidFill>
              <a:effectLst/>
              <a:uLnTx/>
              <a:uFillTx/>
              <a:latin typeface="Consolas" panose="020B0609020204030204" pitchFamily="49" charset="0"/>
            </a:endParaRPr>
          </a:p>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accent3">
                    <a:lumMod val="75000"/>
                  </a:schemeClr>
                </a:solidFill>
                <a:effectLst/>
                <a:uLnTx/>
                <a:uFillTx/>
                <a:latin typeface="Consolas" panose="020B0609020204030204" pitchFamily="49" charset="0"/>
              </a:rPr>
              <a:t># defining kids</a:t>
            </a:r>
          </a:p>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kids:</a:t>
            </a:r>
          </a:p>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 name: peter  </a:t>
            </a:r>
            <a:r>
              <a:rPr kumimoji="0" lang="en-US" sz="1400" b="0" i="0" u="none" strike="noStrike" kern="1200" cap="none" spc="0" normalizeH="0" baseline="0" noProof="0" dirty="0">
                <a:ln>
                  <a:noFill/>
                </a:ln>
                <a:solidFill>
                  <a:schemeClr val="accent3">
                    <a:lumMod val="75000"/>
                  </a:schemeClr>
                </a:solidFill>
                <a:effectLst/>
                <a:uLnTx/>
                <a:uFillTx/>
                <a:latin typeface="Consolas" panose="020B0609020204030204" pitchFamily="49" charset="0"/>
              </a:rPr>
              <a:t># peter plays basketball</a:t>
            </a:r>
          </a:p>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  age: 10</a:t>
            </a:r>
          </a:p>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 name: rose   </a:t>
            </a:r>
            <a:r>
              <a:rPr kumimoji="0" lang="en-US" sz="1400" b="0" i="0" u="none" strike="noStrike" kern="1200" cap="none" spc="0" normalizeH="0" baseline="0" noProof="0" dirty="0">
                <a:ln>
                  <a:noFill/>
                </a:ln>
                <a:solidFill>
                  <a:schemeClr val="accent3">
                    <a:lumMod val="75000"/>
                  </a:schemeClr>
                </a:solidFill>
                <a:effectLst/>
                <a:uLnTx/>
                <a:uFillTx/>
                <a:latin typeface="Consolas" panose="020B0609020204030204" pitchFamily="49" charset="0"/>
              </a:rPr>
              <a:t># rose loves dancing</a:t>
            </a:r>
          </a:p>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Consolas" panose="020B0609020204030204" pitchFamily="49" charset="0"/>
              </a:rPr>
              <a:t>  age: 8</a:t>
            </a:r>
          </a:p>
        </p:txBody>
      </p:sp>
    </p:spTree>
    <p:extLst>
      <p:ext uri="{BB962C8B-B14F-4D97-AF65-F5344CB8AC3E}">
        <p14:creationId xmlns:p14="http://schemas.microsoft.com/office/powerpoint/2010/main" val="1283297148"/>
      </p:ext>
    </p:extLst>
  </p:cSld>
  <p:clrMapOvr>
    <a:masterClrMapping/>
  </p:clrMapOvr>
  <p:transition spd="med">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58B8F6-65E9-2F88-C2B8-DF203E3B9655}"/>
              </a:ext>
            </a:extLst>
          </p:cNvPr>
          <p:cNvSpPr>
            <a:spLocks noGrp="1"/>
          </p:cNvSpPr>
          <p:nvPr>
            <p:ph type="title"/>
          </p:nvPr>
        </p:nvSpPr>
        <p:spPr/>
        <p:txBody>
          <a:bodyPr/>
          <a:lstStyle/>
          <a:p>
            <a:r>
              <a:rPr lang="en-US" dirty="0"/>
              <a:t>Working with </a:t>
            </a:r>
            <a:r>
              <a:rPr lang="en-US" dirty="0" err="1"/>
              <a:t>yaml</a:t>
            </a:r>
            <a:endParaRPr lang="fr-BE" dirty="0"/>
          </a:p>
        </p:txBody>
      </p:sp>
      <p:sp>
        <p:nvSpPr>
          <p:cNvPr id="4" name="Tijdelijke aanduiding voor tekst 3">
            <a:extLst>
              <a:ext uri="{FF2B5EF4-FFF2-40B4-BE49-F238E27FC236}">
                <a16:creationId xmlns:a16="http://schemas.microsoft.com/office/drawing/2014/main" id="{144D2066-2C57-46B8-2B49-DDF6DE6AF6CD}"/>
              </a:ext>
            </a:extLst>
          </p:cNvPr>
          <p:cNvSpPr>
            <a:spLocks noGrp="1"/>
          </p:cNvSpPr>
          <p:nvPr>
            <p:ph type="body" idx="10"/>
          </p:nvPr>
        </p:nvSpPr>
        <p:spPr/>
        <p:txBody>
          <a:bodyPr/>
          <a:lstStyle/>
          <a:p>
            <a:r>
              <a:rPr lang="en-US" dirty="0"/>
              <a:t>Anchors, </a:t>
            </a:r>
            <a:r>
              <a:rPr lang="en-US" dirty="0" err="1"/>
              <a:t>preceed</a:t>
            </a:r>
            <a:r>
              <a:rPr lang="en-US" dirty="0"/>
              <a:t> value with ampersand &amp;</a:t>
            </a:r>
            <a:endParaRPr lang="fr-BE" dirty="0"/>
          </a:p>
        </p:txBody>
      </p:sp>
      <p:sp>
        <p:nvSpPr>
          <p:cNvPr id="5" name="Tijdelijke aanduiding voor voettekst 4">
            <a:extLst>
              <a:ext uri="{FF2B5EF4-FFF2-40B4-BE49-F238E27FC236}">
                <a16:creationId xmlns:a16="http://schemas.microsoft.com/office/drawing/2014/main" id="{FA45A4D2-F4E3-44FE-193E-9C10568F231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6" name="Tekstvak 5">
            <a:extLst>
              <a:ext uri="{FF2B5EF4-FFF2-40B4-BE49-F238E27FC236}">
                <a16:creationId xmlns:a16="http://schemas.microsoft.com/office/drawing/2014/main" id="{BA6495C0-286F-3DC8-9291-E2D18DFFD262}"/>
              </a:ext>
            </a:extLst>
          </p:cNvPr>
          <p:cNvSpPr txBox="1"/>
          <p:nvPr/>
        </p:nvSpPr>
        <p:spPr>
          <a:xfrm>
            <a:off x="294718" y="1871709"/>
            <a:ext cx="3896282" cy="3830279"/>
          </a:xfrm>
          <a:prstGeom prst="rect">
            <a:avLst/>
          </a:prstGeom>
        </p:spPr>
        <p:txBody>
          <a:bodyPr vert="horz" wrap="squar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err="1">
                <a:ln>
                  <a:noFill/>
                </a:ln>
                <a:solidFill>
                  <a:schemeClr val="bg1"/>
                </a:solidFill>
                <a:effectLst/>
                <a:uLnTx/>
                <a:uFillTx/>
                <a:latin typeface="Consolas" panose="020B0609020204030204" pitchFamily="49" charset="0"/>
              </a:rPr>
              <a:t>firstname</a:t>
            </a: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John</a:t>
            </a: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err="1">
                <a:ln>
                  <a:noFill/>
                </a:ln>
                <a:solidFill>
                  <a:schemeClr val="bg1"/>
                </a:solidFill>
                <a:effectLst/>
                <a:uLnTx/>
                <a:uFillTx/>
                <a:latin typeface="Consolas" panose="020B0609020204030204" pitchFamily="49" charset="0"/>
              </a:rPr>
              <a:t>lastname</a:t>
            </a: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a:t>
            </a:r>
            <a:r>
              <a:rPr kumimoji="0" lang="en-US" sz="1200" b="0" i="0" u="none" strike="noStrike" kern="1200" cap="none" spc="0" normalizeH="0" baseline="0" noProof="0" dirty="0">
                <a:ln>
                  <a:noFill/>
                </a:ln>
                <a:solidFill>
                  <a:schemeClr val="accent3">
                    <a:lumMod val="75000"/>
                  </a:schemeClr>
                </a:solidFill>
                <a:effectLst/>
                <a:uLnTx/>
                <a:uFillTx/>
                <a:latin typeface="Consolas" panose="020B0609020204030204" pitchFamily="49" charset="0"/>
              </a:rPr>
              <a:t>&amp;</a:t>
            </a:r>
            <a:r>
              <a:rPr kumimoji="0" lang="en-US" sz="1200" b="0" i="0" u="none" strike="noStrike" kern="1200" cap="none" spc="0" normalizeH="0" baseline="0" noProof="0" dirty="0" err="1">
                <a:ln>
                  <a:noFill/>
                </a:ln>
                <a:solidFill>
                  <a:schemeClr val="accent3">
                    <a:lumMod val="75000"/>
                  </a:schemeClr>
                </a:solidFill>
                <a:effectLst/>
                <a:uLnTx/>
                <a:uFillTx/>
                <a:latin typeface="Consolas" panose="020B0609020204030204" pitchFamily="49" charset="0"/>
              </a:rPr>
              <a:t>lastname</a:t>
            </a:r>
            <a:r>
              <a:rPr kumimoji="0" lang="en-US" sz="1200" b="0" i="0" u="none" strike="noStrike" kern="1200" cap="none" spc="0" normalizeH="0" baseline="0" noProof="0" dirty="0">
                <a:ln>
                  <a:noFill/>
                </a:ln>
                <a:solidFill>
                  <a:schemeClr val="accent3">
                    <a:lumMod val="75000"/>
                  </a:schemeClr>
                </a:solidFill>
                <a:effectLst/>
                <a:uLnTx/>
                <a:uFillTx/>
                <a:latin typeface="Consolas" panose="020B0609020204030204" pitchFamily="49" charset="0"/>
              </a:rPr>
              <a:t> </a:t>
            </a: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Doe</a:t>
            </a: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address: </a:t>
            </a:r>
            <a:r>
              <a:rPr kumimoji="0" lang="en-US" sz="1200" b="0" i="0" u="none" strike="noStrike" kern="1200" cap="none" spc="0" normalizeH="0" baseline="0" noProof="0" dirty="0">
                <a:ln>
                  <a:noFill/>
                </a:ln>
                <a:solidFill>
                  <a:schemeClr val="accent3">
                    <a:lumMod val="75000"/>
                  </a:schemeClr>
                </a:solidFill>
                <a:effectLst/>
                <a:uLnTx/>
                <a:uFillTx/>
                <a:latin typeface="Consolas" panose="020B0609020204030204" pitchFamily="49" charset="0"/>
              </a:rPr>
              <a:t>&amp;address</a:t>
            </a: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street: </a:t>
            </a:r>
            <a:r>
              <a:rPr kumimoji="0" lang="en-US" sz="1200" b="0" i="0" u="none" strike="noStrike" kern="1200" cap="none" spc="0" normalizeH="0" baseline="0" noProof="0" dirty="0" err="1">
                <a:ln>
                  <a:noFill/>
                </a:ln>
                <a:solidFill>
                  <a:schemeClr val="bg1"/>
                </a:solidFill>
                <a:effectLst/>
                <a:uLnTx/>
                <a:uFillTx/>
                <a:latin typeface="Consolas" panose="020B0609020204030204" pitchFamily="49" charset="0"/>
              </a:rPr>
              <a:t>Rodeodrive</a:t>
            </a:r>
            <a:endParaRPr kumimoji="0" lang="en-US" sz="1200" b="0" i="0" u="none" strike="noStrike" kern="1200" cap="none" spc="0" normalizeH="0" baseline="0" noProof="0" dirty="0">
              <a:ln>
                <a:noFill/>
              </a:ln>
              <a:solidFill>
                <a:schemeClr val="bg1"/>
              </a:solidFill>
              <a:effectLst/>
              <a:uLnTx/>
              <a:uFillTx/>
              <a:latin typeface="Consolas" panose="020B0609020204030204" pitchFamily="49" charset="0"/>
            </a:endParaRP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a:t>
            </a:r>
            <a:r>
              <a:rPr kumimoji="0" lang="en-US" sz="1200" b="0" i="0" u="none" strike="noStrike" kern="1200" cap="none" spc="0" normalizeH="0" baseline="0" noProof="0" dirty="0" err="1">
                <a:ln>
                  <a:noFill/>
                </a:ln>
                <a:solidFill>
                  <a:schemeClr val="bg1"/>
                </a:solidFill>
                <a:effectLst/>
                <a:uLnTx/>
                <a:uFillTx/>
                <a:latin typeface="Consolas" panose="020B0609020204030204" pitchFamily="49" charset="0"/>
              </a:rPr>
              <a:t>zipcode</a:t>
            </a: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90210</a:t>
            </a: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kids:</a:t>
            </a: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a:t>
            </a:r>
            <a:r>
              <a:rPr kumimoji="0" lang="en-US" sz="1200" b="0" i="0" u="none" strike="noStrike" kern="1200" cap="none" spc="0" normalizeH="0" baseline="0" noProof="0" dirty="0" err="1">
                <a:ln>
                  <a:noFill/>
                </a:ln>
                <a:solidFill>
                  <a:schemeClr val="bg1"/>
                </a:solidFill>
                <a:effectLst/>
                <a:uLnTx/>
                <a:uFillTx/>
                <a:latin typeface="Consolas" panose="020B0609020204030204" pitchFamily="49" charset="0"/>
              </a:rPr>
              <a:t>firstname</a:t>
            </a: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Peter</a:t>
            </a: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a:t>
            </a:r>
            <a:r>
              <a:rPr kumimoji="0" lang="en-US" sz="1200" b="0" i="0" u="none" strike="noStrike" kern="1200" cap="none" spc="0" normalizeH="0" baseline="0" noProof="0" dirty="0" err="1">
                <a:ln>
                  <a:noFill/>
                </a:ln>
                <a:solidFill>
                  <a:schemeClr val="bg1"/>
                </a:solidFill>
                <a:effectLst/>
                <a:uLnTx/>
                <a:uFillTx/>
                <a:latin typeface="Consolas" panose="020B0609020204030204" pitchFamily="49" charset="0"/>
              </a:rPr>
              <a:t>lastname</a:t>
            </a: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a:t>
            </a:r>
            <a:r>
              <a:rPr kumimoji="0" lang="en-US" sz="1200" b="0" i="0" u="none" strike="noStrike" kern="1200" cap="none" spc="0" normalizeH="0" baseline="0" noProof="0" dirty="0">
                <a:ln>
                  <a:noFill/>
                </a:ln>
                <a:solidFill>
                  <a:schemeClr val="accent6">
                    <a:lumMod val="40000"/>
                    <a:lumOff val="60000"/>
                  </a:schemeClr>
                </a:solidFill>
                <a:effectLst/>
                <a:uLnTx/>
                <a:uFillTx/>
                <a:latin typeface="Consolas" panose="020B0609020204030204" pitchFamily="49" charset="0"/>
              </a:rPr>
              <a:t>*</a:t>
            </a:r>
            <a:r>
              <a:rPr kumimoji="0" lang="en-US" sz="1200" b="0" i="0" u="none" strike="noStrike" kern="1200" cap="none" spc="0" normalizeH="0" baseline="0" noProof="0" dirty="0" err="1">
                <a:ln>
                  <a:noFill/>
                </a:ln>
                <a:solidFill>
                  <a:schemeClr val="accent6">
                    <a:lumMod val="40000"/>
                    <a:lumOff val="60000"/>
                  </a:schemeClr>
                </a:solidFill>
                <a:effectLst/>
                <a:uLnTx/>
                <a:uFillTx/>
                <a:latin typeface="Consolas" panose="020B0609020204030204" pitchFamily="49" charset="0"/>
              </a:rPr>
              <a:t>lastname</a:t>
            </a:r>
            <a:endParaRPr kumimoji="0" lang="en-US" sz="1200" b="0" i="0" u="none" strike="noStrike" kern="1200" cap="none" spc="0" normalizeH="0" baseline="0" noProof="0" dirty="0">
              <a:ln>
                <a:noFill/>
              </a:ln>
              <a:solidFill>
                <a:schemeClr val="accent6">
                  <a:lumMod val="40000"/>
                  <a:lumOff val="60000"/>
                </a:schemeClr>
              </a:solidFill>
              <a:effectLst/>
              <a:uLnTx/>
              <a:uFillTx/>
              <a:latin typeface="Consolas" panose="020B0609020204030204" pitchFamily="49" charset="0"/>
            </a:endParaRP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address:</a:t>
            </a: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accent6">
                    <a:lumMod val="40000"/>
                    <a:lumOff val="60000"/>
                  </a:schemeClr>
                </a:solidFill>
                <a:effectLst/>
                <a:uLnTx/>
                <a:uFillTx/>
                <a:latin typeface="Consolas" panose="020B0609020204030204" pitchFamily="49" charset="0"/>
              </a:rPr>
              <a:t>    &lt;&lt;: *address</a:t>
            </a: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a:t>
            </a:r>
            <a:r>
              <a:rPr kumimoji="0" lang="en-US" sz="1200" b="0" i="0" u="none" strike="noStrike" kern="1200" cap="none" spc="0" normalizeH="0" baseline="0" noProof="0" dirty="0" err="1">
                <a:ln>
                  <a:noFill/>
                </a:ln>
                <a:solidFill>
                  <a:schemeClr val="bg1"/>
                </a:solidFill>
                <a:effectLst/>
                <a:uLnTx/>
                <a:uFillTx/>
                <a:latin typeface="Consolas" panose="020B0609020204030204" pitchFamily="49" charset="0"/>
              </a:rPr>
              <a:t>firstname</a:t>
            </a: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Rose</a:t>
            </a: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a:t>
            </a:r>
            <a:r>
              <a:rPr kumimoji="0" lang="en-US" sz="1200" b="0" i="0" u="none" strike="noStrike" kern="1200" cap="none" spc="0" normalizeH="0" baseline="0" noProof="0" dirty="0" err="1">
                <a:ln>
                  <a:noFill/>
                </a:ln>
                <a:solidFill>
                  <a:schemeClr val="bg1"/>
                </a:solidFill>
                <a:effectLst/>
                <a:uLnTx/>
                <a:uFillTx/>
                <a:latin typeface="Consolas" panose="020B0609020204030204" pitchFamily="49" charset="0"/>
              </a:rPr>
              <a:t>lastname</a:t>
            </a: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a:t>
            </a:r>
            <a:r>
              <a:rPr kumimoji="0" lang="en-US" sz="1200" b="0" i="0" u="none" strike="noStrike" kern="1200" cap="none" spc="0" normalizeH="0" baseline="0" noProof="0" dirty="0">
                <a:ln>
                  <a:noFill/>
                </a:ln>
                <a:solidFill>
                  <a:schemeClr val="accent6">
                    <a:lumMod val="40000"/>
                    <a:lumOff val="60000"/>
                  </a:schemeClr>
                </a:solidFill>
                <a:effectLst/>
                <a:uLnTx/>
                <a:uFillTx/>
                <a:latin typeface="Consolas" panose="020B0609020204030204" pitchFamily="49" charset="0"/>
              </a:rPr>
              <a:t>*</a:t>
            </a:r>
            <a:r>
              <a:rPr kumimoji="0" lang="en-US" sz="1200" b="0" i="0" u="none" strike="noStrike" kern="1200" cap="none" spc="0" normalizeH="0" baseline="0" noProof="0" dirty="0" err="1">
                <a:ln>
                  <a:noFill/>
                </a:ln>
                <a:solidFill>
                  <a:schemeClr val="accent6">
                    <a:lumMod val="40000"/>
                    <a:lumOff val="60000"/>
                  </a:schemeClr>
                </a:solidFill>
                <a:effectLst/>
                <a:uLnTx/>
                <a:uFillTx/>
                <a:latin typeface="Consolas" panose="020B0609020204030204" pitchFamily="49" charset="0"/>
              </a:rPr>
              <a:t>lastname</a:t>
            </a:r>
            <a:endParaRPr kumimoji="0" lang="en-US" sz="1200" b="0" i="0" u="none" strike="noStrike" kern="1200" cap="none" spc="0" normalizeH="0" baseline="0" noProof="0" dirty="0">
              <a:ln>
                <a:noFill/>
              </a:ln>
              <a:solidFill>
                <a:schemeClr val="accent6">
                  <a:lumMod val="40000"/>
                  <a:lumOff val="60000"/>
                </a:schemeClr>
              </a:solidFill>
              <a:effectLst/>
              <a:uLnTx/>
              <a:uFillTx/>
              <a:latin typeface="Consolas" panose="020B0609020204030204" pitchFamily="49" charset="0"/>
            </a:endParaRP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address:</a:t>
            </a: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a:t>
            </a:r>
            <a:r>
              <a:rPr kumimoji="0" lang="en-US" sz="1200" b="0" i="0" u="none" strike="noStrike" kern="1200" cap="none" spc="0" normalizeH="0" baseline="0" noProof="0" dirty="0">
                <a:ln>
                  <a:noFill/>
                </a:ln>
                <a:solidFill>
                  <a:schemeClr val="accent6">
                    <a:lumMod val="40000"/>
                    <a:lumOff val="60000"/>
                  </a:schemeClr>
                </a:solidFill>
                <a:effectLst/>
                <a:uLnTx/>
                <a:uFillTx/>
                <a:latin typeface="Consolas" panose="020B0609020204030204" pitchFamily="49" charset="0"/>
              </a:rPr>
              <a:t>&lt;&lt;: *address</a:t>
            </a:r>
          </a:p>
          <a:p>
            <a:pPr marR="0" algn="l" defTabSz="914400" rtl="0" eaLnBrk="1" fontAlgn="auto" latinLnBrk="0" hangingPunct="1">
              <a:lnSpc>
                <a:spcPct val="95000"/>
              </a:lnSpc>
              <a:spcBef>
                <a:spcPts val="400"/>
              </a:spcBef>
              <a:spcAft>
                <a:spcPts val="200"/>
              </a:spcAft>
              <a:buClr>
                <a:schemeClr val="accent1"/>
              </a:buClr>
              <a:buSzTx/>
              <a:tabLst/>
            </a:pPr>
            <a:r>
              <a:rPr kumimoji="0" lang="en-US" sz="1400" b="0" i="0" u="none" strike="noStrike" kern="1200" cap="none" spc="0" normalizeH="0" baseline="0" noProof="0" dirty="0">
                <a:ln>
                  <a:noFill/>
                </a:ln>
                <a:solidFill>
                  <a:schemeClr val="bg1"/>
                </a:solidFill>
                <a:effectLst/>
                <a:uLnTx/>
                <a:uFillTx/>
                <a:latin typeface="+mn-lt"/>
              </a:rPr>
              <a:t> </a:t>
            </a:r>
          </a:p>
        </p:txBody>
      </p:sp>
      <p:sp>
        <p:nvSpPr>
          <p:cNvPr id="3" name="Tekstvak 2">
            <a:extLst>
              <a:ext uri="{FF2B5EF4-FFF2-40B4-BE49-F238E27FC236}">
                <a16:creationId xmlns:a16="http://schemas.microsoft.com/office/drawing/2014/main" id="{3D39078F-011F-39F0-1350-F29BA22BE624}"/>
              </a:ext>
            </a:extLst>
          </p:cNvPr>
          <p:cNvSpPr txBox="1"/>
          <p:nvPr/>
        </p:nvSpPr>
        <p:spPr>
          <a:xfrm>
            <a:off x="3581400" y="1864064"/>
            <a:ext cx="3896282" cy="4305794"/>
          </a:xfrm>
          <a:prstGeom prst="rect">
            <a:avLst/>
          </a:prstGeom>
        </p:spPr>
        <p:txBody>
          <a:bodyPr vert="horz" wrap="square" lIns="91440" tIns="45720" rIns="91440" bIns="45720" rtlCol="0" anchor="t">
            <a:spAutoFit/>
          </a:bodyPr>
          <a:lstStyle/>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err="1">
                <a:ln>
                  <a:noFill/>
                </a:ln>
                <a:solidFill>
                  <a:schemeClr val="bg1"/>
                </a:solidFill>
                <a:effectLst/>
                <a:uLnTx/>
                <a:uFillTx/>
                <a:latin typeface="Consolas" panose="020B0609020204030204" pitchFamily="49" charset="0"/>
              </a:rPr>
              <a:t>firstname</a:t>
            </a: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John</a:t>
            </a: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err="1">
                <a:ln>
                  <a:noFill/>
                </a:ln>
                <a:solidFill>
                  <a:schemeClr val="bg1"/>
                </a:solidFill>
                <a:effectLst/>
                <a:uLnTx/>
                <a:uFillTx/>
                <a:latin typeface="Consolas" panose="020B0609020204030204" pitchFamily="49" charset="0"/>
              </a:rPr>
              <a:t>lastname</a:t>
            </a: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Doe</a:t>
            </a: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address:</a:t>
            </a: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street: </a:t>
            </a:r>
            <a:r>
              <a:rPr kumimoji="0" lang="en-US" sz="1200" b="0" i="0" u="none" strike="noStrike" kern="1200" cap="none" spc="0" normalizeH="0" baseline="0" noProof="0" dirty="0" err="1">
                <a:ln>
                  <a:noFill/>
                </a:ln>
                <a:solidFill>
                  <a:schemeClr val="bg1"/>
                </a:solidFill>
                <a:effectLst/>
                <a:uLnTx/>
                <a:uFillTx/>
                <a:latin typeface="Consolas" panose="020B0609020204030204" pitchFamily="49" charset="0"/>
              </a:rPr>
              <a:t>Rodeodrive</a:t>
            </a:r>
            <a:endParaRPr kumimoji="0" lang="en-US" sz="1200" b="0" i="0" u="none" strike="noStrike" kern="1200" cap="none" spc="0" normalizeH="0" baseline="0" noProof="0" dirty="0">
              <a:ln>
                <a:noFill/>
              </a:ln>
              <a:solidFill>
                <a:schemeClr val="bg1"/>
              </a:solidFill>
              <a:effectLst/>
              <a:uLnTx/>
              <a:uFillTx/>
              <a:latin typeface="Consolas" panose="020B0609020204030204" pitchFamily="49" charset="0"/>
            </a:endParaRP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a:t>
            </a:r>
            <a:r>
              <a:rPr kumimoji="0" lang="en-US" sz="1200" b="0" i="0" u="none" strike="noStrike" kern="1200" cap="none" spc="0" normalizeH="0" baseline="0" noProof="0" dirty="0" err="1">
                <a:ln>
                  <a:noFill/>
                </a:ln>
                <a:solidFill>
                  <a:schemeClr val="bg1"/>
                </a:solidFill>
                <a:effectLst/>
                <a:uLnTx/>
                <a:uFillTx/>
                <a:latin typeface="Consolas" panose="020B0609020204030204" pitchFamily="49" charset="0"/>
              </a:rPr>
              <a:t>zipcode</a:t>
            </a: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90210</a:t>
            </a: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kids:</a:t>
            </a: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a:t>
            </a:r>
            <a:r>
              <a:rPr kumimoji="0" lang="en-US" sz="1200" b="0" i="0" u="none" strike="noStrike" kern="1200" cap="none" spc="0" normalizeH="0" baseline="0" noProof="0" dirty="0" err="1">
                <a:ln>
                  <a:noFill/>
                </a:ln>
                <a:solidFill>
                  <a:schemeClr val="bg1"/>
                </a:solidFill>
                <a:effectLst/>
                <a:uLnTx/>
                <a:uFillTx/>
                <a:latin typeface="Consolas" panose="020B0609020204030204" pitchFamily="49" charset="0"/>
              </a:rPr>
              <a:t>firstname</a:t>
            </a: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Peter</a:t>
            </a: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a:t>
            </a:r>
            <a:r>
              <a:rPr kumimoji="0" lang="en-US" sz="1200" b="0" i="0" u="none" strike="noStrike" kern="1200" cap="none" spc="0" normalizeH="0" baseline="0" noProof="0" dirty="0" err="1">
                <a:ln>
                  <a:noFill/>
                </a:ln>
                <a:solidFill>
                  <a:schemeClr val="bg1"/>
                </a:solidFill>
                <a:effectLst/>
                <a:uLnTx/>
                <a:uFillTx/>
                <a:latin typeface="Consolas" panose="020B0609020204030204" pitchFamily="49" charset="0"/>
              </a:rPr>
              <a:t>lastname</a:t>
            </a: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Doe</a:t>
            </a: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address:</a:t>
            </a: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street: </a:t>
            </a:r>
            <a:r>
              <a:rPr kumimoji="0" lang="en-US" sz="1200" b="0" i="0" u="none" strike="noStrike" kern="1200" cap="none" spc="0" normalizeH="0" baseline="0" noProof="0" dirty="0" err="1">
                <a:ln>
                  <a:noFill/>
                </a:ln>
                <a:solidFill>
                  <a:schemeClr val="bg1"/>
                </a:solidFill>
                <a:effectLst/>
                <a:uLnTx/>
                <a:uFillTx/>
                <a:latin typeface="Consolas" panose="020B0609020204030204" pitchFamily="49" charset="0"/>
              </a:rPr>
              <a:t>Rodeodrive</a:t>
            </a:r>
            <a:endParaRPr kumimoji="0" lang="en-US" sz="1200" b="0" i="0" u="none" strike="noStrike" kern="1200" cap="none" spc="0" normalizeH="0" baseline="0" noProof="0" dirty="0">
              <a:ln>
                <a:noFill/>
              </a:ln>
              <a:solidFill>
                <a:schemeClr val="bg1"/>
              </a:solidFill>
              <a:effectLst/>
              <a:uLnTx/>
              <a:uFillTx/>
              <a:latin typeface="Consolas" panose="020B0609020204030204" pitchFamily="49" charset="0"/>
            </a:endParaRP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a:t>
            </a:r>
            <a:r>
              <a:rPr kumimoji="0" lang="en-US" sz="1200" b="0" i="0" u="none" strike="noStrike" kern="1200" cap="none" spc="0" normalizeH="0" baseline="0" noProof="0" dirty="0" err="1">
                <a:ln>
                  <a:noFill/>
                </a:ln>
                <a:solidFill>
                  <a:schemeClr val="bg1"/>
                </a:solidFill>
                <a:effectLst/>
                <a:uLnTx/>
                <a:uFillTx/>
                <a:latin typeface="Consolas" panose="020B0609020204030204" pitchFamily="49" charset="0"/>
              </a:rPr>
              <a:t>zipcode</a:t>
            </a: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90210</a:t>
            </a: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a:t>
            </a:r>
            <a:r>
              <a:rPr kumimoji="0" lang="en-US" sz="1200" b="0" i="0" u="none" strike="noStrike" kern="1200" cap="none" spc="0" normalizeH="0" baseline="0" noProof="0" dirty="0" err="1">
                <a:ln>
                  <a:noFill/>
                </a:ln>
                <a:solidFill>
                  <a:schemeClr val="bg1"/>
                </a:solidFill>
                <a:effectLst/>
                <a:uLnTx/>
                <a:uFillTx/>
                <a:latin typeface="Consolas" panose="020B0609020204030204" pitchFamily="49" charset="0"/>
              </a:rPr>
              <a:t>firstname</a:t>
            </a: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Rose</a:t>
            </a: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a:t>
            </a:r>
            <a:r>
              <a:rPr kumimoji="0" lang="en-US" sz="1200" b="0" i="0" u="none" strike="noStrike" kern="1200" cap="none" spc="0" normalizeH="0" baseline="0" noProof="0" dirty="0" err="1">
                <a:ln>
                  <a:noFill/>
                </a:ln>
                <a:solidFill>
                  <a:schemeClr val="bg1"/>
                </a:solidFill>
                <a:effectLst/>
                <a:uLnTx/>
                <a:uFillTx/>
                <a:latin typeface="Consolas" panose="020B0609020204030204" pitchFamily="49" charset="0"/>
              </a:rPr>
              <a:t>lastname</a:t>
            </a: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Doe</a:t>
            </a: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address:</a:t>
            </a: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street: </a:t>
            </a:r>
            <a:r>
              <a:rPr kumimoji="0" lang="en-US" sz="1200" b="0" i="0" u="none" strike="noStrike" kern="1200" cap="none" spc="0" normalizeH="0" baseline="0" noProof="0" dirty="0" err="1">
                <a:ln>
                  <a:noFill/>
                </a:ln>
                <a:solidFill>
                  <a:schemeClr val="bg1"/>
                </a:solidFill>
                <a:effectLst/>
                <a:uLnTx/>
                <a:uFillTx/>
                <a:latin typeface="Consolas" panose="020B0609020204030204" pitchFamily="49" charset="0"/>
              </a:rPr>
              <a:t>Rodeodrive</a:t>
            </a:r>
            <a:endParaRPr kumimoji="0" lang="en-US" sz="1200" b="0" i="0" u="none" strike="noStrike" kern="1200" cap="none" spc="0" normalizeH="0" baseline="0" noProof="0" dirty="0">
              <a:ln>
                <a:noFill/>
              </a:ln>
              <a:solidFill>
                <a:schemeClr val="bg1"/>
              </a:solidFill>
              <a:effectLst/>
              <a:uLnTx/>
              <a:uFillTx/>
              <a:latin typeface="Consolas" panose="020B0609020204030204" pitchFamily="49" charset="0"/>
            </a:endParaRP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a:t>
            </a:r>
            <a:r>
              <a:rPr kumimoji="0" lang="en-US" sz="1200" b="0" i="0" u="none" strike="noStrike" kern="1200" cap="none" spc="0" normalizeH="0" baseline="0" noProof="0" dirty="0" err="1">
                <a:ln>
                  <a:noFill/>
                </a:ln>
                <a:solidFill>
                  <a:schemeClr val="bg1"/>
                </a:solidFill>
                <a:effectLst/>
                <a:uLnTx/>
                <a:uFillTx/>
                <a:latin typeface="Consolas" panose="020B0609020204030204" pitchFamily="49" charset="0"/>
              </a:rPr>
              <a:t>zipcode</a:t>
            </a: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90210</a:t>
            </a:r>
          </a:p>
          <a:p>
            <a:pPr marR="0" algn="l" defTabSz="914400" rtl="0" eaLnBrk="1" fontAlgn="auto" latinLnBrk="0" hangingPunct="1">
              <a:lnSpc>
                <a:spcPct val="95000"/>
              </a:lnSpc>
              <a:spcBef>
                <a:spcPts val="400"/>
              </a:spcBef>
              <a:spcAft>
                <a:spcPts val="200"/>
              </a:spcAft>
              <a:buClr>
                <a:schemeClr val="accent1"/>
              </a:buClr>
              <a:buSzTx/>
              <a:tabLst/>
            </a:pPr>
            <a:r>
              <a:rPr kumimoji="0" lang="en-US" sz="1200" b="0" i="0" u="none" strike="noStrike" kern="1200" cap="none" spc="0" normalizeH="0" baseline="0" noProof="0" dirty="0">
                <a:ln>
                  <a:noFill/>
                </a:ln>
                <a:solidFill>
                  <a:schemeClr val="bg1"/>
                </a:solidFill>
                <a:effectLst/>
                <a:uLnTx/>
                <a:uFillTx/>
                <a:latin typeface="Consolas" panose="020B0609020204030204" pitchFamily="49" charset="0"/>
              </a:rPr>
              <a:t> </a:t>
            </a:r>
          </a:p>
        </p:txBody>
      </p:sp>
    </p:spTree>
    <p:extLst>
      <p:ext uri="{BB962C8B-B14F-4D97-AF65-F5344CB8AC3E}">
        <p14:creationId xmlns:p14="http://schemas.microsoft.com/office/powerpoint/2010/main" val="3120938693"/>
      </p:ext>
    </p:extLst>
  </p:cSld>
  <p:clrMapOvr>
    <a:masterClrMapping/>
  </p:clrMapOvr>
  <p:transition spd="med">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7805270-30BF-AF46-9E5B-435698B8AE92}"/>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4" name="Title 3">
            <a:extLst>
              <a:ext uri="{FF2B5EF4-FFF2-40B4-BE49-F238E27FC236}">
                <a16:creationId xmlns:a16="http://schemas.microsoft.com/office/drawing/2014/main" id="{04338EE2-5B45-D745-9547-2EEAAE343E43}"/>
              </a:ext>
            </a:extLst>
          </p:cNvPr>
          <p:cNvSpPr>
            <a:spLocks noGrp="1"/>
          </p:cNvSpPr>
          <p:nvPr>
            <p:ph type="title"/>
          </p:nvPr>
        </p:nvSpPr>
        <p:spPr/>
        <p:txBody>
          <a:bodyPr/>
          <a:lstStyle/>
          <a:p>
            <a:endParaRPr lang="en-US" dirty="0"/>
          </a:p>
        </p:txBody>
      </p:sp>
      <p:sp>
        <p:nvSpPr>
          <p:cNvPr id="6" name="Content Placeholder 5">
            <a:extLst>
              <a:ext uri="{FF2B5EF4-FFF2-40B4-BE49-F238E27FC236}">
                <a16:creationId xmlns:a16="http://schemas.microsoft.com/office/drawing/2014/main" id="{A6114798-8997-9E47-B7DF-7FF76F5370B1}"/>
              </a:ext>
            </a:extLst>
          </p:cNvPr>
          <p:cNvSpPr txBox="1">
            <a:spLocks/>
          </p:cNvSpPr>
          <p:nvPr/>
        </p:nvSpPr>
        <p:spPr>
          <a:xfrm>
            <a:off x="1066800" y="1447800"/>
            <a:ext cx="9829800" cy="4343400"/>
          </a:xfrm>
          <a:prstGeom prst="rect">
            <a:avLst/>
          </a:prstGeom>
        </p:spPr>
        <p:txBody>
          <a:bodyPr lIns="0"/>
          <a:lstStyle>
            <a:lvl1pPr marL="235159" indent="-235159" algn="l" defTabSz="915216" rtl="0" eaLnBrk="1" latinLnBrk="0" hangingPunct="1">
              <a:lnSpc>
                <a:spcPct val="95000"/>
              </a:lnSpc>
              <a:spcBef>
                <a:spcPts val="1200"/>
              </a:spcBef>
              <a:spcAft>
                <a:spcPts val="400"/>
              </a:spcAft>
              <a:buClr>
                <a:schemeClr val="accent2"/>
              </a:buClr>
              <a:buFont typeface="Wingdings" panose="05000000000000000000" pitchFamily="2" charset="2"/>
              <a:buChar char="§"/>
              <a:defRPr sz="2200" kern="1200">
                <a:solidFill>
                  <a:schemeClr val="bg1"/>
                </a:solidFill>
                <a:latin typeface="+mn-lt"/>
                <a:ea typeface="+mn-ea"/>
                <a:cs typeface="+mn-cs"/>
              </a:defRPr>
            </a:lvl1pPr>
            <a:lvl2pPr marL="457608" indent="-228804" algn="l" defTabSz="915216" rtl="0" eaLnBrk="1" latinLnBrk="0" hangingPunct="1">
              <a:lnSpc>
                <a:spcPct val="90000"/>
              </a:lnSpc>
              <a:spcBef>
                <a:spcPts val="200"/>
              </a:spcBef>
              <a:spcAft>
                <a:spcPts val="400"/>
              </a:spcAft>
              <a:buClr>
                <a:schemeClr val="accent2"/>
              </a:buClr>
              <a:buFont typeface="Wingdings" panose="05000000000000000000" pitchFamily="2" charset="2"/>
              <a:buChar char="§"/>
              <a:defRPr sz="1800" kern="1200">
                <a:solidFill>
                  <a:schemeClr val="bg1"/>
                </a:solidFill>
                <a:latin typeface="+mn-lt"/>
                <a:ea typeface="+mn-ea"/>
                <a:cs typeface="+mn-cs"/>
              </a:defRPr>
            </a:lvl2pPr>
            <a:lvl3pPr marL="686412" indent="-228804" algn="l" defTabSz="915216" rtl="0" eaLnBrk="1" latinLnBrk="0" hangingPunct="1">
              <a:lnSpc>
                <a:spcPct val="85000"/>
              </a:lnSpc>
              <a:spcBef>
                <a:spcPts val="200"/>
              </a:spcBef>
              <a:spcAft>
                <a:spcPts val="400"/>
              </a:spcAft>
              <a:buClr>
                <a:schemeClr val="accent2"/>
              </a:buClr>
              <a:buFont typeface="Wingdings" panose="05000000000000000000" pitchFamily="2" charset="2"/>
              <a:buChar char="§"/>
              <a:defRPr sz="1600" kern="1200">
                <a:solidFill>
                  <a:schemeClr val="bg1"/>
                </a:solidFill>
                <a:latin typeface="+mn-lt"/>
                <a:ea typeface="+mn-ea"/>
                <a:cs typeface="+mn-cs"/>
              </a:defRPr>
            </a:lvl3pPr>
            <a:lvl4pPr marL="915216" indent="-228804" algn="l" defTabSz="915216" rtl="0" eaLnBrk="1" latinLnBrk="0" hangingPunct="1">
              <a:lnSpc>
                <a:spcPct val="85000"/>
              </a:lnSpc>
              <a:spcBef>
                <a:spcPts val="200"/>
              </a:spcBef>
              <a:spcAft>
                <a:spcPts val="400"/>
              </a:spcAft>
              <a:buClr>
                <a:schemeClr val="accent2"/>
              </a:buClr>
              <a:buFont typeface="Wingdings" panose="05000000000000000000" pitchFamily="2" charset="2"/>
              <a:buChar char="§"/>
              <a:defRPr sz="1400" kern="1200">
                <a:solidFill>
                  <a:schemeClr val="bg1"/>
                </a:solidFill>
                <a:latin typeface="+mn-lt"/>
                <a:ea typeface="+mn-ea"/>
                <a:cs typeface="+mn-cs"/>
              </a:defRPr>
            </a:lvl4pPr>
            <a:lvl5pPr marL="1086818" marR="0" indent="-171603" algn="l" defTabSz="915216" rtl="0" eaLnBrk="1" fontAlgn="auto" latinLnBrk="0" hangingPunct="1">
              <a:lnSpc>
                <a:spcPct val="85000"/>
              </a:lnSpc>
              <a:spcBef>
                <a:spcPts val="200"/>
              </a:spcBef>
              <a:spcAft>
                <a:spcPts val="400"/>
              </a:spcAft>
              <a:buClr>
                <a:schemeClr val="accent2"/>
              </a:buClr>
              <a:buSzTx/>
              <a:buFont typeface="Wingdings" panose="05000000000000000000" pitchFamily="2" charset="2"/>
              <a:buChar char="§"/>
              <a:tabLst/>
              <a:defRPr lang="en-US" sz="1200" kern="1200" dirty="0">
                <a:solidFill>
                  <a:schemeClr val="bg1"/>
                </a:solidFill>
                <a:latin typeface="+mn-lt"/>
                <a:ea typeface="+mn-ea"/>
                <a:cs typeface="+mn-cs"/>
              </a:defRPr>
            </a:lvl5pPr>
            <a:lvl6pPr marL="1144018" indent="-228804" algn="l" defTabSz="91521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1144018" indent="-228804" algn="l" defTabSz="91521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1144018" indent="-228804" algn="l" defTabSz="91521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1144018" indent="-228804" algn="l" defTabSz="91521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3600" dirty="0"/>
              <a:t>Exercise Time </a:t>
            </a:r>
          </a:p>
          <a:p>
            <a:pPr marL="0" indent="0">
              <a:buFont typeface="Wingdings" panose="05000000000000000000" pitchFamily="2" charset="2"/>
              <a:buNone/>
            </a:pPr>
            <a:r>
              <a:rPr lang="en-US" sz="3600" dirty="0"/>
              <a:t>- Play with </a:t>
            </a:r>
            <a:r>
              <a:rPr lang="en-US" sz="3600" dirty="0" err="1"/>
              <a:t>yaml</a:t>
            </a:r>
            <a:endParaRPr lang="en-US" sz="3600" dirty="0"/>
          </a:p>
          <a:p>
            <a:pPr marL="0" indent="0">
              <a:buFont typeface="Wingdings" panose="05000000000000000000" pitchFamily="2" charset="2"/>
              <a:buNone/>
            </a:pPr>
            <a:r>
              <a:rPr lang="en-US" sz="3600" dirty="0"/>
              <a:t>- Make your first playbook</a:t>
            </a:r>
          </a:p>
        </p:txBody>
      </p:sp>
    </p:spTree>
    <p:extLst>
      <p:ext uri="{BB962C8B-B14F-4D97-AF65-F5344CB8AC3E}">
        <p14:creationId xmlns:p14="http://schemas.microsoft.com/office/powerpoint/2010/main" val="1148476415"/>
      </p:ext>
    </p:extLst>
  </p:cSld>
  <p:clrMapOvr>
    <a:masterClrMapping/>
  </p:clrMapOvr>
  <p:transition spd="med">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1572391" y="4085414"/>
            <a:ext cx="9047153" cy="1096186"/>
          </a:xfrm>
        </p:spPr>
        <p:txBody>
          <a:bodyPr/>
          <a:lstStyle/>
          <a:p>
            <a:endParaRPr lang="en-US" dirty="0"/>
          </a:p>
        </p:txBody>
      </p:sp>
      <p:sp>
        <p:nvSpPr>
          <p:cNvPr id="3" name="Title 2"/>
          <p:cNvSpPr>
            <a:spLocks noGrp="1"/>
          </p:cNvSpPr>
          <p:nvPr>
            <p:ph type="ctrTitle"/>
          </p:nvPr>
        </p:nvSpPr>
        <p:spPr/>
        <p:txBody>
          <a:bodyPr/>
          <a:lstStyle/>
          <a:p>
            <a:r>
              <a:rPr lang="en-US" dirty="0"/>
              <a:t>2.1 Tower</a:t>
            </a:r>
          </a:p>
        </p:txBody>
      </p:sp>
      <p:sp>
        <p:nvSpPr>
          <p:cNvPr id="4" name="Footer Placeholder 3"/>
          <p:cNvSpPr>
            <a:spLocks noGrp="1"/>
          </p:cNvSpPr>
          <p:nvPr>
            <p:ph type="ftr" sz="quarter" idx="3"/>
          </p:nvPr>
        </p:nvSpPr>
        <p:spPr/>
        <p:txBody>
          <a:bodyPr/>
          <a:lstStyle/>
          <a:p>
            <a:r>
              <a:rPr lang="en-US"/>
              <a:t>© 2023 NetApp, Inc. All rights reserved.  — NETAPP CONFIDENTIAL — </a:t>
            </a:r>
            <a:endParaRPr dirty="0"/>
          </a:p>
        </p:txBody>
      </p:sp>
    </p:spTree>
    <p:extLst>
      <p:ext uri="{BB962C8B-B14F-4D97-AF65-F5344CB8AC3E}">
        <p14:creationId xmlns:p14="http://schemas.microsoft.com/office/powerpoint/2010/main" val="891634215"/>
      </p:ext>
    </p:extLst>
  </p:cSld>
  <p:clrMapOvr>
    <a:masterClrMapping/>
  </p:clrMapOvr>
  <p:transition spd="med">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Tower</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endParaRPr lang="en-US" dirty="0"/>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14" name="Content Placeholder 13">
            <a:extLst>
              <a:ext uri="{FF2B5EF4-FFF2-40B4-BE49-F238E27FC236}">
                <a16:creationId xmlns:a16="http://schemas.microsoft.com/office/drawing/2014/main" id="{61FF33B7-9F6A-DC43-BE6F-74D032DDFC4A}"/>
              </a:ext>
            </a:extLst>
          </p:cNvPr>
          <p:cNvSpPr>
            <a:spLocks noGrp="1"/>
          </p:cNvSpPr>
          <p:nvPr>
            <p:ph sz="quarter" idx="14"/>
          </p:nvPr>
        </p:nvSpPr>
        <p:spPr/>
        <p:txBody>
          <a:bodyPr/>
          <a:lstStyle/>
          <a:p>
            <a:r>
              <a:rPr lang="en-US" sz="2400" dirty="0"/>
              <a:t>Subscription RH Ansible Tower</a:t>
            </a:r>
          </a:p>
          <a:p>
            <a:r>
              <a:rPr lang="en-US" sz="2400" dirty="0"/>
              <a:t>Ansible Tower AWX</a:t>
            </a:r>
          </a:p>
        </p:txBody>
      </p:sp>
      <p:pic>
        <p:nvPicPr>
          <p:cNvPr id="7" name="Picture 6" descr="A screenshot of a computer&#10;&#10;Description automatically generated">
            <a:extLst>
              <a:ext uri="{FF2B5EF4-FFF2-40B4-BE49-F238E27FC236}">
                <a16:creationId xmlns:a16="http://schemas.microsoft.com/office/drawing/2014/main" id="{C4139D07-1A38-9E47-A231-F47B5B1B49A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76800" y="1733552"/>
            <a:ext cx="7047868" cy="4027707"/>
          </a:xfrm>
          <a:prstGeom prst="rect">
            <a:avLst/>
          </a:prstGeom>
        </p:spPr>
      </p:pic>
      <p:sp>
        <p:nvSpPr>
          <p:cNvPr id="8" name="TextBox 7">
            <a:extLst>
              <a:ext uri="{FF2B5EF4-FFF2-40B4-BE49-F238E27FC236}">
                <a16:creationId xmlns:a16="http://schemas.microsoft.com/office/drawing/2014/main" id="{AB904577-2533-1E4F-A068-63542F092BB2}"/>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720302728"/>
      </p:ext>
    </p:extLst>
  </p:cSld>
  <p:clrMapOvr>
    <a:masterClrMapping/>
  </p:clrMapOvr>
  <p:transition spd="med">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Tower</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endParaRPr lang="en-US" dirty="0"/>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14" name="Content Placeholder 13">
            <a:extLst>
              <a:ext uri="{FF2B5EF4-FFF2-40B4-BE49-F238E27FC236}">
                <a16:creationId xmlns:a16="http://schemas.microsoft.com/office/drawing/2014/main" id="{61FF33B7-9F6A-DC43-BE6F-74D032DDFC4A}"/>
              </a:ext>
            </a:extLst>
          </p:cNvPr>
          <p:cNvSpPr>
            <a:spLocks noGrp="1"/>
          </p:cNvSpPr>
          <p:nvPr>
            <p:ph sz="quarter" idx="14"/>
          </p:nvPr>
        </p:nvSpPr>
        <p:spPr/>
        <p:txBody>
          <a:bodyPr/>
          <a:lstStyle/>
          <a:p>
            <a:endParaRPr lang="en-US" sz="2400" dirty="0"/>
          </a:p>
        </p:txBody>
      </p:sp>
      <p:sp>
        <p:nvSpPr>
          <p:cNvPr id="3" name="Rectangle 2">
            <a:extLst>
              <a:ext uri="{FF2B5EF4-FFF2-40B4-BE49-F238E27FC236}">
                <a16:creationId xmlns:a16="http://schemas.microsoft.com/office/drawing/2014/main" id="{6804A566-4DE4-9C4D-BC89-40B182C945BA}"/>
              </a:ext>
            </a:extLst>
          </p:cNvPr>
          <p:cNvSpPr/>
          <p:nvPr/>
        </p:nvSpPr>
        <p:spPr>
          <a:xfrm>
            <a:off x="533400" y="1905000"/>
            <a:ext cx="3352800" cy="190500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dirty="0"/>
              <a:t>RBAC</a:t>
            </a:r>
          </a:p>
          <a:p>
            <a:pPr>
              <a:lnSpc>
                <a:spcPct val="95000"/>
              </a:lnSpc>
            </a:pPr>
            <a:endParaRPr lang="en-US" dirty="0"/>
          </a:p>
          <a:p>
            <a:pPr>
              <a:lnSpc>
                <a:spcPct val="95000"/>
              </a:lnSpc>
            </a:pPr>
            <a:r>
              <a:rPr lang="en-US" sz="1600" dirty="0"/>
              <a:t>Allow restricting playbook access to authorized users.  One team can use playbooks in check mode (read-only) while others have full administrative abilities.</a:t>
            </a:r>
          </a:p>
        </p:txBody>
      </p:sp>
      <p:sp>
        <p:nvSpPr>
          <p:cNvPr id="9" name="Rectangle 8">
            <a:extLst>
              <a:ext uri="{FF2B5EF4-FFF2-40B4-BE49-F238E27FC236}">
                <a16:creationId xmlns:a16="http://schemas.microsoft.com/office/drawing/2014/main" id="{7B8C1A8B-851F-BA41-A8E0-1BC7D272E2EB}"/>
              </a:ext>
            </a:extLst>
          </p:cNvPr>
          <p:cNvSpPr/>
          <p:nvPr/>
        </p:nvSpPr>
        <p:spPr>
          <a:xfrm>
            <a:off x="4417449" y="1905000"/>
            <a:ext cx="3352800" cy="190500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dirty="0"/>
              <a:t>Push button</a:t>
            </a:r>
          </a:p>
          <a:p>
            <a:pPr>
              <a:lnSpc>
                <a:spcPct val="95000"/>
              </a:lnSpc>
            </a:pPr>
            <a:endParaRPr lang="en-US" dirty="0"/>
          </a:p>
          <a:p>
            <a:pPr>
              <a:lnSpc>
                <a:spcPct val="95000"/>
              </a:lnSpc>
            </a:pPr>
            <a:r>
              <a:rPr lang="en-US" sz="1600" dirty="0"/>
              <a:t>An intuitive user interface experience makes it easy for novice users to execute playbooks you allow them access to.</a:t>
            </a:r>
          </a:p>
          <a:p>
            <a:pPr>
              <a:lnSpc>
                <a:spcPct val="95000"/>
              </a:lnSpc>
            </a:pPr>
            <a:endParaRPr lang="en-US" sz="1600" dirty="0"/>
          </a:p>
        </p:txBody>
      </p:sp>
      <p:sp>
        <p:nvSpPr>
          <p:cNvPr id="10" name="Rectangle 9">
            <a:extLst>
              <a:ext uri="{FF2B5EF4-FFF2-40B4-BE49-F238E27FC236}">
                <a16:creationId xmlns:a16="http://schemas.microsoft.com/office/drawing/2014/main" id="{87D072AE-974A-604F-92EE-CE7FCEF96AFC}"/>
              </a:ext>
            </a:extLst>
          </p:cNvPr>
          <p:cNvSpPr/>
          <p:nvPr/>
        </p:nvSpPr>
        <p:spPr>
          <a:xfrm>
            <a:off x="8301498" y="1905463"/>
            <a:ext cx="3352800" cy="190500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dirty="0"/>
              <a:t>RESTful API</a:t>
            </a:r>
          </a:p>
          <a:p>
            <a:pPr>
              <a:lnSpc>
                <a:spcPct val="95000"/>
              </a:lnSpc>
            </a:pPr>
            <a:endParaRPr lang="en-US" dirty="0"/>
          </a:p>
          <a:p>
            <a:pPr>
              <a:lnSpc>
                <a:spcPct val="95000"/>
              </a:lnSpc>
            </a:pPr>
            <a:r>
              <a:rPr lang="en-US" sz="1600" dirty="0"/>
              <a:t>With an API first mentality every feature and function of Tower can be API driven.  Allow seamless integration with other tools like ServiceNow and Infoblox.</a:t>
            </a:r>
          </a:p>
        </p:txBody>
      </p:sp>
      <p:sp>
        <p:nvSpPr>
          <p:cNvPr id="11" name="Rectangle 10">
            <a:extLst>
              <a:ext uri="{FF2B5EF4-FFF2-40B4-BE49-F238E27FC236}">
                <a16:creationId xmlns:a16="http://schemas.microsoft.com/office/drawing/2014/main" id="{A6029D85-59C1-4D48-BB51-DBD4E62CDCA7}"/>
              </a:ext>
            </a:extLst>
          </p:cNvPr>
          <p:cNvSpPr/>
          <p:nvPr/>
        </p:nvSpPr>
        <p:spPr>
          <a:xfrm>
            <a:off x="533400" y="3981448"/>
            <a:ext cx="3352800" cy="190500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dirty="0"/>
              <a:t>Workflows</a:t>
            </a:r>
          </a:p>
          <a:p>
            <a:pPr>
              <a:lnSpc>
                <a:spcPct val="95000"/>
              </a:lnSpc>
            </a:pPr>
            <a:endParaRPr lang="en-US" dirty="0"/>
          </a:p>
          <a:p>
            <a:pPr>
              <a:lnSpc>
                <a:spcPct val="95000"/>
              </a:lnSpc>
            </a:pPr>
            <a:r>
              <a:rPr lang="en-US" sz="1600" dirty="0"/>
              <a:t>Ansible Tower’s multi-playbook workflows chain any number of playbooks, regardless of whether they use different inventories, run as different users, run at once or utilize different credentials</a:t>
            </a:r>
          </a:p>
        </p:txBody>
      </p:sp>
      <p:sp>
        <p:nvSpPr>
          <p:cNvPr id="12" name="Rectangle 11">
            <a:extLst>
              <a:ext uri="{FF2B5EF4-FFF2-40B4-BE49-F238E27FC236}">
                <a16:creationId xmlns:a16="http://schemas.microsoft.com/office/drawing/2014/main" id="{51C39831-43E0-FA48-A90A-660DFB43696D}"/>
              </a:ext>
            </a:extLst>
          </p:cNvPr>
          <p:cNvSpPr/>
          <p:nvPr/>
        </p:nvSpPr>
        <p:spPr>
          <a:xfrm>
            <a:off x="4417449" y="3969797"/>
            <a:ext cx="3352800" cy="190500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dirty="0"/>
              <a:t>Enterprise integrations</a:t>
            </a:r>
          </a:p>
          <a:p>
            <a:pPr>
              <a:lnSpc>
                <a:spcPct val="95000"/>
              </a:lnSpc>
            </a:pPr>
            <a:endParaRPr lang="en-US" dirty="0"/>
          </a:p>
          <a:p>
            <a:pPr>
              <a:lnSpc>
                <a:spcPct val="95000"/>
              </a:lnSpc>
            </a:pPr>
            <a:r>
              <a:rPr lang="en-US" sz="1600" dirty="0"/>
              <a:t>Integrate with enterprise authentication like TACACS+, RADIUS, Azure AD.  Setup token authentication with OAuth 2.  Setup notifications with PagerDuty, Slack, and Twilio</a:t>
            </a:r>
          </a:p>
        </p:txBody>
      </p:sp>
      <p:sp>
        <p:nvSpPr>
          <p:cNvPr id="13" name="Rectangle 12">
            <a:extLst>
              <a:ext uri="{FF2B5EF4-FFF2-40B4-BE49-F238E27FC236}">
                <a16:creationId xmlns:a16="http://schemas.microsoft.com/office/drawing/2014/main" id="{66373838-A357-7B47-86B9-C08B3236D58B}"/>
              </a:ext>
            </a:extLst>
          </p:cNvPr>
          <p:cNvSpPr/>
          <p:nvPr/>
        </p:nvSpPr>
        <p:spPr>
          <a:xfrm>
            <a:off x="8301498" y="3977023"/>
            <a:ext cx="3352800" cy="1905000"/>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dirty="0"/>
              <a:t>Centralized logging</a:t>
            </a:r>
          </a:p>
          <a:p>
            <a:pPr>
              <a:lnSpc>
                <a:spcPct val="95000"/>
              </a:lnSpc>
            </a:pPr>
            <a:endParaRPr lang="en-US" dirty="0"/>
          </a:p>
          <a:p>
            <a:pPr>
              <a:lnSpc>
                <a:spcPct val="95000"/>
              </a:lnSpc>
            </a:pPr>
            <a:r>
              <a:rPr lang="en-US" sz="1600" dirty="0"/>
              <a:t>All automation activity is securely logged.  Who ran it, how they customized it, what it did, where it happened – all securely stored and viewable later, or exported through Ansible Tower’s API.</a:t>
            </a:r>
          </a:p>
        </p:txBody>
      </p:sp>
    </p:spTree>
    <p:extLst>
      <p:ext uri="{BB962C8B-B14F-4D97-AF65-F5344CB8AC3E}">
        <p14:creationId xmlns:p14="http://schemas.microsoft.com/office/powerpoint/2010/main" val="2113592597"/>
      </p:ext>
    </p:extLst>
  </p:cSld>
  <p:clrMapOvr>
    <a:masterClrMapping/>
  </p:clrMapOvr>
  <p:transition spd="med">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Tower</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endParaRPr lang="en-US" dirty="0"/>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pic>
        <p:nvPicPr>
          <p:cNvPr id="8" name="Content Placeholder 7" descr="A screenshot of a social media post&#10;&#10;Description automatically generated">
            <a:extLst>
              <a:ext uri="{FF2B5EF4-FFF2-40B4-BE49-F238E27FC236}">
                <a16:creationId xmlns:a16="http://schemas.microsoft.com/office/drawing/2014/main" id="{6755AF76-F0C2-394A-AC4D-4656CF985466}"/>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1600201" y="1222996"/>
            <a:ext cx="8460284" cy="5177804"/>
          </a:xfrm>
        </p:spPr>
      </p:pic>
      <p:sp>
        <p:nvSpPr>
          <p:cNvPr id="7" name="TextBox 6">
            <a:extLst>
              <a:ext uri="{FF2B5EF4-FFF2-40B4-BE49-F238E27FC236}">
                <a16:creationId xmlns:a16="http://schemas.microsoft.com/office/drawing/2014/main" id="{AA020D85-0745-014B-BA9B-E38443C530D1}"/>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3777142163"/>
      </p:ext>
    </p:extLst>
  </p:cSld>
  <p:clrMapOvr>
    <a:masterClrMapping/>
  </p:clrMapOvr>
  <p:transition spd="med">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1572391" y="4085414"/>
            <a:ext cx="9047153" cy="1096186"/>
          </a:xfrm>
        </p:spPr>
        <p:txBody>
          <a:bodyPr/>
          <a:lstStyle/>
          <a:p>
            <a:r>
              <a:rPr lang="en-US" dirty="0"/>
              <a:t>Inventories</a:t>
            </a:r>
          </a:p>
          <a:p>
            <a:r>
              <a:rPr lang="en-US" dirty="0"/>
              <a:t>Credentials</a:t>
            </a:r>
          </a:p>
        </p:txBody>
      </p:sp>
      <p:sp>
        <p:nvSpPr>
          <p:cNvPr id="3" name="Title 2"/>
          <p:cNvSpPr>
            <a:spLocks noGrp="1"/>
          </p:cNvSpPr>
          <p:nvPr>
            <p:ph type="ctrTitle"/>
          </p:nvPr>
        </p:nvSpPr>
        <p:spPr/>
        <p:txBody>
          <a:bodyPr/>
          <a:lstStyle/>
          <a:p>
            <a:r>
              <a:rPr lang="en-US" dirty="0"/>
              <a:t>2.2 Tower</a:t>
            </a:r>
          </a:p>
        </p:txBody>
      </p:sp>
      <p:sp>
        <p:nvSpPr>
          <p:cNvPr id="4" name="Footer Placeholder 3"/>
          <p:cNvSpPr>
            <a:spLocks noGrp="1"/>
          </p:cNvSpPr>
          <p:nvPr>
            <p:ph type="ftr" sz="quarter" idx="3"/>
          </p:nvPr>
        </p:nvSpPr>
        <p:spPr/>
        <p:txBody>
          <a:bodyPr/>
          <a:lstStyle/>
          <a:p>
            <a:r>
              <a:rPr lang="en-US"/>
              <a:t>© 2023 NetApp, Inc. All rights reserved.  — NETAPP CONFIDENTIAL — </a:t>
            </a:r>
            <a:endParaRPr dirty="0"/>
          </a:p>
        </p:txBody>
      </p:sp>
    </p:spTree>
    <p:extLst>
      <p:ext uri="{BB962C8B-B14F-4D97-AF65-F5344CB8AC3E}">
        <p14:creationId xmlns:p14="http://schemas.microsoft.com/office/powerpoint/2010/main" val="636813191"/>
      </p:ext>
    </p:extLst>
  </p:cSld>
  <p:clrMapOvr>
    <a:masterClrMapping/>
  </p:clrMapOvr>
  <p:transition spd="med">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Tower</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Inventory</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14" name="Content Placeholder 13">
            <a:extLst>
              <a:ext uri="{FF2B5EF4-FFF2-40B4-BE49-F238E27FC236}">
                <a16:creationId xmlns:a16="http://schemas.microsoft.com/office/drawing/2014/main" id="{61FF33B7-9F6A-DC43-BE6F-74D032DDFC4A}"/>
              </a:ext>
            </a:extLst>
          </p:cNvPr>
          <p:cNvSpPr>
            <a:spLocks noGrp="1"/>
          </p:cNvSpPr>
          <p:nvPr>
            <p:ph sz="quarter" idx="14"/>
          </p:nvPr>
        </p:nvSpPr>
        <p:spPr/>
        <p:txBody>
          <a:bodyPr/>
          <a:lstStyle/>
          <a:p>
            <a:r>
              <a:rPr lang="en-US" sz="2400" dirty="0"/>
              <a:t>Hosts (nodes)</a:t>
            </a:r>
          </a:p>
          <a:p>
            <a:r>
              <a:rPr lang="en-US" sz="2400" dirty="0"/>
              <a:t>Groups</a:t>
            </a:r>
          </a:p>
          <a:p>
            <a:r>
              <a:rPr lang="en-US" sz="2400" dirty="0"/>
              <a:t>Inventory-specific data (vars)</a:t>
            </a:r>
          </a:p>
          <a:p>
            <a:r>
              <a:rPr lang="en-US" sz="2400" dirty="0"/>
              <a:t>Static or dynamic sources</a:t>
            </a:r>
          </a:p>
        </p:txBody>
      </p:sp>
      <p:pic>
        <p:nvPicPr>
          <p:cNvPr id="7" name="Picture 6">
            <a:extLst>
              <a:ext uri="{FF2B5EF4-FFF2-40B4-BE49-F238E27FC236}">
                <a16:creationId xmlns:a16="http://schemas.microsoft.com/office/drawing/2014/main" id="{C4139D07-1A38-9E47-A231-F47B5B1B49A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350045" y="1733552"/>
            <a:ext cx="6101377" cy="4027707"/>
          </a:xfrm>
          <a:prstGeom prst="rect">
            <a:avLst/>
          </a:prstGeom>
        </p:spPr>
      </p:pic>
      <p:sp>
        <p:nvSpPr>
          <p:cNvPr id="8" name="TextBox 7">
            <a:extLst>
              <a:ext uri="{FF2B5EF4-FFF2-40B4-BE49-F238E27FC236}">
                <a16:creationId xmlns:a16="http://schemas.microsoft.com/office/drawing/2014/main" id="{B54A8D6F-64DD-474C-B086-436A616C1D61}"/>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2483852122"/>
      </p:ext>
    </p:extLst>
  </p:cSld>
  <p:clrMapOvr>
    <a:masterClrMapping/>
  </p:clrMapOvr>
  <p:transition spd="med">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Tower</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Credentials</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14" name="Content Placeholder 13">
            <a:extLst>
              <a:ext uri="{FF2B5EF4-FFF2-40B4-BE49-F238E27FC236}">
                <a16:creationId xmlns:a16="http://schemas.microsoft.com/office/drawing/2014/main" id="{61FF33B7-9F6A-DC43-BE6F-74D032DDFC4A}"/>
              </a:ext>
            </a:extLst>
          </p:cNvPr>
          <p:cNvSpPr>
            <a:spLocks noGrp="1"/>
          </p:cNvSpPr>
          <p:nvPr>
            <p:ph sz="quarter" idx="14"/>
          </p:nvPr>
        </p:nvSpPr>
        <p:spPr>
          <a:xfrm>
            <a:off x="263031" y="1733552"/>
            <a:ext cx="4994769" cy="4479925"/>
          </a:xfrm>
        </p:spPr>
        <p:txBody>
          <a:bodyPr numCol="1"/>
          <a:lstStyle/>
          <a:p>
            <a:r>
              <a:rPr lang="en-US" sz="2400" dirty="0"/>
              <a:t>Connecting to remote machines to run jobs</a:t>
            </a:r>
          </a:p>
          <a:p>
            <a:r>
              <a:rPr lang="en-US" sz="2400" dirty="0"/>
              <a:t>Syncing with inventory sources</a:t>
            </a:r>
          </a:p>
          <a:p>
            <a:r>
              <a:rPr lang="en-US" sz="2400" dirty="0"/>
              <a:t>Importing project content from version control systems</a:t>
            </a:r>
          </a:p>
          <a:p>
            <a:r>
              <a:rPr lang="en-US" sz="2400" dirty="0"/>
              <a:t>Connecting to and managing NetApp devices</a:t>
            </a:r>
          </a:p>
        </p:txBody>
      </p:sp>
      <p:pic>
        <p:nvPicPr>
          <p:cNvPr id="7" name="Picture 6">
            <a:extLst>
              <a:ext uri="{FF2B5EF4-FFF2-40B4-BE49-F238E27FC236}">
                <a16:creationId xmlns:a16="http://schemas.microsoft.com/office/drawing/2014/main" id="{C4139D07-1A38-9E47-A231-F47B5B1B49A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360210" y="1733552"/>
            <a:ext cx="6081047" cy="4027707"/>
          </a:xfrm>
          <a:prstGeom prst="rect">
            <a:avLst/>
          </a:prstGeom>
        </p:spPr>
      </p:pic>
      <p:sp>
        <p:nvSpPr>
          <p:cNvPr id="8" name="TextBox 7">
            <a:extLst>
              <a:ext uri="{FF2B5EF4-FFF2-40B4-BE49-F238E27FC236}">
                <a16:creationId xmlns:a16="http://schemas.microsoft.com/office/drawing/2014/main" id="{BEB51108-9CE8-F343-807C-001CD58E2161}"/>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1044572449"/>
      </p:ext>
    </p:extLst>
  </p:cSld>
  <p:clrMapOvr>
    <a:masterClrMapping/>
  </p:clrMapOvr>
  <p:transition spd="med">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1572391" y="4085414"/>
            <a:ext cx="9047153" cy="1096186"/>
          </a:xfrm>
        </p:spPr>
        <p:txBody>
          <a:bodyPr/>
          <a:lstStyle/>
          <a:p>
            <a:r>
              <a:rPr lang="en-US" dirty="0"/>
              <a:t>Projects</a:t>
            </a:r>
          </a:p>
          <a:p>
            <a:r>
              <a:rPr lang="en-US" dirty="0"/>
              <a:t>Job Templates</a:t>
            </a:r>
          </a:p>
        </p:txBody>
      </p:sp>
      <p:sp>
        <p:nvSpPr>
          <p:cNvPr id="3" name="Title 2"/>
          <p:cNvSpPr>
            <a:spLocks noGrp="1"/>
          </p:cNvSpPr>
          <p:nvPr>
            <p:ph type="ctrTitle"/>
          </p:nvPr>
        </p:nvSpPr>
        <p:spPr/>
        <p:txBody>
          <a:bodyPr/>
          <a:lstStyle/>
          <a:p>
            <a:r>
              <a:rPr lang="en-US" dirty="0"/>
              <a:t>2.3 Tower</a:t>
            </a:r>
          </a:p>
        </p:txBody>
      </p:sp>
      <p:sp>
        <p:nvSpPr>
          <p:cNvPr id="4" name="Footer Placeholder 3"/>
          <p:cNvSpPr>
            <a:spLocks noGrp="1"/>
          </p:cNvSpPr>
          <p:nvPr>
            <p:ph type="ftr" sz="quarter" idx="3"/>
          </p:nvPr>
        </p:nvSpPr>
        <p:spPr/>
        <p:txBody>
          <a:bodyPr/>
          <a:lstStyle/>
          <a:p>
            <a:r>
              <a:rPr lang="en-US"/>
              <a:t>© 2023 NetApp, Inc. All rights reserved.  — NETAPP CONFIDENTIAL — </a:t>
            </a:r>
            <a:endParaRPr dirty="0"/>
          </a:p>
        </p:txBody>
      </p:sp>
    </p:spTree>
    <p:extLst>
      <p:ext uri="{BB962C8B-B14F-4D97-AF65-F5344CB8AC3E}">
        <p14:creationId xmlns:p14="http://schemas.microsoft.com/office/powerpoint/2010/main" val="4175919051"/>
      </p:ext>
    </p:extLst>
  </p:cSld>
  <p:clrMapOvr>
    <a:masterClrMapping/>
  </p:clrMapOvr>
  <p:transition spd="med">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Tower</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Projects</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14" name="Content Placeholder 13">
            <a:extLst>
              <a:ext uri="{FF2B5EF4-FFF2-40B4-BE49-F238E27FC236}">
                <a16:creationId xmlns:a16="http://schemas.microsoft.com/office/drawing/2014/main" id="{61FF33B7-9F6A-DC43-BE6F-74D032DDFC4A}"/>
              </a:ext>
            </a:extLst>
          </p:cNvPr>
          <p:cNvSpPr>
            <a:spLocks noGrp="1"/>
          </p:cNvSpPr>
          <p:nvPr>
            <p:ph sz="quarter" idx="14"/>
          </p:nvPr>
        </p:nvSpPr>
        <p:spPr/>
        <p:txBody>
          <a:bodyPr/>
          <a:lstStyle/>
          <a:p>
            <a:r>
              <a:rPr lang="en-US" sz="2400" dirty="0"/>
              <a:t>Collection of Ansible Playbooks</a:t>
            </a:r>
          </a:p>
          <a:p>
            <a:r>
              <a:rPr lang="en-US" sz="2400" dirty="0"/>
              <a:t>Usually used with a SCM</a:t>
            </a:r>
          </a:p>
          <a:p>
            <a:pPr lvl="1"/>
            <a:r>
              <a:rPr lang="en-US" sz="2000" dirty="0"/>
              <a:t>Git</a:t>
            </a:r>
          </a:p>
          <a:p>
            <a:pPr lvl="1"/>
            <a:r>
              <a:rPr lang="en-US" sz="2000" dirty="0"/>
              <a:t>Subversion</a:t>
            </a:r>
          </a:p>
          <a:p>
            <a:pPr lvl="1"/>
            <a:r>
              <a:rPr lang="en-US" sz="2000" dirty="0"/>
              <a:t>Mercurial</a:t>
            </a:r>
          </a:p>
        </p:txBody>
      </p:sp>
      <p:pic>
        <p:nvPicPr>
          <p:cNvPr id="7" name="Picture 6">
            <a:extLst>
              <a:ext uri="{FF2B5EF4-FFF2-40B4-BE49-F238E27FC236}">
                <a16:creationId xmlns:a16="http://schemas.microsoft.com/office/drawing/2014/main" id="{C4139D07-1A38-9E47-A231-F47B5B1B49A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350045" y="1753232"/>
            <a:ext cx="6101377" cy="3988346"/>
          </a:xfrm>
          <a:prstGeom prst="rect">
            <a:avLst/>
          </a:prstGeom>
        </p:spPr>
      </p:pic>
      <p:sp>
        <p:nvSpPr>
          <p:cNvPr id="8" name="TextBox 7">
            <a:extLst>
              <a:ext uri="{FF2B5EF4-FFF2-40B4-BE49-F238E27FC236}">
                <a16:creationId xmlns:a16="http://schemas.microsoft.com/office/drawing/2014/main" id="{2F1C9038-04C5-3C43-AB38-460283608A84}"/>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2142449345"/>
      </p:ext>
    </p:extLst>
  </p:cSld>
  <p:clrMapOvr>
    <a:masterClrMapping/>
  </p:clrMapOvr>
  <p:transition spd="med">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Tower</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Job Templates</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14" name="Content Placeholder 13">
            <a:extLst>
              <a:ext uri="{FF2B5EF4-FFF2-40B4-BE49-F238E27FC236}">
                <a16:creationId xmlns:a16="http://schemas.microsoft.com/office/drawing/2014/main" id="{61FF33B7-9F6A-DC43-BE6F-74D032DDFC4A}"/>
              </a:ext>
            </a:extLst>
          </p:cNvPr>
          <p:cNvSpPr>
            <a:spLocks noGrp="1"/>
          </p:cNvSpPr>
          <p:nvPr>
            <p:ph sz="quarter" idx="14"/>
          </p:nvPr>
        </p:nvSpPr>
        <p:spPr/>
        <p:txBody>
          <a:bodyPr/>
          <a:lstStyle/>
          <a:p>
            <a:r>
              <a:rPr lang="en-US" sz="2400" dirty="0"/>
              <a:t>Define how a job will run</a:t>
            </a:r>
          </a:p>
          <a:p>
            <a:pPr lvl="1"/>
            <a:r>
              <a:rPr lang="en-US" sz="2000" dirty="0"/>
              <a:t>Inventory</a:t>
            </a:r>
          </a:p>
          <a:p>
            <a:pPr lvl="1"/>
            <a:r>
              <a:rPr lang="en-US" sz="2000" dirty="0"/>
              <a:t>Project (containing a playbook)</a:t>
            </a:r>
          </a:p>
          <a:p>
            <a:pPr lvl="1"/>
            <a:r>
              <a:rPr lang="en-US" sz="2000" dirty="0"/>
              <a:t>Credentials</a:t>
            </a:r>
          </a:p>
          <a:p>
            <a:pPr lvl="1"/>
            <a:r>
              <a:rPr lang="en-US" sz="2000" dirty="0"/>
              <a:t>Survey or optional vars</a:t>
            </a:r>
          </a:p>
          <a:p>
            <a:pPr lvl="1"/>
            <a:r>
              <a:rPr lang="en-US" sz="2000" dirty="0"/>
              <a:t>Can be launched via GUI or API</a:t>
            </a:r>
          </a:p>
        </p:txBody>
      </p:sp>
      <p:pic>
        <p:nvPicPr>
          <p:cNvPr id="7" name="Picture 6">
            <a:extLst>
              <a:ext uri="{FF2B5EF4-FFF2-40B4-BE49-F238E27FC236}">
                <a16:creationId xmlns:a16="http://schemas.microsoft.com/office/drawing/2014/main" id="{C4139D07-1A38-9E47-A231-F47B5B1B49A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350045" y="1753232"/>
            <a:ext cx="6101376" cy="3988346"/>
          </a:xfrm>
          <a:prstGeom prst="rect">
            <a:avLst/>
          </a:prstGeom>
        </p:spPr>
      </p:pic>
      <p:sp>
        <p:nvSpPr>
          <p:cNvPr id="8" name="TextBox 7">
            <a:extLst>
              <a:ext uri="{FF2B5EF4-FFF2-40B4-BE49-F238E27FC236}">
                <a16:creationId xmlns:a16="http://schemas.microsoft.com/office/drawing/2014/main" id="{B38C4169-8A7C-7543-81F2-7858C71EF64E}"/>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2860605727"/>
      </p:ext>
    </p:extLst>
  </p:cSld>
  <p:clrMapOvr>
    <a:masterClrMapping/>
  </p:clrMapOvr>
  <p:transition spd="med">
    <p:fade/>
  </p:transition>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F4593-A3BF-9A41-9DA3-A556BA9B3F0E}"/>
              </a:ext>
            </a:extLst>
          </p:cNvPr>
          <p:cNvSpPr>
            <a:spLocks noGrp="1"/>
          </p:cNvSpPr>
          <p:nvPr>
            <p:ph type="title"/>
          </p:nvPr>
        </p:nvSpPr>
        <p:spPr/>
        <p:txBody>
          <a:bodyPr/>
          <a:lstStyle/>
          <a:p>
            <a:r>
              <a:rPr lang="en-US" dirty="0"/>
              <a:t>Video creating a Job Template</a:t>
            </a:r>
          </a:p>
        </p:txBody>
      </p:sp>
      <p:sp>
        <p:nvSpPr>
          <p:cNvPr id="3" name="Text Placeholder 2">
            <a:extLst>
              <a:ext uri="{FF2B5EF4-FFF2-40B4-BE49-F238E27FC236}">
                <a16:creationId xmlns:a16="http://schemas.microsoft.com/office/drawing/2014/main" id="{D5E87CC6-1CB9-9442-B5AF-B0871E25D40F}"/>
              </a:ext>
            </a:extLst>
          </p:cNvPr>
          <p:cNvSpPr>
            <a:spLocks noGrp="1"/>
          </p:cNvSpPr>
          <p:nvPr>
            <p:ph type="body" idx="10"/>
          </p:nvPr>
        </p:nvSpPr>
        <p:spPr/>
        <p:txBody>
          <a:bodyPr/>
          <a:lstStyle/>
          <a:p>
            <a:endParaRPr lang="en-US"/>
          </a:p>
        </p:txBody>
      </p:sp>
      <p:sp>
        <p:nvSpPr>
          <p:cNvPr id="5" name="Footer Placeholder 4">
            <a:extLst>
              <a:ext uri="{FF2B5EF4-FFF2-40B4-BE49-F238E27FC236}">
                <a16:creationId xmlns:a16="http://schemas.microsoft.com/office/drawing/2014/main" id="{B777823A-98A8-8940-98F1-A3BD76C43542}"/>
              </a:ext>
            </a:extLst>
          </p:cNvPr>
          <p:cNvSpPr>
            <a:spLocks noGrp="1"/>
          </p:cNvSpPr>
          <p:nvPr>
            <p:ph type="ftr" sz="quarter" idx="3"/>
          </p:nvPr>
        </p:nvSpPr>
        <p:spPr/>
        <p:txBody>
          <a:bodyPr/>
          <a:lstStyle/>
          <a:p>
            <a:r>
              <a:rPr lang="en-US"/>
              <a:t>© 2023 NetApp, Inc. All rights reserved.  — NETAPP CONFIDENTIAL — </a:t>
            </a:r>
            <a:endParaRPr lang="en-US" dirty="0"/>
          </a:p>
        </p:txBody>
      </p:sp>
    </p:spTree>
    <p:extLst>
      <p:ext uri="{BB962C8B-B14F-4D97-AF65-F5344CB8AC3E}">
        <p14:creationId xmlns:p14="http://schemas.microsoft.com/office/powerpoint/2010/main" val="164457750"/>
      </p:ext>
    </p:extLst>
  </p:cSld>
  <p:clrMapOvr>
    <a:masterClrMapping/>
  </p:clrMapOvr>
  <p:transition spd="med">
    <p:fad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1572391" y="4085414"/>
            <a:ext cx="9047153" cy="1096186"/>
          </a:xfrm>
        </p:spPr>
        <p:txBody>
          <a:bodyPr/>
          <a:lstStyle/>
          <a:p>
            <a:r>
              <a:rPr lang="en-US" dirty="0"/>
              <a:t>Surveys</a:t>
            </a:r>
          </a:p>
        </p:txBody>
      </p:sp>
      <p:sp>
        <p:nvSpPr>
          <p:cNvPr id="3" name="Title 2"/>
          <p:cNvSpPr>
            <a:spLocks noGrp="1"/>
          </p:cNvSpPr>
          <p:nvPr>
            <p:ph type="ctrTitle"/>
          </p:nvPr>
        </p:nvSpPr>
        <p:spPr/>
        <p:txBody>
          <a:bodyPr/>
          <a:lstStyle/>
          <a:p>
            <a:r>
              <a:rPr lang="en-US" dirty="0"/>
              <a:t>2.4 Tower</a:t>
            </a:r>
          </a:p>
        </p:txBody>
      </p:sp>
      <p:sp>
        <p:nvSpPr>
          <p:cNvPr id="4" name="Footer Placeholder 3"/>
          <p:cNvSpPr>
            <a:spLocks noGrp="1"/>
          </p:cNvSpPr>
          <p:nvPr>
            <p:ph type="ftr" sz="quarter" idx="3"/>
          </p:nvPr>
        </p:nvSpPr>
        <p:spPr/>
        <p:txBody>
          <a:bodyPr/>
          <a:lstStyle/>
          <a:p>
            <a:r>
              <a:rPr lang="en-US"/>
              <a:t>© 2023 NetApp, Inc. All rights reserved.  — NETAPP CONFIDENTIAL — </a:t>
            </a:r>
            <a:endParaRPr dirty="0"/>
          </a:p>
        </p:txBody>
      </p:sp>
    </p:spTree>
    <p:extLst>
      <p:ext uri="{BB962C8B-B14F-4D97-AF65-F5344CB8AC3E}">
        <p14:creationId xmlns:p14="http://schemas.microsoft.com/office/powerpoint/2010/main" val="1296320718"/>
      </p:ext>
    </p:extLst>
  </p:cSld>
  <p:clrMapOvr>
    <a:masterClrMapping/>
  </p:clrMapOvr>
  <p:transition spd="med">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Tower</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Surveys</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14" name="Content Placeholder 13">
            <a:extLst>
              <a:ext uri="{FF2B5EF4-FFF2-40B4-BE49-F238E27FC236}">
                <a16:creationId xmlns:a16="http://schemas.microsoft.com/office/drawing/2014/main" id="{61FF33B7-9F6A-DC43-BE6F-74D032DDFC4A}"/>
              </a:ext>
            </a:extLst>
          </p:cNvPr>
          <p:cNvSpPr>
            <a:spLocks noGrp="1"/>
          </p:cNvSpPr>
          <p:nvPr>
            <p:ph sz="quarter" idx="14"/>
          </p:nvPr>
        </p:nvSpPr>
        <p:spPr/>
        <p:txBody>
          <a:bodyPr/>
          <a:lstStyle/>
          <a:p>
            <a:r>
              <a:rPr lang="en-US" sz="2400" dirty="0"/>
              <a:t>Runs a series of customized questions before the job runs in a user-friendly manner</a:t>
            </a:r>
          </a:p>
          <a:p>
            <a:r>
              <a:rPr lang="en-US" sz="2400" dirty="0"/>
              <a:t>Question and answer format to allow self-service without understanding underlying concepts about setting variables.</a:t>
            </a:r>
            <a:endParaRPr lang="en-US" sz="2000" dirty="0"/>
          </a:p>
        </p:txBody>
      </p:sp>
    </p:spTree>
    <p:extLst>
      <p:ext uri="{BB962C8B-B14F-4D97-AF65-F5344CB8AC3E}">
        <p14:creationId xmlns:p14="http://schemas.microsoft.com/office/powerpoint/2010/main" val="3876380841"/>
      </p:ext>
    </p:extLst>
  </p:cSld>
  <p:clrMapOvr>
    <a:masterClrMapping/>
  </p:clrMapOvr>
  <p:transition spd="med">
    <p:fade/>
  </p:transition>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F4593-A3BF-9A41-9DA3-A556BA9B3F0E}"/>
              </a:ext>
            </a:extLst>
          </p:cNvPr>
          <p:cNvSpPr>
            <a:spLocks noGrp="1"/>
          </p:cNvSpPr>
          <p:nvPr>
            <p:ph type="title"/>
          </p:nvPr>
        </p:nvSpPr>
        <p:spPr/>
        <p:txBody>
          <a:bodyPr/>
          <a:lstStyle/>
          <a:p>
            <a:r>
              <a:rPr lang="en-US" dirty="0"/>
              <a:t>Video creating a Survey</a:t>
            </a:r>
          </a:p>
        </p:txBody>
      </p:sp>
      <p:sp>
        <p:nvSpPr>
          <p:cNvPr id="3" name="Text Placeholder 2">
            <a:extLst>
              <a:ext uri="{FF2B5EF4-FFF2-40B4-BE49-F238E27FC236}">
                <a16:creationId xmlns:a16="http://schemas.microsoft.com/office/drawing/2014/main" id="{D5E87CC6-1CB9-9442-B5AF-B0871E25D40F}"/>
              </a:ext>
            </a:extLst>
          </p:cNvPr>
          <p:cNvSpPr>
            <a:spLocks noGrp="1"/>
          </p:cNvSpPr>
          <p:nvPr>
            <p:ph type="body" idx="10"/>
          </p:nvPr>
        </p:nvSpPr>
        <p:spPr/>
        <p:txBody>
          <a:bodyPr/>
          <a:lstStyle/>
          <a:p>
            <a:endParaRPr lang="en-US"/>
          </a:p>
        </p:txBody>
      </p:sp>
      <p:sp>
        <p:nvSpPr>
          <p:cNvPr id="5" name="Footer Placeholder 4">
            <a:extLst>
              <a:ext uri="{FF2B5EF4-FFF2-40B4-BE49-F238E27FC236}">
                <a16:creationId xmlns:a16="http://schemas.microsoft.com/office/drawing/2014/main" id="{B777823A-98A8-8940-98F1-A3BD76C43542}"/>
              </a:ext>
            </a:extLst>
          </p:cNvPr>
          <p:cNvSpPr>
            <a:spLocks noGrp="1"/>
          </p:cNvSpPr>
          <p:nvPr>
            <p:ph type="ftr" sz="quarter" idx="3"/>
          </p:nvPr>
        </p:nvSpPr>
        <p:spPr/>
        <p:txBody>
          <a:bodyPr/>
          <a:lstStyle/>
          <a:p>
            <a:r>
              <a:rPr lang="en-US"/>
              <a:t>© 2023 NetApp, Inc. All rights reserved.  — NETAPP CONFIDENTIAL — </a:t>
            </a:r>
            <a:endParaRPr lang="en-US" dirty="0"/>
          </a:p>
        </p:txBody>
      </p:sp>
    </p:spTree>
    <p:extLst>
      <p:ext uri="{BB962C8B-B14F-4D97-AF65-F5344CB8AC3E}">
        <p14:creationId xmlns:p14="http://schemas.microsoft.com/office/powerpoint/2010/main" val="424311490"/>
      </p:ext>
    </p:extLst>
  </p:cSld>
  <p:clrMapOvr>
    <a:masterClrMapping/>
  </p:clrMapOvr>
  <p:transition spd="med">
    <p:fad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1572391" y="4085414"/>
            <a:ext cx="9047153" cy="1096186"/>
          </a:xfrm>
        </p:spPr>
        <p:txBody>
          <a:bodyPr/>
          <a:lstStyle/>
          <a:p>
            <a:r>
              <a:rPr lang="en-US" dirty="0"/>
              <a:t>Role Based Access Control (RBAC)</a:t>
            </a:r>
          </a:p>
        </p:txBody>
      </p:sp>
      <p:sp>
        <p:nvSpPr>
          <p:cNvPr id="3" name="Title 2"/>
          <p:cNvSpPr>
            <a:spLocks noGrp="1"/>
          </p:cNvSpPr>
          <p:nvPr>
            <p:ph type="ctrTitle"/>
          </p:nvPr>
        </p:nvSpPr>
        <p:spPr/>
        <p:txBody>
          <a:bodyPr/>
          <a:lstStyle/>
          <a:p>
            <a:r>
              <a:rPr lang="en-US" dirty="0"/>
              <a:t>2.5 Tower</a:t>
            </a:r>
          </a:p>
        </p:txBody>
      </p:sp>
      <p:sp>
        <p:nvSpPr>
          <p:cNvPr id="4" name="Footer Placeholder 3"/>
          <p:cNvSpPr>
            <a:spLocks noGrp="1"/>
          </p:cNvSpPr>
          <p:nvPr>
            <p:ph type="ftr" sz="quarter" idx="3"/>
          </p:nvPr>
        </p:nvSpPr>
        <p:spPr/>
        <p:txBody>
          <a:bodyPr/>
          <a:lstStyle/>
          <a:p>
            <a:r>
              <a:rPr lang="en-US"/>
              <a:t>© 2023 NetApp, Inc. All rights reserved.  — NETAPP CONFIDENTIAL — </a:t>
            </a:r>
            <a:endParaRPr dirty="0"/>
          </a:p>
        </p:txBody>
      </p:sp>
    </p:spTree>
    <p:extLst>
      <p:ext uri="{BB962C8B-B14F-4D97-AF65-F5344CB8AC3E}">
        <p14:creationId xmlns:p14="http://schemas.microsoft.com/office/powerpoint/2010/main" val="980228412"/>
      </p:ext>
    </p:extLst>
  </p:cSld>
  <p:clrMapOvr>
    <a:masterClrMapping/>
  </p:clrMapOvr>
  <p:transition spd="med">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Tower</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RBAC</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14" name="Content Placeholder 13">
            <a:extLst>
              <a:ext uri="{FF2B5EF4-FFF2-40B4-BE49-F238E27FC236}">
                <a16:creationId xmlns:a16="http://schemas.microsoft.com/office/drawing/2014/main" id="{61FF33B7-9F6A-DC43-BE6F-74D032DDFC4A}"/>
              </a:ext>
            </a:extLst>
          </p:cNvPr>
          <p:cNvSpPr>
            <a:spLocks noGrp="1"/>
          </p:cNvSpPr>
          <p:nvPr>
            <p:ph sz="quarter" idx="14"/>
          </p:nvPr>
        </p:nvSpPr>
        <p:spPr/>
        <p:txBody>
          <a:bodyPr/>
          <a:lstStyle/>
          <a:p>
            <a:r>
              <a:rPr lang="en-US" sz="2400" dirty="0"/>
              <a:t>Role-Based Access Controls (RBAC) are built into Ansible Tower and allow administrators to delegate access to inventories, organizations, and more. These controls allow Ansible Tower to help you increase security and streamline management of your Ansible automation.</a:t>
            </a:r>
            <a:endParaRPr lang="en-US" sz="2000" dirty="0"/>
          </a:p>
        </p:txBody>
      </p:sp>
    </p:spTree>
    <p:extLst>
      <p:ext uri="{BB962C8B-B14F-4D97-AF65-F5344CB8AC3E}">
        <p14:creationId xmlns:p14="http://schemas.microsoft.com/office/powerpoint/2010/main" val="3984368728"/>
      </p:ext>
    </p:extLst>
  </p:cSld>
  <p:clrMapOvr>
    <a:masterClrMapping/>
  </p:clrMapOvr>
  <p:transition spd="med">
    <p:fade/>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Tower</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RBAC</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14" name="Content Placeholder 13">
            <a:extLst>
              <a:ext uri="{FF2B5EF4-FFF2-40B4-BE49-F238E27FC236}">
                <a16:creationId xmlns:a16="http://schemas.microsoft.com/office/drawing/2014/main" id="{61FF33B7-9F6A-DC43-BE6F-74D032DDFC4A}"/>
              </a:ext>
            </a:extLst>
          </p:cNvPr>
          <p:cNvSpPr>
            <a:spLocks noGrp="1"/>
          </p:cNvSpPr>
          <p:nvPr>
            <p:ph sz="quarter" idx="14"/>
          </p:nvPr>
        </p:nvSpPr>
        <p:spPr/>
        <p:txBody>
          <a:bodyPr/>
          <a:lstStyle/>
          <a:p>
            <a:r>
              <a:rPr lang="en-US" sz="2400" dirty="0"/>
              <a:t>Organization is a logical collection of users, teams, projects, inventories, etc.</a:t>
            </a:r>
          </a:p>
          <a:p>
            <a:pPr lvl="1"/>
            <a:r>
              <a:rPr lang="en-US" sz="1600" dirty="0"/>
              <a:t>All entities belong to an organization with the exception of users</a:t>
            </a:r>
          </a:p>
          <a:p>
            <a:r>
              <a:rPr lang="en-US" sz="2000" dirty="0"/>
              <a:t>A user is an account to access Tower and its services provided permissions are granted</a:t>
            </a:r>
          </a:p>
          <a:p>
            <a:r>
              <a:rPr lang="en-US" sz="2000" dirty="0"/>
              <a:t>Teams allow easier role-based access across organizations</a:t>
            </a:r>
          </a:p>
        </p:txBody>
      </p:sp>
    </p:spTree>
    <p:extLst>
      <p:ext uri="{BB962C8B-B14F-4D97-AF65-F5344CB8AC3E}">
        <p14:creationId xmlns:p14="http://schemas.microsoft.com/office/powerpoint/2010/main" val="4214306182"/>
      </p:ext>
    </p:extLst>
  </p:cSld>
  <p:clrMapOvr>
    <a:masterClrMapping/>
  </p:clrMapOvr>
  <p:transition spd="med">
    <p:fade/>
  </p:transition>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F4593-A3BF-9A41-9DA3-A556BA9B3F0E}"/>
              </a:ext>
            </a:extLst>
          </p:cNvPr>
          <p:cNvSpPr>
            <a:spLocks noGrp="1"/>
          </p:cNvSpPr>
          <p:nvPr>
            <p:ph type="title"/>
          </p:nvPr>
        </p:nvSpPr>
        <p:spPr/>
        <p:txBody>
          <a:bodyPr/>
          <a:lstStyle/>
          <a:p>
            <a:r>
              <a:rPr lang="en-US" dirty="0"/>
              <a:t>Video Organization/team/users</a:t>
            </a:r>
          </a:p>
        </p:txBody>
      </p:sp>
      <p:sp>
        <p:nvSpPr>
          <p:cNvPr id="3" name="Text Placeholder 2">
            <a:extLst>
              <a:ext uri="{FF2B5EF4-FFF2-40B4-BE49-F238E27FC236}">
                <a16:creationId xmlns:a16="http://schemas.microsoft.com/office/drawing/2014/main" id="{D5E87CC6-1CB9-9442-B5AF-B0871E25D40F}"/>
              </a:ext>
            </a:extLst>
          </p:cNvPr>
          <p:cNvSpPr>
            <a:spLocks noGrp="1"/>
          </p:cNvSpPr>
          <p:nvPr>
            <p:ph type="body" idx="10"/>
          </p:nvPr>
        </p:nvSpPr>
        <p:spPr/>
        <p:txBody>
          <a:bodyPr/>
          <a:lstStyle/>
          <a:p>
            <a:endParaRPr lang="en-US"/>
          </a:p>
        </p:txBody>
      </p:sp>
      <p:sp>
        <p:nvSpPr>
          <p:cNvPr id="5" name="Footer Placeholder 4">
            <a:extLst>
              <a:ext uri="{FF2B5EF4-FFF2-40B4-BE49-F238E27FC236}">
                <a16:creationId xmlns:a16="http://schemas.microsoft.com/office/drawing/2014/main" id="{B777823A-98A8-8940-98F1-A3BD76C43542}"/>
              </a:ext>
            </a:extLst>
          </p:cNvPr>
          <p:cNvSpPr>
            <a:spLocks noGrp="1"/>
          </p:cNvSpPr>
          <p:nvPr>
            <p:ph type="ftr" sz="quarter" idx="3"/>
          </p:nvPr>
        </p:nvSpPr>
        <p:spPr/>
        <p:txBody>
          <a:bodyPr/>
          <a:lstStyle/>
          <a:p>
            <a:r>
              <a:rPr lang="en-US"/>
              <a:t>© 2023 NetApp, Inc. All rights reserved.  — NETAPP CONFIDENTIAL — </a:t>
            </a:r>
            <a:endParaRPr lang="en-US" dirty="0"/>
          </a:p>
        </p:txBody>
      </p:sp>
    </p:spTree>
    <p:extLst>
      <p:ext uri="{BB962C8B-B14F-4D97-AF65-F5344CB8AC3E}">
        <p14:creationId xmlns:p14="http://schemas.microsoft.com/office/powerpoint/2010/main" val="983221389"/>
      </p:ext>
    </p:extLst>
  </p:cSld>
  <p:clrMapOvr>
    <a:masterClrMapping/>
  </p:clrMapOvr>
  <p:transition spd="med">
    <p:fad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1572391" y="4085414"/>
            <a:ext cx="9047153" cy="1096186"/>
          </a:xfrm>
        </p:spPr>
        <p:txBody>
          <a:bodyPr/>
          <a:lstStyle/>
          <a:p>
            <a:r>
              <a:rPr lang="en-US" dirty="0"/>
              <a:t>Workflows</a:t>
            </a:r>
          </a:p>
        </p:txBody>
      </p:sp>
      <p:sp>
        <p:nvSpPr>
          <p:cNvPr id="3" name="Title 2"/>
          <p:cNvSpPr>
            <a:spLocks noGrp="1"/>
          </p:cNvSpPr>
          <p:nvPr>
            <p:ph type="ctrTitle"/>
          </p:nvPr>
        </p:nvSpPr>
        <p:spPr/>
        <p:txBody>
          <a:bodyPr/>
          <a:lstStyle/>
          <a:p>
            <a:r>
              <a:rPr lang="en-US" dirty="0"/>
              <a:t>2.6 Tower</a:t>
            </a:r>
          </a:p>
        </p:txBody>
      </p:sp>
      <p:sp>
        <p:nvSpPr>
          <p:cNvPr id="4" name="Footer Placeholder 3"/>
          <p:cNvSpPr>
            <a:spLocks noGrp="1"/>
          </p:cNvSpPr>
          <p:nvPr>
            <p:ph type="ftr" sz="quarter" idx="3"/>
          </p:nvPr>
        </p:nvSpPr>
        <p:spPr/>
        <p:txBody>
          <a:bodyPr/>
          <a:lstStyle/>
          <a:p>
            <a:r>
              <a:rPr lang="en-US"/>
              <a:t>© 2023 NetApp, Inc. All rights reserved.  — NETAPP CONFIDENTIAL — </a:t>
            </a:r>
            <a:endParaRPr dirty="0"/>
          </a:p>
        </p:txBody>
      </p:sp>
    </p:spTree>
    <p:extLst>
      <p:ext uri="{BB962C8B-B14F-4D97-AF65-F5344CB8AC3E}">
        <p14:creationId xmlns:p14="http://schemas.microsoft.com/office/powerpoint/2010/main" val="1594491410"/>
      </p:ext>
    </p:extLst>
  </p:cSld>
  <p:clrMapOvr>
    <a:masterClrMapping/>
  </p:clrMapOvr>
  <p:transition spd="med">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B6B-B800-B148-A60A-F0E006CD00CB}"/>
              </a:ext>
            </a:extLst>
          </p:cNvPr>
          <p:cNvSpPr>
            <a:spLocks noGrp="1"/>
          </p:cNvSpPr>
          <p:nvPr>
            <p:ph type="title"/>
          </p:nvPr>
        </p:nvSpPr>
        <p:spPr/>
        <p:txBody>
          <a:bodyPr/>
          <a:lstStyle/>
          <a:p>
            <a:r>
              <a:rPr lang="en-US" dirty="0"/>
              <a:t>Ansible Tower</a:t>
            </a:r>
          </a:p>
        </p:txBody>
      </p:sp>
      <p:sp>
        <p:nvSpPr>
          <p:cNvPr id="4" name="Text Placeholder 3">
            <a:extLst>
              <a:ext uri="{FF2B5EF4-FFF2-40B4-BE49-F238E27FC236}">
                <a16:creationId xmlns:a16="http://schemas.microsoft.com/office/drawing/2014/main" id="{6205A011-DB61-D74D-9886-FED98B4923ED}"/>
              </a:ext>
            </a:extLst>
          </p:cNvPr>
          <p:cNvSpPr>
            <a:spLocks noGrp="1"/>
          </p:cNvSpPr>
          <p:nvPr>
            <p:ph type="body" idx="10"/>
          </p:nvPr>
        </p:nvSpPr>
        <p:spPr/>
        <p:txBody>
          <a:bodyPr/>
          <a:lstStyle/>
          <a:p>
            <a:r>
              <a:rPr lang="en-US" dirty="0"/>
              <a:t>Workflows</a:t>
            </a:r>
          </a:p>
        </p:txBody>
      </p:sp>
      <p:sp>
        <p:nvSpPr>
          <p:cNvPr id="6" name="Footer Placeholder 5">
            <a:extLst>
              <a:ext uri="{FF2B5EF4-FFF2-40B4-BE49-F238E27FC236}">
                <a16:creationId xmlns:a16="http://schemas.microsoft.com/office/drawing/2014/main" id="{BA319901-C2FF-1546-B559-A9A5AB79C19D}"/>
              </a:ext>
            </a:extLst>
          </p:cNvPr>
          <p:cNvSpPr>
            <a:spLocks noGrp="1"/>
          </p:cNvSpPr>
          <p:nvPr>
            <p:ph type="ftr" sz="quarter" idx="3"/>
          </p:nvPr>
        </p:nvSpPr>
        <p:spPr/>
        <p:txBody>
          <a:bodyPr/>
          <a:lstStyle/>
          <a:p>
            <a:r>
              <a:rPr lang="en-US"/>
              <a:t>© 2023 NetApp, Inc. All rights reserved.  — NETAPP CONFIDENTIAL — </a:t>
            </a:r>
            <a:endParaRPr lang="en-US" dirty="0"/>
          </a:p>
        </p:txBody>
      </p:sp>
      <p:pic>
        <p:nvPicPr>
          <p:cNvPr id="7" name="Content Placeholder 6" descr="A screenshot of a cell phone&#10;&#10;Description automatically generated">
            <a:extLst>
              <a:ext uri="{FF2B5EF4-FFF2-40B4-BE49-F238E27FC236}">
                <a16:creationId xmlns:a16="http://schemas.microsoft.com/office/drawing/2014/main" id="{B62DBD3D-54DF-ED40-91A0-B661391991DB}"/>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563562" y="2284412"/>
            <a:ext cx="11061700" cy="3378200"/>
          </a:xfrm>
        </p:spPr>
      </p:pic>
      <p:sp>
        <p:nvSpPr>
          <p:cNvPr id="8" name="Rectangular Callout 7">
            <a:extLst>
              <a:ext uri="{FF2B5EF4-FFF2-40B4-BE49-F238E27FC236}">
                <a16:creationId xmlns:a16="http://schemas.microsoft.com/office/drawing/2014/main" id="{0BDCD8DA-D7C4-2B4D-920D-2130131859E0}"/>
              </a:ext>
            </a:extLst>
          </p:cNvPr>
          <p:cNvSpPr/>
          <p:nvPr/>
        </p:nvSpPr>
        <p:spPr>
          <a:xfrm>
            <a:off x="990600" y="1676400"/>
            <a:ext cx="3276600" cy="1219200"/>
          </a:xfrm>
          <a:prstGeom prst="wedgeRectCallout">
            <a:avLst>
              <a:gd name="adj1" fmla="val 11498"/>
              <a:gd name="adj2" fmla="val 93598"/>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dirty="0"/>
              <a:t>Blue indicates a Job Template will always run</a:t>
            </a:r>
          </a:p>
        </p:txBody>
      </p:sp>
      <p:sp>
        <p:nvSpPr>
          <p:cNvPr id="9" name="Rectangular Callout 8">
            <a:extLst>
              <a:ext uri="{FF2B5EF4-FFF2-40B4-BE49-F238E27FC236}">
                <a16:creationId xmlns:a16="http://schemas.microsoft.com/office/drawing/2014/main" id="{3DF25FAD-7370-E647-8CFB-50E5716DA244}"/>
              </a:ext>
            </a:extLst>
          </p:cNvPr>
          <p:cNvSpPr/>
          <p:nvPr/>
        </p:nvSpPr>
        <p:spPr>
          <a:xfrm>
            <a:off x="4191000" y="5662612"/>
            <a:ext cx="5029200" cy="1050611"/>
          </a:xfrm>
          <a:prstGeom prst="wedgeRectCallout">
            <a:avLst>
              <a:gd name="adj1" fmla="val 21739"/>
              <a:gd name="adj2" fmla="val -128553"/>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dirty="0"/>
              <a:t>Green indicates this Job Template will only run if the previous Job Template is successful</a:t>
            </a:r>
          </a:p>
        </p:txBody>
      </p:sp>
      <p:sp>
        <p:nvSpPr>
          <p:cNvPr id="10" name="Rectangular Callout 9">
            <a:extLst>
              <a:ext uri="{FF2B5EF4-FFF2-40B4-BE49-F238E27FC236}">
                <a16:creationId xmlns:a16="http://schemas.microsoft.com/office/drawing/2014/main" id="{FE02343D-150C-5143-9221-191C9BBED1F6}"/>
              </a:ext>
            </a:extLst>
          </p:cNvPr>
          <p:cNvSpPr/>
          <p:nvPr/>
        </p:nvSpPr>
        <p:spPr>
          <a:xfrm>
            <a:off x="5486400" y="914400"/>
            <a:ext cx="4343400" cy="1066800"/>
          </a:xfrm>
          <a:prstGeom prst="wedgeRectCallout">
            <a:avLst>
              <a:gd name="adj1" fmla="val 4841"/>
              <a:gd name="adj2" fmla="val 137761"/>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5000"/>
              </a:lnSpc>
            </a:pPr>
            <a:r>
              <a:rPr lang="en-US" dirty="0"/>
              <a:t>Red indicates this Job Template will only be run if the previous Job Template fails</a:t>
            </a:r>
          </a:p>
        </p:txBody>
      </p:sp>
      <p:sp>
        <p:nvSpPr>
          <p:cNvPr id="11" name="TextBox 10">
            <a:extLst>
              <a:ext uri="{FF2B5EF4-FFF2-40B4-BE49-F238E27FC236}">
                <a16:creationId xmlns:a16="http://schemas.microsoft.com/office/drawing/2014/main" id="{56CDF1DB-0406-0649-BE6B-E920852458B2}"/>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3349396889"/>
      </p:ext>
    </p:extLst>
  </p:cSld>
  <p:clrMapOvr>
    <a:masterClrMapping/>
  </p:clrMapOvr>
  <p:transition spd="med">
    <p:fade/>
  </p:transition>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F4593-A3BF-9A41-9DA3-A556BA9B3F0E}"/>
              </a:ext>
            </a:extLst>
          </p:cNvPr>
          <p:cNvSpPr>
            <a:spLocks noGrp="1"/>
          </p:cNvSpPr>
          <p:nvPr>
            <p:ph type="title"/>
          </p:nvPr>
        </p:nvSpPr>
        <p:spPr/>
        <p:txBody>
          <a:bodyPr/>
          <a:lstStyle/>
          <a:p>
            <a:r>
              <a:rPr lang="en-US" dirty="0"/>
              <a:t>Video creating workflows</a:t>
            </a:r>
          </a:p>
        </p:txBody>
      </p:sp>
      <p:sp>
        <p:nvSpPr>
          <p:cNvPr id="3" name="Text Placeholder 2">
            <a:extLst>
              <a:ext uri="{FF2B5EF4-FFF2-40B4-BE49-F238E27FC236}">
                <a16:creationId xmlns:a16="http://schemas.microsoft.com/office/drawing/2014/main" id="{D5E87CC6-1CB9-9442-B5AF-B0871E25D40F}"/>
              </a:ext>
            </a:extLst>
          </p:cNvPr>
          <p:cNvSpPr>
            <a:spLocks noGrp="1"/>
          </p:cNvSpPr>
          <p:nvPr>
            <p:ph type="body" idx="10"/>
          </p:nvPr>
        </p:nvSpPr>
        <p:spPr/>
        <p:txBody>
          <a:bodyPr/>
          <a:lstStyle/>
          <a:p>
            <a:endParaRPr lang="en-US"/>
          </a:p>
        </p:txBody>
      </p:sp>
      <p:sp>
        <p:nvSpPr>
          <p:cNvPr id="5" name="Footer Placeholder 4">
            <a:extLst>
              <a:ext uri="{FF2B5EF4-FFF2-40B4-BE49-F238E27FC236}">
                <a16:creationId xmlns:a16="http://schemas.microsoft.com/office/drawing/2014/main" id="{B777823A-98A8-8940-98F1-A3BD76C43542}"/>
              </a:ext>
            </a:extLst>
          </p:cNvPr>
          <p:cNvSpPr>
            <a:spLocks noGrp="1"/>
          </p:cNvSpPr>
          <p:nvPr>
            <p:ph type="ftr" sz="quarter" idx="3"/>
          </p:nvPr>
        </p:nvSpPr>
        <p:spPr/>
        <p:txBody>
          <a:bodyPr/>
          <a:lstStyle/>
          <a:p>
            <a:r>
              <a:rPr lang="en-US"/>
              <a:t>© 2023 NetApp, Inc. All rights reserved.  — NETAPP CONFIDENTIAL — </a:t>
            </a:r>
            <a:endParaRPr lang="en-US" dirty="0"/>
          </a:p>
        </p:txBody>
      </p:sp>
    </p:spTree>
    <p:extLst>
      <p:ext uri="{BB962C8B-B14F-4D97-AF65-F5344CB8AC3E}">
        <p14:creationId xmlns:p14="http://schemas.microsoft.com/office/powerpoint/2010/main" val="1471596386"/>
      </p:ext>
    </p:extLst>
  </p:cSld>
  <p:clrMapOvr>
    <a:masterClrMapping/>
  </p:clrMapOvr>
  <p:transition spd="med">
    <p:fade/>
  </p:transition>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7805270-30BF-AF46-9E5B-435698B8AE92}"/>
              </a:ext>
            </a:extLst>
          </p:cNvPr>
          <p:cNvSpPr>
            <a:spLocks noGrp="1"/>
          </p:cNvSpPr>
          <p:nvPr>
            <p:ph type="ftr" sz="quarter" idx="3"/>
          </p:nvPr>
        </p:nvSpPr>
        <p:spPr/>
        <p:txBody>
          <a:bodyPr/>
          <a:lstStyle/>
          <a:p>
            <a:r>
              <a:rPr lang="en-US"/>
              <a:t>© 2023 NetApp, Inc. All rights reserved.  — NETAPP CONFIDENTIAL — </a:t>
            </a:r>
            <a:endParaRPr lang="en-US" dirty="0"/>
          </a:p>
        </p:txBody>
      </p:sp>
      <p:sp>
        <p:nvSpPr>
          <p:cNvPr id="4" name="Title 3">
            <a:extLst>
              <a:ext uri="{FF2B5EF4-FFF2-40B4-BE49-F238E27FC236}">
                <a16:creationId xmlns:a16="http://schemas.microsoft.com/office/drawing/2014/main" id="{04338EE2-5B45-D745-9547-2EEAAE343E43}"/>
              </a:ext>
            </a:extLst>
          </p:cNvPr>
          <p:cNvSpPr>
            <a:spLocks noGrp="1"/>
          </p:cNvSpPr>
          <p:nvPr>
            <p:ph type="title"/>
          </p:nvPr>
        </p:nvSpPr>
        <p:spPr/>
        <p:txBody>
          <a:bodyPr/>
          <a:lstStyle/>
          <a:p>
            <a:endParaRPr lang="en-US" dirty="0"/>
          </a:p>
        </p:txBody>
      </p:sp>
      <p:sp>
        <p:nvSpPr>
          <p:cNvPr id="6" name="Content Placeholder 5">
            <a:extLst>
              <a:ext uri="{FF2B5EF4-FFF2-40B4-BE49-F238E27FC236}">
                <a16:creationId xmlns:a16="http://schemas.microsoft.com/office/drawing/2014/main" id="{A6114798-8997-9E47-B7DF-7FF76F5370B1}"/>
              </a:ext>
            </a:extLst>
          </p:cNvPr>
          <p:cNvSpPr txBox="1">
            <a:spLocks/>
          </p:cNvSpPr>
          <p:nvPr/>
        </p:nvSpPr>
        <p:spPr>
          <a:xfrm>
            <a:off x="1066800" y="1447800"/>
            <a:ext cx="9829800" cy="4343400"/>
          </a:xfrm>
          <a:prstGeom prst="rect">
            <a:avLst/>
          </a:prstGeom>
        </p:spPr>
        <p:txBody>
          <a:bodyPr lIns="0"/>
          <a:lstStyle>
            <a:lvl1pPr marL="235159" indent="-235159" algn="l" defTabSz="915216" rtl="0" eaLnBrk="1" latinLnBrk="0" hangingPunct="1">
              <a:lnSpc>
                <a:spcPct val="95000"/>
              </a:lnSpc>
              <a:spcBef>
                <a:spcPts val="1200"/>
              </a:spcBef>
              <a:spcAft>
                <a:spcPts val="400"/>
              </a:spcAft>
              <a:buClr>
                <a:schemeClr val="accent2"/>
              </a:buClr>
              <a:buFont typeface="Wingdings" panose="05000000000000000000" pitchFamily="2" charset="2"/>
              <a:buChar char="§"/>
              <a:defRPr sz="2200" kern="1200">
                <a:solidFill>
                  <a:schemeClr val="bg1"/>
                </a:solidFill>
                <a:latin typeface="+mn-lt"/>
                <a:ea typeface="+mn-ea"/>
                <a:cs typeface="+mn-cs"/>
              </a:defRPr>
            </a:lvl1pPr>
            <a:lvl2pPr marL="457608" indent="-228804" algn="l" defTabSz="915216" rtl="0" eaLnBrk="1" latinLnBrk="0" hangingPunct="1">
              <a:lnSpc>
                <a:spcPct val="90000"/>
              </a:lnSpc>
              <a:spcBef>
                <a:spcPts val="200"/>
              </a:spcBef>
              <a:spcAft>
                <a:spcPts val="400"/>
              </a:spcAft>
              <a:buClr>
                <a:schemeClr val="accent2"/>
              </a:buClr>
              <a:buFont typeface="Wingdings" panose="05000000000000000000" pitchFamily="2" charset="2"/>
              <a:buChar char="§"/>
              <a:defRPr sz="1800" kern="1200">
                <a:solidFill>
                  <a:schemeClr val="bg1"/>
                </a:solidFill>
                <a:latin typeface="+mn-lt"/>
                <a:ea typeface="+mn-ea"/>
                <a:cs typeface="+mn-cs"/>
              </a:defRPr>
            </a:lvl2pPr>
            <a:lvl3pPr marL="686412" indent="-228804" algn="l" defTabSz="915216" rtl="0" eaLnBrk="1" latinLnBrk="0" hangingPunct="1">
              <a:lnSpc>
                <a:spcPct val="85000"/>
              </a:lnSpc>
              <a:spcBef>
                <a:spcPts val="200"/>
              </a:spcBef>
              <a:spcAft>
                <a:spcPts val="400"/>
              </a:spcAft>
              <a:buClr>
                <a:schemeClr val="accent2"/>
              </a:buClr>
              <a:buFont typeface="Wingdings" panose="05000000000000000000" pitchFamily="2" charset="2"/>
              <a:buChar char="§"/>
              <a:defRPr sz="1600" kern="1200">
                <a:solidFill>
                  <a:schemeClr val="bg1"/>
                </a:solidFill>
                <a:latin typeface="+mn-lt"/>
                <a:ea typeface="+mn-ea"/>
                <a:cs typeface="+mn-cs"/>
              </a:defRPr>
            </a:lvl3pPr>
            <a:lvl4pPr marL="915216" indent="-228804" algn="l" defTabSz="915216" rtl="0" eaLnBrk="1" latinLnBrk="0" hangingPunct="1">
              <a:lnSpc>
                <a:spcPct val="85000"/>
              </a:lnSpc>
              <a:spcBef>
                <a:spcPts val="200"/>
              </a:spcBef>
              <a:spcAft>
                <a:spcPts val="400"/>
              </a:spcAft>
              <a:buClr>
                <a:schemeClr val="accent2"/>
              </a:buClr>
              <a:buFont typeface="Wingdings" panose="05000000000000000000" pitchFamily="2" charset="2"/>
              <a:buChar char="§"/>
              <a:defRPr sz="1400" kern="1200">
                <a:solidFill>
                  <a:schemeClr val="bg1"/>
                </a:solidFill>
                <a:latin typeface="+mn-lt"/>
                <a:ea typeface="+mn-ea"/>
                <a:cs typeface="+mn-cs"/>
              </a:defRPr>
            </a:lvl4pPr>
            <a:lvl5pPr marL="1086818" marR="0" indent="-171603" algn="l" defTabSz="915216" rtl="0" eaLnBrk="1" fontAlgn="auto" latinLnBrk="0" hangingPunct="1">
              <a:lnSpc>
                <a:spcPct val="85000"/>
              </a:lnSpc>
              <a:spcBef>
                <a:spcPts val="200"/>
              </a:spcBef>
              <a:spcAft>
                <a:spcPts val="400"/>
              </a:spcAft>
              <a:buClr>
                <a:schemeClr val="accent2"/>
              </a:buClr>
              <a:buSzTx/>
              <a:buFont typeface="Wingdings" panose="05000000000000000000" pitchFamily="2" charset="2"/>
              <a:buChar char="§"/>
              <a:tabLst/>
              <a:defRPr lang="en-US" sz="1200" kern="1200" dirty="0">
                <a:solidFill>
                  <a:schemeClr val="bg1"/>
                </a:solidFill>
                <a:latin typeface="+mn-lt"/>
                <a:ea typeface="+mn-ea"/>
                <a:cs typeface="+mn-cs"/>
              </a:defRPr>
            </a:lvl5pPr>
            <a:lvl6pPr marL="1144018" indent="-228804" algn="l" defTabSz="91521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1144018" indent="-228804" algn="l" defTabSz="91521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1144018" indent="-228804" algn="l" defTabSz="91521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1144018" indent="-228804" algn="l" defTabSz="91521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Wingdings" panose="05000000000000000000" pitchFamily="2" charset="2"/>
              <a:buNone/>
            </a:pPr>
            <a:r>
              <a:rPr lang="en-US" sz="3600" dirty="0"/>
              <a:t>Exercise Time – Do exercise 5 now in your lab environment.</a:t>
            </a:r>
          </a:p>
        </p:txBody>
      </p:sp>
    </p:spTree>
    <p:extLst>
      <p:ext uri="{BB962C8B-B14F-4D97-AF65-F5344CB8AC3E}">
        <p14:creationId xmlns:p14="http://schemas.microsoft.com/office/powerpoint/2010/main" val="346374053"/>
      </p:ext>
    </p:extLst>
  </p:cSld>
  <p:clrMapOvr>
    <a:masterClrMapping/>
  </p:clrMapOvr>
  <p:transition spd="med">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quarter" idx="10"/>
          </p:nvPr>
        </p:nvSpPr>
        <p:spPr>
          <a:xfrm>
            <a:off x="76200" y="2846231"/>
            <a:ext cx="11965371" cy="3021169"/>
          </a:xfrm>
        </p:spPr>
        <p:txBody>
          <a:bodyPr/>
          <a:lstStyle/>
          <a:p>
            <a:r>
              <a:rPr lang="en-US" dirty="0">
                <a:hlinkClick r:id="rId3">
                  <a:extLst>
                    <a:ext uri="{A12FA001-AC4F-418D-AE19-62706E023703}">
                      <ahyp:hlinkClr xmlns:ahyp="http://schemas.microsoft.com/office/drawing/2018/hyperlinkcolor" val="tx"/>
                    </a:ext>
                  </a:extLst>
                </a:hlinkClick>
              </a:rPr>
              <a:t>https://www.netapp.io</a:t>
            </a:r>
            <a:endParaRPr lang="en-US" dirty="0"/>
          </a:p>
          <a:p>
            <a:r>
              <a:rPr lang="en-US" dirty="0"/>
              <a:t>Slack (</a:t>
            </a:r>
            <a:r>
              <a:rPr lang="en-US" dirty="0">
                <a:hlinkClick r:id="rId4">
                  <a:extLst>
                    <a:ext uri="{A12FA001-AC4F-418D-AE19-62706E023703}">
                      <ahyp:hlinkClr xmlns:ahyp="http://schemas.microsoft.com/office/drawing/2018/hyperlinkcolor" val="tx"/>
                    </a:ext>
                  </a:extLst>
                </a:hlinkClick>
              </a:rPr>
              <a:t>www.netapp.io/slack</a:t>
            </a:r>
            <a:r>
              <a:rPr lang="en-US" dirty="0"/>
              <a:t>)</a:t>
            </a:r>
          </a:p>
          <a:p>
            <a:r>
              <a:rPr lang="en-US" dirty="0">
                <a:hlinkClick r:id="rId5">
                  <a:extLst>
                    <a:ext uri="{A12FA001-AC4F-418D-AE19-62706E023703}">
                      <ahyp:hlinkClr xmlns:ahyp="http://schemas.microsoft.com/office/drawing/2018/hyperlinkcolor" val="tx"/>
                    </a:ext>
                  </a:extLst>
                </a:hlinkClick>
              </a:rPr>
              <a:t>https://netapp.io/2018/10/08/getting-started-with-netapp-and-ansible-install-ansible/</a:t>
            </a:r>
            <a:endParaRPr lang="en-US" dirty="0"/>
          </a:p>
          <a:p>
            <a:r>
              <a:rPr lang="en-US" dirty="0">
                <a:hlinkClick r:id="rId6">
                  <a:extLst>
                    <a:ext uri="{A12FA001-AC4F-418D-AE19-62706E023703}">
                      <ahyp:hlinkClr xmlns:ahyp="http://schemas.microsoft.com/office/drawing/2018/hyperlinkcolor" val="tx"/>
                    </a:ext>
                  </a:extLst>
                </a:hlinkClick>
              </a:rPr>
              <a:t>https://netapp.io/2020/01/07/getting-started-using-tower-with-awx/</a:t>
            </a:r>
            <a:endParaRPr lang="en-US" dirty="0"/>
          </a:p>
          <a:p>
            <a:endParaRPr lang="en-US" dirty="0"/>
          </a:p>
        </p:txBody>
      </p:sp>
      <p:sp>
        <p:nvSpPr>
          <p:cNvPr id="7" name="Title 6"/>
          <p:cNvSpPr>
            <a:spLocks noGrp="1"/>
          </p:cNvSpPr>
          <p:nvPr>
            <p:ph type="title"/>
          </p:nvPr>
        </p:nvSpPr>
        <p:spPr/>
        <p:txBody>
          <a:bodyPr/>
          <a:lstStyle/>
          <a:p>
            <a:r>
              <a:rPr lang="en-US" dirty="0"/>
              <a:t>Learn More</a:t>
            </a:r>
          </a:p>
        </p:txBody>
      </p:sp>
      <p:pic>
        <p:nvPicPr>
          <p:cNvPr id="6" name="Picture 5">
            <a:extLst>
              <a:ext uri="{FF2B5EF4-FFF2-40B4-BE49-F238E27FC236}">
                <a16:creationId xmlns:a16="http://schemas.microsoft.com/office/drawing/2014/main" id="{46501939-6BBF-504B-AEF3-D51BED49F6E9}"/>
              </a:ext>
            </a:extLst>
          </p:cNvPr>
          <p:cNvPicPr>
            <a:picLocks noChangeAspect="1"/>
          </p:cNvPicPr>
          <p:nvPr/>
        </p:nvPicPr>
        <p:blipFill>
          <a:blip r:embed="rId7"/>
          <a:stretch>
            <a:fillRect/>
          </a:stretch>
        </p:blipFill>
        <p:spPr>
          <a:xfrm>
            <a:off x="9448800" y="68362"/>
            <a:ext cx="2592771" cy="2592771"/>
          </a:xfrm>
          <a:prstGeom prst="rect">
            <a:avLst/>
          </a:prstGeom>
        </p:spPr>
      </p:pic>
      <p:sp>
        <p:nvSpPr>
          <p:cNvPr id="13" name="Footer Placeholder 12">
            <a:extLst>
              <a:ext uri="{FF2B5EF4-FFF2-40B4-BE49-F238E27FC236}">
                <a16:creationId xmlns:a16="http://schemas.microsoft.com/office/drawing/2014/main" id="{818D0133-2A1F-7C48-9A86-9C708407F416}"/>
              </a:ext>
            </a:extLst>
          </p:cNvPr>
          <p:cNvSpPr>
            <a:spLocks noGrp="1"/>
          </p:cNvSpPr>
          <p:nvPr>
            <p:ph type="ftr" sz="quarter" idx="3"/>
          </p:nvPr>
        </p:nvSpPr>
        <p:spPr/>
        <p:txBody>
          <a:bodyPr/>
          <a:lstStyle/>
          <a:p>
            <a:r>
              <a:rPr lang="en-US"/>
              <a:t>© 2023 NetApp, Inc. All rights reserved.  — NETAPP CONFIDENTIAL — </a:t>
            </a:r>
            <a:endParaRPr lang="en-US" dirty="0"/>
          </a:p>
        </p:txBody>
      </p:sp>
    </p:spTree>
    <p:extLst>
      <p:ext uri="{BB962C8B-B14F-4D97-AF65-F5344CB8AC3E}">
        <p14:creationId xmlns:p14="http://schemas.microsoft.com/office/powerpoint/2010/main" val="3680538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raphical user interface, application&#10;&#10;Description automatically generated">
            <a:extLst>
              <a:ext uri="{FF2B5EF4-FFF2-40B4-BE49-F238E27FC236}">
                <a16:creationId xmlns:a16="http://schemas.microsoft.com/office/drawing/2014/main" id="{AE8B2519-B535-AC4E-9283-E9A6712591F2}"/>
              </a:ext>
            </a:extLst>
          </p:cNvPr>
          <p:cNvPicPr>
            <a:picLocks noChangeAspect="1"/>
          </p:cNvPicPr>
          <p:nvPr/>
        </p:nvPicPr>
        <p:blipFill rotWithShape="1">
          <a:blip r:embed="rId2"/>
          <a:srcRect/>
          <a:stretch/>
        </p:blipFill>
        <p:spPr>
          <a:xfrm>
            <a:off x="20" y="10"/>
            <a:ext cx="12191980" cy="6857990"/>
          </a:xfrm>
          <a:prstGeom prst="rect">
            <a:avLst/>
          </a:prstGeom>
          <a:noFill/>
        </p:spPr>
      </p:pic>
      <p:sp>
        <p:nvSpPr>
          <p:cNvPr id="2" name="Footer Placeholder 1">
            <a:extLst>
              <a:ext uri="{FF2B5EF4-FFF2-40B4-BE49-F238E27FC236}">
                <a16:creationId xmlns:a16="http://schemas.microsoft.com/office/drawing/2014/main" id="{35A1ACBE-4415-E14A-9EC6-8D04F2A016E5}"/>
              </a:ext>
            </a:extLst>
          </p:cNvPr>
          <p:cNvSpPr>
            <a:spLocks noGrp="1"/>
          </p:cNvSpPr>
          <p:nvPr>
            <p:ph type="ftr" sz="quarter" idx="3"/>
          </p:nvPr>
        </p:nvSpPr>
        <p:spPr/>
        <p:txBody>
          <a:bodyPr/>
          <a:lstStyle/>
          <a:p>
            <a:pPr>
              <a:spcAft>
                <a:spcPts val="600"/>
              </a:spcAft>
            </a:pPr>
            <a:r>
              <a:rPr lang="en-US"/>
              <a:t>© 2023 NetApp, Inc. All rights reserved.  — NETAPP CONFIDENTIAL — </a:t>
            </a:r>
          </a:p>
        </p:txBody>
      </p:sp>
    </p:spTree>
    <p:extLst>
      <p:ext uri="{BB962C8B-B14F-4D97-AF65-F5344CB8AC3E}">
        <p14:creationId xmlns:p14="http://schemas.microsoft.com/office/powerpoint/2010/main" val="2950952372"/>
      </p:ext>
    </p:extLst>
  </p:cSld>
  <p:clrMapOvr>
    <a:masterClrMapping/>
  </p:clrMapOvr>
  <p:transition spd="med">
    <p:fad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US"/>
              <a:t>Thank You</a:t>
            </a:r>
            <a:endParaRPr lang="en-US" dirty="0"/>
          </a:p>
        </p:txBody>
      </p:sp>
      <p:sp>
        <p:nvSpPr>
          <p:cNvPr id="2" name="Footer Placeholder 1"/>
          <p:cNvSpPr>
            <a:spLocks noGrp="1"/>
          </p:cNvSpPr>
          <p:nvPr>
            <p:ph type="ftr" sz="quarter" idx="3"/>
          </p:nvPr>
        </p:nvSpPr>
        <p:spPr/>
        <p:txBody>
          <a:bodyPr/>
          <a:lstStyle/>
          <a:p>
            <a:r>
              <a:rPr lang="en-US"/>
              <a:t>© 2023 NetApp, Inc. All rights reserved.  — NETAPP CONFIDENTIAL — </a:t>
            </a:r>
            <a:endParaRPr dirty="0"/>
          </a:p>
        </p:txBody>
      </p:sp>
      <p:sp>
        <p:nvSpPr>
          <p:cNvPr id="5" name="TextBox 4">
            <a:extLst>
              <a:ext uri="{FF2B5EF4-FFF2-40B4-BE49-F238E27FC236}">
                <a16:creationId xmlns:a16="http://schemas.microsoft.com/office/drawing/2014/main" id="{14ACAA26-FD13-DE43-93A3-1231BCCF7AE6}"/>
              </a:ext>
            </a:extLst>
          </p:cNvPr>
          <p:cNvSpPr txBox="1"/>
          <p:nvPr/>
        </p:nvSpPr>
        <p:spPr>
          <a:xfrm>
            <a:off x="8399281" y="6462574"/>
            <a:ext cx="2797561" cy="238527"/>
          </a:xfrm>
          <a:prstGeom prst="rect">
            <a:avLst/>
          </a:prstGeom>
        </p:spPr>
        <p:txBody>
          <a:bodyPr vert="horz" wrap="none" lIns="91440" tIns="45720" rIns="91440" bIns="45720" rtlCol="0" anchor="t">
            <a:spAutoFit/>
          </a:bodyPr>
          <a:lstStyle/>
          <a:p>
            <a:pPr>
              <a:lnSpc>
                <a:spcPct val="95000"/>
              </a:lnSpc>
              <a:spcBef>
                <a:spcPts val="400"/>
              </a:spcBef>
              <a:spcAft>
                <a:spcPts val="200"/>
              </a:spcAft>
              <a:buClr>
                <a:schemeClr val="accent1"/>
              </a:buClr>
            </a:pPr>
            <a:r>
              <a:rPr lang="en-US" sz="1000" dirty="0">
                <a:solidFill>
                  <a:schemeClr val="bg1"/>
                </a:solidFill>
              </a:rPr>
              <a:t>Icons made by </a:t>
            </a:r>
            <a:r>
              <a:rPr lang="en-US" sz="1000" dirty="0" err="1">
                <a:solidFill>
                  <a:schemeClr val="bg1"/>
                </a:solidFill>
              </a:rPr>
              <a:t>Freepik</a:t>
            </a:r>
            <a:r>
              <a:rPr lang="en-US" sz="1000" dirty="0">
                <a:solidFill>
                  <a:schemeClr val="bg1"/>
                </a:solidFill>
              </a:rPr>
              <a:t> from </a:t>
            </a:r>
            <a:r>
              <a:rPr lang="en-US" sz="1000" dirty="0" err="1">
                <a:solidFill>
                  <a:schemeClr val="bg1"/>
                </a:solidFill>
              </a:rPr>
              <a:t>www.flaticon.com</a:t>
            </a:r>
            <a:endParaRPr lang="en-US" sz="1000" dirty="0">
              <a:solidFill>
                <a:schemeClr val="bg1"/>
              </a:solidFill>
            </a:endParaRPr>
          </a:p>
        </p:txBody>
      </p:sp>
      <p:sp>
        <p:nvSpPr>
          <p:cNvPr id="6" name="TextBox 5">
            <a:extLst>
              <a:ext uri="{FF2B5EF4-FFF2-40B4-BE49-F238E27FC236}">
                <a16:creationId xmlns:a16="http://schemas.microsoft.com/office/drawing/2014/main" id="{993AFE98-9F7E-0A47-9BDE-0F46B0635C69}"/>
              </a:ext>
            </a:extLst>
          </p:cNvPr>
          <p:cNvSpPr txBox="1"/>
          <p:nvPr/>
        </p:nvSpPr>
        <p:spPr>
          <a:xfrm>
            <a:off x="4724400" y="6371379"/>
            <a:ext cx="3276600" cy="443198"/>
          </a:xfrm>
          <a:prstGeom prst="rect">
            <a:avLst/>
          </a:prstGeom>
        </p:spPr>
        <p:txBody>
          <a:bodyPr vert="horz" wrap="square" lIns="91440" tIns="45720" rIns="91440" bIns="45720" rtlCol="0" anchor="t">
            <a:spAutoFit/>
          </a:bodyPr>
          <a:lstStyle/>
          <a:p>
            <a:pPr>
              <a:lnSpc>
                <a:spcPct val="95000"/>
              </a:lnSpc>
              <a:spcBef>
                <a:spcPts val="400"/>
              </a:spcBef>
              <a:spcAft>
                <a:spcPts val="200"/>
              </a:spcAft>
              <a:buClr>
                <a:schemeClr val="accent1"/>
              </a:buClr>
            </a:pPr>
            <a:r>
              <a:rPr kumimoji="0" lang="en-US" sz="800" b="0" i="0" u="none" strike="noStrike" kern="1200" cap="none" spc="0" normalizeH="0" baseline="0" noProof="0" dirty="0">
                <a:ln>
                  <a:noFill/>
                </a:ln>
                <a:solidFill>
                  <a:schemeClr val="bg1"/>
                </a:solidFill>
                <a:effectLst/>
                <a:uLnTx/>
                <a:uFillTx/>
                <a:latin typeface="+mn-lt"/>
              </a:rPr>
              <a:t>Some </a:t>
            </a:r>
            <a:r>
              <a:rPr lang="en-US" sz="800" dirty="0">
                <a:solidFill>
                  <a:schemeClr val="bg1"/>
                </a:solidFill>
              </a:rPr>
              <a:t>examples sourced from https://</a:t>
            </a:r>
            <a:r>
              <a:rPr lang="en-US" sz="800" dirty="0" err="1">
                <a:solidFill>
                  <a:schemeClr val="bg1"/>
                </a:solidFill>
              </a:rPr>
              <a:t>github.com</a:t>
            </a:r>
            <a:r>
              <a:rPr lang="en-US" sz="800" dirty="0">
                <a:solidFill>
                  <a:schemeClr val="bg1"/>
                </a:solidFill>
              </a:rPr>
              <a:t>/ansible/workshops/blob/master/decks/</a:t>
            </a:r>
            <a:r>
              <a:rPr lang="en-US" sz="800" dirty="0" err="1">
                <a:solidFill>
                  <a:schemeClr val="bg1"/>
                </a:solidFill>
              </a:rPr>
              <a:t>ansible_rhel.pdf</a:t>
            </a:r>
            <a:endParaRPr kumimoji="0" lang="en-US" sz="800" b="0" i="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172059691"/>
      </p:ext>
    </p:extLst>
  </p:cSld>
  <p:clrMapOvr>
    <a:masterClrMapping/>
  </p:clrMapOvr>
  <p:transition spd="med">
    <p:fade/>
  </p:transition>
</p:sld>
</file>

<file path=ppt/theme/theme1.xml><?xml version="1.0" encoding="utf-8"?>
<a:theme xmlns:a="http://schemas.openxmlformats.org/drawingml/2006/main" name="Dark">
  <a:themeElements>
    <a:clrScheme name="Custom 114">
      <a:dk1>
        <a:sysClr val="windowText" lastClr="000000"/>
      </a:dk1>
      <a:lt1>
        <a:sysClr val="window" lastClr="FFFFFF"/>
      </a:lt1>
      <a:dk2>
        <a:srgbClr val="32872D"/>
      </a:dk2>
      <a:lt2>
        <a:srgbClr val="A2A5A2"/>
      </a:lt2>
      <a:accent1>
        <a:srgbClr val="0067C5"/>
      </a:accent1>
      <a:accent2>
        <a:srgbClr val="6DBEDC"/>
      </a:accent2>
      <a:accent3>
        <a:srgbClr val="F6D371"/>
      </a:accent3>
      <a:accent4>
        <a:srgbClr val="EC7653"/>
      </a:accent4>
      <a:accent5>
        <a:srgbClr val="C5271B"/>
      </a:accent5>
      <a:accent6>
        <a:srgbClr val="7A1A92"/>
      </a:accent6>
      <a:hlink>
        <a:srgbClr val="0067C5"/>
      </a:hlink>
      <a:folHlink>
        <a:srgbClr val="A2A5A2"/>
      </a:folHlink>
    </a:clrScheme>
    <a:fontScheme name="NetApp_Template">
      <a:majorFont>
        <a:latin typeface="Arial"/>
        <a:ea typeface=""/>
        <a:cs typeface=""/>
      </a:majorFont>
      <a:minorFont>
        <a:latin typeface="Arial"/>
        <a:ea typeface=""/>
        <a:cs typeface=""/>
      </a:minorFont>
    </a:fontScheme>
    <a:fmtScheme name="Pushpin">
      <a:fillStyleLst>
        <a:solidFill>
          <a:schemeClr val="phClr"/>
        </a:solidFill>
        <a:gradFill rotWithShape="1">
          <a:gsLst>
            <a:gs pos="0">
              <a:schemeClr val="phClr">
                <a:tint val="50000"/>
                <a:satMod val="180000"/>
                <a:lumMod val="100000"/>
              </a:schemeClr>
            </a:gs>
            <a:gs pos="40000">
              <a:schemeClr val="phClr">
                <a:tint val="60000"/>
                <a:satMod val="130000"/>
                <a:lumMod val="100000"/>
              </a:schemeClr>
            </a:gs>
            <a:gs pos="100000">
              <a:schemeClr val="phClr">
                <a:tint val="96000"/>
                <a:lumMod val="108000"/>
              </a:schemeClr>
            </a:gs>
          </a:gsLst>
          <a:lin ang="5400000" scaled="0"/>
        </a:gradFill>
        <a:gradFill rotWithShape="1">
          <a:gsLst>
            <a:gs pos="0">
              <a:schemeClr val="phClr"/>
            </a:gs>
            <a:gs pos="100000">
              <a:schemeClr val="phClr">
                <a:shade val="76000"/>
                <a:lumMod val="90000"/>
              </a:schemeClr>
            </a:gs>
          </a:gsLst>
          <a:lin ang="5400000" scaled="0"/>
        </a:gradFill>
      </a:fillStyleLst>
      <a:lnStyleLst>
        <a:ln w="9525" cap="flat" cmpd="sng" algn="ctr">
          <a:solidFill>
            <a:schemeClr val="phClr"/>
          </a:solidFill>
          <a:prstDash val="solid"/>
        </a:ln>
        <a:ln w="15875" cap="flat" cmpd="sng" algn="ctr">
          <a:solidFill>
            <a:schemeClr val="phClr">
              <a:shade val="80000"/>
              <a:lumMod val="90000"/>
            </a:schemeClr>
          </a:solidFill>
          <a:prstDash val="solid"/>
        </a:ln>
        <a:ln w="25400" cap="flat" cmpd="sng" algn="ctr">
          <a:solidFill>
            <a:schemeClr val="phClr"/>
          </a:solidFill>
          <a:prstDash val="solid"/>
        </a:ln>
      </a:lnStyleLst>
      <a:effectStyleLst>
        <a:effectStyle>
          <a:effectLst/>
        </a:effectStyle>
        <a:effectStyle>
          <a:effectLst>
            <a:outerShdw blurRad="38100" dist="38100" dir="4800000" sx="98000" sy="98000" rotWithShape="0">
              <a:srgbClr val="000000">
                <a:alpha val="32000"/>
              </a:srgbClr>
            </a:outerShdw>
          </a:effectLst>
        </a:effectStyle>
        <a:effectStyle>
          <a:effectLst>
            <a:outerShdw blurRad="38100" dist="38100" dir="4800000" sx="96000" sy="96000" rotWithShape="0">
              <a:srgbClr val="000000">
                <a:alpha val="40000"/>
              </a:srgbClr>
            </a:outerShdw>
          </a:effectLst>
          <a:scene3d>
            <a:camera prst="orthographicFront">
              <a:rot lat="0" lon="0" rev="0"/>
            </a:camera>
            <a:lightRig rig="threePt" dir="t">
              <a:rot lat="0" lon="0" rev="3240000"/>
            </a:lightRig>
          </a:scene3d>
          <a:sp3d>
            <a:bevelT w="28575" h="28575"/>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5000"/>
          </a:lnSpc>
          <a:defRPr dirty="0" err="1" smtClean="0"/>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none" lIns="91440" tIns="45720" rIns="91440" bIns="45720" rtlCol="0" anchor="t">
        <a:spAutoFit/>
      </a:bodyPr>
      <a:lstStyle>
        <a:defPPr marR="0" algn="l" defTabSz="914400" rtl="0" eaLnBrk="1" fontAlgn="auto" latinLnBrk="0" hangingPunct="1">
          <a:lnSpc>
            <a:spcPct val="95000"/>
          </a:lnSpc>
          <a:spcBef>
            <a:spcPts val="400"/>
          </a:spcBef>
          <a:spcAft>
            <a:spcPts val="200"/>
          </a:spcAft>
          <a:buClr>
            <a:schemeClr val="accent1"/>
          </a:buClr>
          <a:buSzTx/>
          <a:tabLst/>
          <a:defRPr kumimoji="0" sz="1400" b="0" i="0" u="none" strike="noStrike" kern="1200" cap="none" spc="0" normalizeH="0" baseline="0" noProof="0" dirty="0" smtClean="0">
            <a:ln>
              <a:noFill/>
            </a:ln>
            <a:solidFill>
              <a:sysClr val="windowText" lastClr="000000"/>
            </a:solidFill>
            <a:effectLst/>
            <a:uLnTx/>
            <a:uFillTx/>
            <a:latin typeface="+mn-lt"/>
          </a:defRPr>
        </a:defPPr>
      </a:lstStyle>
    </a:txDef>
  </a:objectDefaults>
  <a:extraClrSchemeLst/>
  <a:custClrLst>
    <a:custClr name="Custom Color 1">
      <a:srgbClr val="00C6A5"/>
    </a:custClr>
    <a:custClr name="Custom Color 2">
      <a:srgbClr val="ECECEC"/>
    </a:custClr>
    <a:custClr name="Custom Color 3">
      <a:srgbClr val="C8C9C7"/>
    </a:custClr>
    <a:custClr name="Custom Color 4">
      <a:srgbClr val="9EA2A2"/>
    </a:custClr>
    <a:custClr name="Custom Color 5">
      <a:srgbClr val="5B6770"/>
    </a:custClr>
    <a:custClr name="Custom Color 6">
      <a:srgbClr val="C8102E"/>
    </a:custClr>
  </a:custClr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55DDC040888124C8210C754B9AED017" ma:contentTypeVersion="12" ma:contentTypeDescription="Create a new document." ma:contentTypeScope="" ma:versionID="11d2042a0ac6d269696f87b38ffdf161">
  <xsd:schema xmlns:xsd="http://www.w3.org/2001/XMLSchema" xmlns:xs="http://www.w3.org/2001/XMLSchema" xmlns:p="http://schemas.microsoft.com/office/2006/metadata/properties" xmlns:ns2="0fce622d-0929-40f2-8383-b5b6f1af2af2" xmlns:ns3="115478f1-bcdf-4a39-99fc-6aaf230c73b8" targetNamespace="http://schemas.microsoft.com/office/2006/metadata/properties" ma:root="true" ma:fieldsID="4e6ab3f5c63fbd7046cc1444347ab5f9" ns2:_="" ns3:_="">
    <xsd:import namespace="0fce622d-0929-40f2-8383-b5b6f1af2af2"/>
    <xsd:import namespace="115478f1-bcdf-4a39-99fc-6aaf230c73b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OCR" minOccurs="0"/>
                <xsd:element ref="ns2:MediaServiceAutoKeyPoints" minOccurs="0"/>
                <xsd:element ref="ns2:MediaServiceKeyPoints" minOccurs="0"/>
                <xsd:element ref="ns2:MediaServiceDateTaken"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ce622d-0929-40f2-8383-b5b6f1af2a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15478f1-bcdf-4a39-99fc-6aaf230c73b8"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D7DB039-E375-4731-9AC2-C1BE29426059}">
  <ds:schemaRefs>
    <ds:schemaRef ds:uri="http://schemas.microsoft.com/sharepoint/v3/contenttype/forms"/>
  </ds:schemaRefs>
</ds:datastoreItem>
</file>

<file path=customXml/itemProps2.xml><?xml version="1.0" encoding="utf-8"?>
<ds:datastoreItem xmlns:ds="http://schemas.openxmlformats.org/officeDocument/2006/customXml" ds:itemID="{C70E4EB6-4716-4C6D-AF95-7F78233D158A}">
  <ds:schemaRefs>
    <ds:schemaRef ds:uri="http://purl.org/dc/dcmitype/"/>
    <ds:schemaRef ds:uri="http://purl.org/dc/elements/1.1/"/>
    <ds:schemaRef ds:uri="http://www.w3.org/XML/1998/namespace"/>
    <ds:schemaRef ds:uri="http://schemas.microsoft.com/office/2006/metadata/properties"/>
    <ds:schemaRef ds:uri="http://schemas.openxmlformats.org/package/2006/metadata/core-properties"/>
    <ds:schemaRef ds:uri="0fce622d-0929-40f2-8383-b5b6f1af2af2"/>
    <ds:schemaRef ds:uri="http://purl.org/dc/terms/"/>
    <ds:schemaRef ds:uri="http://schemas.microsoft.com/office/2006/documentManagement/types"/>
    <ds:schemaRef ds:uri="http://schemas.microsoft.com/office/infopath/2007/PartnerControls"/>
    <ds:schemaRef ds:uri="115478f1-bcdf-4a39-99fc-6aaf230c73b8"/>
  </ds:schemaRefs>
</ds:datastoreItem>
</file>

<file path=customXml/itemProps3.xml><?xml version="1.0" encoding="utf-8"?>
<ds:datastoreItem xmlns:ds="http://schemas.openxmlformats.org/officeDocument/2006/customXml" ds:itemID="{928BFCB5-9365-4FC2-A175-5F12B32D6BB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ce622d-0929-40f2-8383-b5b6f1af2af2"/>
    <ds:schemaRef ds:uri="115478f1-bcdf-4a39-99fc-6aaf230c73b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21940</TotalTime>
  <Words>10799</Words>
  <Application>Microsoft Office PowerPoint</Application>
  <PresentationFormat>Widescreen</PresentationFormat>
  <Paragraphs>1346</Paragraphs>
  <Slides>123</Slides>
  <Notes>31</Notes>
  <HiddenSlides>6</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123</vt:i4>
      </vt:variant>
    </vt:vector>
  </HeadingPairs>
  <TitlesOfParts>
    <vt:vector size="129" baseType="lpstr">
      <vt:lpstr>Arial</vt:lpstr>
      <vt:lpstr>Calibri</vt:lpstr>
      <vt:lpstr>Consolas</vt:lpstr>
      <vt:lpstr>Courier New</vt:lpstr>
      <vt:lpstr>Wingdings</vt:lpstr>
      <vt:lpstr>Dark</vt:lpstr>
      <vt:lpstr>Ansible NetApp Automation Workshop</vt:lpstr>
      <vt:lpstr>Timeline Overview</vt:lpstr>
      <vt:lpstr>Connect to your vm</vt:lpstr>
      <vt:lpstr>Connect to vm</vt:lpstr>
      <vt:lpstr>Connect vm to vms</vt:lpstr>
      <vt:lpstr>Setup vscode</vt:lpstr>
      <vt:lpstr>Setup vscode</vt:lpstr>
      <vt:lpstr>Setup vscode</vt:lpstr>
      <vt:lpstr>Setup Git</vt:lpstr>
      <vt:lpstr>Git flow</vt:lpstr>
      <vt:lpstr>About git</vt:lpstr>
      <vt:lpstr>About git</vt:lpstr>
      <vt:lpstr>About git</vt:lpstr>
      <vt:lpstr>About git</vt:lpstr>
      <vt:lpstr>Setup git</vt:lpstr>
      <vt:lpstr>Setup git</vt:lpstr>
      <vt:lpstr>Setup git</vt:lpstr>
      <vt:lpstr>Setup git</vt:lpstr>
      <vt:lpstr>Setup git</vt:lpstr>
      <vt:lpstr>Setup git</vt:lpstr>
      <vt:lpstr>Setup git</vt:lpstr>
      <vt:lpstr>Introduction</vt:lpstr>
      <vt:lpstr>“Insanity is doing the same thing over and over again manually when you could have automated it with Ansible”</vt:lpstr>
      <vt:lpstr>Ansible Automation</vt:lpstr>
      <vt:lpstr>Ansible Automation</vt:lpstr>
      <vt:lpstr>Ansible Automation</vt:lpstr>
      <vt:lpstr>1.1 Basics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Ansible Automation</vt:lpstr>
      <vt:lpstr>1.2 Running Commands</vt:lpstr>
      <vt:lpstr>Understanding Inventories</vt:lpstr>
      <vt:lpstr>Understanding Inventories</vt:lpstr>
      <vt:lpstr>Understanding Inventories</vt:lpstr>
      <vt:lpstr>Understanding Inventories</vt:lpstr>
      <vt:lpstr>Understanding Inventories</vt:lpstr>
      <vt:lpstr>Understanding Inventories</vt:lpstr>
      <vt:lpstr>Understanding Inventories</vt:lpstr>
      <vt:lpstr>Understanding Inventories</vt:lpstr>
      <vt:lpstr>Understanding Inventories</vt:lpstr>
      <vt:lpstr>Understanding Inventories</vt:lpstr>
      <vt:lpstr>Ansible Configuration File</vt:lpstr>
      <vt:lpstr>Ansible Configuration File</vt:lpstr>
      <vt:lpstr>Ad-Hoc Commands</vt:lpstr>
      <vt:lpstr>Ad-Hoc Commands</vt:lpstr>
      <vt:lpstr>Ad-Hoc Commands</vt:lpstr>
      <vt:lpstr>Ad-Hoc Commands</vt:lpstr>
      <vt:lpstr>Ad-Hoc Commands</vt:lpstr>
      <vt:lpstr>Ansible Modules</vt:lpstr>
      <vt:lpstr>Ansible Modules</vt:lpstr>
      <vt:lpstr>Ansible Modules</vt:lpstr>
      <vt:lpstr>EXERCISE</vt:lpstr>
      <vt:lpstr>1.3 Playbooks</vt:lpstr>
      <vt:lpstr>Ansible Playbooks</vt:lpstr>
      <vt:lpstr>Ansible Playbooks</vt:lpstr>
      <vt:lpstr>Ansible Playbooks</vt:lpstr>
      <vt:lpstr>Ansible Playbooks</vt:lpstr>
      <vt:lpstr>Ansible Playbooks</vt:lpstr>
      <vt:lpstr>Ansible Playbooks</vt:lpstr>
      <vt:lpstr>Ansible Playbooks</vt:lpstr>
      <vt:lpstr>Ansible Playbooks</vt:lpstr>
      <vt:lpstr>Ansible Playbooks</vt:lpstr>
      <vt:lpstr>PowerPoint Presentation</vt:lpstr>
      <vt:lpstr>1.4 Working with Playbooks</vt:lpstr>
      <vt:lpstr>Ansible Variables</vt:lpstr>
      <vt:lpstr>Ansible Variables</vt:lpstr>
      <vt:lpstr>Ansible Variables</vt:lpstr>
      <vt:lpstr>Merge Ansible Variables</vt:lpstr>
      <vt:lpstr>Merge Ansible Variables</vt:lpstr>
      <vt:lpstr>Merge Ansible Variables</vt:lpstr>
      <vt:lpstr>Ansible Conditionals</vt:lpstr>
      <vt:lpstr>Ansible Handlers</vt:lpstr>
      <vt:lpstr>Ansible Loops</vt:lpstr>
      <vt:lpstr>Ansible Loops</vt:lpstr>
      <vt:lpstr>Ansible Loops</vt:lpstr>
      <vt:lpstr>Ansible Loops</vt:lpstr>
      <vt:lpstr>Ansible Templates</vt:lpstr>
      <vt:lpstr>Ansible Roles</vt:lpstr>
      <vt:lpstr>Ansible Roles</vt:lpstr>
      <vt:lpstr>Mirko’s approach</vt:lpstr>
      <vt:lpstr>Mirko’s approach</vt:lpstr>
      <vt:lpstr>Ansible Collections and Roles</vt:lpstr>
      <vt:lpstr>NetApp &amp; Ansible</vt:lpstr>
      <vt:lpstr>Working with YAML</vt:lpstr>
      <vt:lpstr>Working with YAML</vt:lpstr>
      <vt:lpstr>Working with YAML</vt:lpstr>
      <vt:lpstr>Working with YAML</vt:lpstr>
      <vt:lpstr>Working with yaml</vt:lpstr>
      <vt:lpstr>Working with yaml</vt:lpstr>
      <vt:lpstr>Working with yaml</vt:lpstr>
      <vt:lpstr>Working with yaml</vt:lpstr>
      <vt:lpstr>PowerPoint Presentation</vt:lpstr>
      <vt:lpstr>2.1 Tower</vt:lpstr>
      <vt:lpstr>Ansible Tower</vt:lpstr>
      <vt:lpstr>Ansible Tower</vt:lpstr>
      <vt:lpstr>Ansible Tower</vt:lpstr>
      <vt:lpstr>2.2 Tower</vt:lpstr>
      <vt:lpstr>Ansible Tower</vt:lpstr>
      <vt:lpstr>Ansible Tower</vt:lpstr>
      <vt:lpstr>2.3 Tower</vt:lpstr>
      <vt:lpstr>Ansible Tower</vt:lpstr>
      <vt:lpstr>Ansible Tower</vt:lpstr>
      <vt:lpstr>Video creating a Job Template</vt:lpstr>
      <vt:lpstr>2.4 Tower</vt:lpstr>
      <vt:lpstr>Ansible Tower</vt:lpstr>
      <vt:lpstr>Video creating a Survey</vt:lpstr>
      <vt:lpstr>2.5 Tower</vt:lpstr>
      <vt:lpstr>Ansible Tower</vt:lpstr>
      <vt:lpstr>Ansible Tower</vt:lpstr>
      <vt:lpstr>Video Organization/team/users</vt:lpstr>
      <vt:lpstr>2.6 Tower</vt:lpstr>
      <vt:lpstr>Ansible Tower</vt:lpstr>
      <vt:lpstr>Video creating workflows</vt:lpstr>
      <vt:lpstr>PowerPoint Presentation</vt:lpstr>
      <vt:lpstr>Learn More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Before You Start—Ensure You Have the Correct Footer</dc:title>
  <dc:creator>Kirk Travel</dc:creator>
  <cp:lastModifiedBy>Van Colen, Mirko</cp:lastModifiedBy>
  <cp:revision>121</cp:revision>
  <dcterms:created xsi:type="dcterms:W3CDTF">2017-12-21T05:18:36Z</dcterms:created>
  <dcterms:modified xsi:type="dcterms:W3CDTF">2026-08-26T06:31:56Z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0x010100E55DDC040888124C8210C754B9AED017</vt:lpwstr>
  </property>
  <property fmtid="{D5CDD505-2E9C-101B-9397-08002B2CF9AE}" pid="3" name="MSIP_Label_06cbbcc7-4a82-45b2-a240-7f34a87e6af0_Enabled">
    <vt:lpwstr>true</vt:lpwstr>
  </property>
  <property fmtid="{D5CDD505-2E9C-101B-9397-08002B2CF9AE}" pid="4" name="MSIP_Label_06cbbcc7-4a82-45b2-a240-7f34a87e6af0_SetDate">
    <vt:lpwstr>2026-08-25T07:55:39Z</vt:lpwstr>
  </property>
  <property fmtid="{D5CDD505-2E9C-101B-9397-08002B2CF9AE}" pid="5" name="MSIP_Label_06cbbcc7-4a82-45b2-a240-7f34a87e6af0_Method">
    <vt:lpwstr>Privileged</vt:lpwstr>
  </property>
  <property fmtid="{D5CDD505-2E9C-101B-9397-08002B2CF9AE}" pid="6" name="MSIP_Label_06cbbcc7-4a82-45b2-a240-7f34a87e6af0_Name">
    <vt:lpwstr>NetApp - Public</vt:lpwstr>
  </property>
  <property fmtid="{D5CDD505-2E9C-101B-9397-08002B2CF9AE}" pid="7" name="MSIP_Label_06cbbcc7-4a82-45b2-a240-7f34a87e6af0_SiteId">
    <vt:lpwstr>4b0911a0-929b-4715-944b-c03745165b3a</vt:lpwstr>
  </property>
  <property fmtid="{D5CDD505-2E9C-101B-9397-08002B2CF9AE}" pid="8" name="MSIP_Label_06cbbcc7-4a82-45b2-a240-7f34a87e6af0_ActionId">
    <vt:lpwstr>93dd0080-1b29-41b4-a716-e0127cf3f6bd</vt:lpwstr>
  </property>
  <property fmtid="{D5CDD505-2E9C-101B-9397-08002B2CF9AE}" pid="9" name="MSIP_Label_06cbbcc7-4a82-45b2-a240-7f34a87e6af0_ContentBits">
    <vt:lpwstr>0</vt:lpwstr>
  </property>
  <property fmtid="{D5CDD505-2E9C-101B-9397-08002B2CF9AE}" pid="10" name="MSIP_Label_06cbbcc7-4a82-45b2-a240-7f34a87e6af0_Tag">
    <vt:lpwstr>10, 0, 1, 1</vt:lpwstr>
  </property>
</Properties>
</file>